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ompany-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ommercial-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financial-trans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investment-concl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