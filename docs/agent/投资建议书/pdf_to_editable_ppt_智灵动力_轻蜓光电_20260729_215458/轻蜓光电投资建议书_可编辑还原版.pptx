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0fdfb6aa894002" /><Relationship Type="http://schemas.openxmlformats.org/officeDocument/2006/relationships/extended-properties" Target="/docProps/app.xml" Id="R405e13abbbbf42f1" /><Relationship Type="http://schemas.openxmlformats.org/officeDocument/2006/relationships/officeDocument" Target="/ppt/presentation.xml" Id="R2d4abebdf3fe45e7" /></Relationships>
</file>

<file path=ppt/presentation.xml><?xml version="1.0" encoding="utf-8"?>
<p:presentation xmlns:p="http://schemas.openxmlformats.org/presentationml/2006/main">
  <p:sldMasterIdLst>
    <p:sldMasterId xmlns:r="http://schemas.openxmlformats.org/officeDocument/2006/relationships" id="2147483648" r:id="R9562e7ae6e5c4ecb"/>
  </p:sldMasterIdLst>
  <p:notesMasterIdLst>
    <p:notesMasterId xmlns:r="http://schemas.openxmlformats.org/officeDocument/2006/relationships" r:id="Rd7d7d8d177394650"/>
  </p:notesMasterIdLst>
  <p:sldIdLst>
    <p:sldId xmlns:r="http://schemas.openxmlformats.org/officeDocument/2006/relationships" id="256" r:id="R2d7083bd66f2431a"/>
    <p:sldId xmlns:r="http://schemas.openxmlformats.org/officeDocument/2006/relationships" id="257" r:id="R2f25270c885042fb"/>
    <p:sldId xmlns:r="http://schemas.openxmlformats.org/officeDocument/2006/relationships" id="258" r:id="Re66cff2db63a4ac7"/>
    <p:sldId xmlns:r="http://schemas.openxmlformats.org/officeDocument/2006/relationships" id="259" r:id="R9f9c74e1fe5041d6"/>
    <p:sldId xmlns:r="http://schemas.openxmlformats.org/officeDocument/2006/relationships" id="260" r:id="R175d6d9c1a184ae6"/>
    <p:sldId xmlns:r="http://schemas.openxmlformats.org/officeDocument/2006/relationships" id="261" r:id="R4f593fed98aa4001"/>
    <p:sldId xmlns:r="http://schemas.openxmlformats.org/officeDocument/2006/relationships" id="262" r:id="R5ffe390067b04943"/>
    <p:sldId xmlns:r="http://schemas.openxmlformats.org/officeDocument/2006/relationships" id="263" r:id="Racc02c8babea4a97"/>
    <p:sldId xmlns:r="http://schemas.openxmlformats.org/officeDocument/2006/relationships" id="264" r:id="Rc341cdbfd3bc4cc1"/>
    <p:sldId xmlns:r="http://schemas.openxmlformats.org/officeDocument/2006/relationships" id="265" r:id="Rf1c8eb61936742de"/>
    <p:sldId xmlns:r="http://schemas.openxmlformats.org/officeDocument/2006/relationships" id="266" r:id="R7881f149129443f2"/>
    <p:sldId xmlns:r="http://schemas.openxmlformats.org/officeDocument/2006/relationships" id="267" r:id="R2ca25d7a38544818"/>
    <p:sldId xmlns:r="http://schemas.openxmlformats.org/officeDocument/2006/relationships" id="268" r:id="R56a51e00a3f54345"/>
    <p:sldId xmlns:r="http://schemas.openxmlformats.org/officeDocument/2006/relationships" id="269" r:id="R9933dd3737374dda"/>
    <p:sldId xmlns:r="http://schemas.openxmlformats.org/officeDocument/2006/relationships" id="270" r:id="R88a5989da03b4a07"/>
    <p:sldId xmlns:r="http://schemas.openxmlformats.org/officeDocument/2006/relationships" id="271" r:id="Rad97ae5f6b5946f0"/>
    <p:sldId xmlns:r="http://schemas.openxmlformats.org/officeDocument/2006/relationships" id="272" r:id="R696bd31ad9ab4574"/>
    <p:sldId xmlns:r="http://schemas.openxmlformats.org/officeDocument/2006/relationships" id="273" r:id="Rb0740151e81f4187"/>
    <p:sldId xmlns:r="http://schemas.openxmlformats.org/officeDocument/2006/relationships" id="274" r:id="Rb05591119f734dcd"/>
    <p:sldId xmlns:r="http://schemas.openxmlformats.org/officeDocument/2006/relationships" id="275" r:id="Rbd1f4622e76843c3"/>
    <p:sldId xmlns:r="http://schemas.openxmlformats.org/officeDocument/2006/relationships" id="276" r:id="R396223be547d4c4e"/>
    <p:sldId xmlns:r="http://schemas.openxmlformats.org/officeDocument/2006/relationships" id="277" r:id="Raddb013aac75496d"/>
    <p:sldId xmlns:r="http://schemas.openxmlformats.org/officeDocument/2006/relationships" id="278" r:id="R23cabd0738404177"/>
    <p:sldId xmlns:r="http://schemas.openxmlformats.org/officeDocument/2006/relationships" id="279" r:id="Ra27f9f8d5d434eb0"/>
    <p:sldId xmlns:r="http://schemas.openxmlformats.org/officeDocument/2006/relationships" id="280" r:id="R56c46a74214f490b"/>
    <p:sldId xmlns:r="http://schemas.openxmlformats.org/officeDocument/2006/relationships" id="281" r:id="R0a351deffd3d4dc2"/>
    <p:sldId xmlns:r="http://schemas.openxmlformats.org/officeDocument/2006/relationships" id="282" r:id="R8c40ab42045349ce"/>
    <p:sldId xmlns:r="http://schemas.openxmlformats.org/officeDocument/2006/relationships" id="283" r:id="R0ee1c92c4d3e4446"/>
    <p:sldId xmlns:r="http://schemas.openxmlformats.org/officeDocument/2006/relationships" id="284" r:id="Ra508bfde3d8b4088"/>
    <p:sldId xmlns:r="http://schemas.openxmlformats.org/officeDocument/2006/relationships" id="285" r:id="R38eaba746eb54fa4"/>
    <p:sldId xmlns:r="http://schemas.openxmlformats.org/officeDocument/2006/relationships" id="286" r:id="R01154abcf8bc45aa"/>
    <p:sldId xmlns:r="http://schemas.openxmlformats.org/officeDocument/2006/relationships" id="287" r:id="Rf9b2a16d25664449"/>
    <p:sldId xmlns:r="http://schemas.openxmlformats.org/officeDocument/2006/relationships" id="288" r:id="R1ce87c89578b4483"/>
    <p:sldId xmlns:r="http://schemas.openxmlformats.org/officeDocument/2006/relationships" id="289" r:id="R2cf65f12f17543f3"/>
    <p:sldId xmlns:r="http://schemas.openxmlformats.org/officeDocument/2006/relationships" id="290" r:id="R631f4770cef74ed2"/>
    <p:sldId xmlns:r="http://schemas.openxmlformats.org/officeDocument/2006/relationships" id="291" r:id="R3d81331d29d54532"/>
    <p:sldId xmlns:r="http://schemas.openxmlformats.org/officeDocument/2006/relationships" id="292" r:id="R60952ebb74b047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50f9d47f3f4eb7" /><Relationship Type="http://schemas.openxmlformats.org/officeDocument/2006/relationships/slideMaster" Target="/ppt/slideMasters/slideMaster1.xml" Id="R9562e7ae6e5c4ecb" /><Relationship Type="http://schemas.openxmlformats.org/officeDocument/2006/relationships/notesMaster" Target="/ppt/notesMasters/notesMaster1.xml" Id="Rd7d7d8d177394650" /><Relationship Type="http://schemas.openxmlformats.org/officeDocument/2006/relationships/presProps" Target="/ppt/presProps.xml" Id="R4086fb5add984078" /><Relationship Type="http://schemas.openxmlformats.org/officeDocument/2006/relationships/tableStyles" Target="/ppt/tableStyles.xml" Id="R2ae89d2178634d3c" /><Relationship Type="http://schemas.openxmlformats.org/officeDocument/2006/relationships/slide" Target="/ppt/slides/slide1.xml" Id="R2d7083bd66f2431a" /><Relationship Type="http://schemas.openxmlformats.org/officeDocument/2006/relationships/slide" Target="/ppt/slides/slide2.xml" Id="R2f25270c885042fb" /><Relationship Type="http://schemas.openxmlformats.org/officeDocument/2006/relationships/slide" Target="/ppt/slides/slide3.xml" Id="Re66cff2db63a4ac7" /><Relationship Type="http://schemas.openxmlformats.org/officeDocument/2006/relationships/slide" Target="/ppt/slides/slide4.xml" Id="R9f9c74e1fe5041d6" /><Relationship Type="http://schemas.openxmlformats.org/officeDocument/2006/relationships/slide" Target="/ppt/slides/slide5.xml" Id="R175d6d9c1a184ae6" /><Relationship Type="http://schemas.openxmlformats.org/officeDocument/2006/relationships/slide" Target="/ppt/slides/slide6.xml" Id="R4f593fed98aa4001" /><Relationship Type="http://schemas.openxmlformats.org/officeDocument/2006/relationships/slide" Target="/ppt/slides/slide7.xml" Id="R5ffe390067b04943" /><Relationship Type="http://schemas.openxmlformats.org/officeDocument/2006/relationships/slide" Target="/ppt/slides/slide8.xml" Id="Racc02c8babea4a97" /><Relationship Type="http://schemas.openxmlformats.org/officeDocument/2006/relationships/slide" Target="/ppt/slides/slide9.xml" Id="Rc341cdbfd3bc4cc1" /><Relationship Type="http://schemas.openxmlformats.org/officeDocument/2006/relationships/slide" Target="/ppt/slides/slide10.xml" Id="Rf1c8eb61936742de" /><Relationship Type="http://schemas.openxmlformats.org/officeDocument/2006/relationships/slide" Target="/ppt/slides/slide11.xml" Id="R7881f149129443f2" /><Relationship Type="http://schemas.openxmlformats.org/officeDocument/2006/relationships/slide" Target="/ppt/slides/slide12.xml" Id="R2ca25d7a38544818" /><Relationship Type="http://schemas.openxmlformats.org/officeDocument/2006/relationships/slide" Target="/ppt/slides/slide13.xml" Id="R56a51e00a3f54345" /><Relationship Type="http://schemas.openxmlformats.org/officeDocument/2006/relationships/slide" Target="/ppt/slides/slide14.xml" Id="R9933dd3737374dda" /><Relationship Type="http://schemas.openxmlformats.org/officeDocument/2006/relationships/slide" Target="/ppt/slides/slide15.xml" Id="R88a5989da03b4a07" /><Relationship Type="http://schemas.openxmlformats.org/officeDocument/2006/relationships/slide" Target="/ppt/slides/slide16.xml" Id="Rad97ae5f6b5946f0" /><Relationship Type="http://schemas.openxmlformats.org/officeDocument/2006/relationships/slide" Target="/ppt/slides/slide17.xml" Id="R696bd31ad9ab4574" /><Relationship Type="http://schemas.openxmlformats.org/officeDocument/2006/relationships/slide" Target="/ppt/slides/slide18.xml" Id="Rb0740151e81f4187" /><Relationship Type="http://schemas.openxmlformats.org/officeDocument/2006/relationships/slide" Target="/ppt/slides/slide19.xml" Id="Rb05591119f734dcd" /><Relationship Type="http://schemas.openxmlformats.org/officeDocument/2006/relationships/slide" Target="/ppt/slides/slide20.xml" Id="Rbd1f4622e76843c3" /><Relationship Type="http://schemas.openxmlformats.org/officeDocument/2006/relationships/slide" Target="/ppt/slides/slide21.xml" Id="R396223be547d4c4e" /><Relationship Type="http://schemas.openxmlformats.org/officeDocument/2006/relationships/slide" Target="/ppt/slides/slide22.xml" Id="Raddb013aac75496d" /><Relationship Type="http://schemas.openxmlformats.org/officeDocument/2006/relationships/slide" Target="/ppt/slides/slide23.xml" Id="R23cabd0738404177" /><Relationship Type="http://schemas.openxmlformats.org/officeDocument/2006/relationships/slide" Target="/ppt/slides/slide24.xml" Id="Ra27f9f8d5d434eb0" /><Relationship Type="http://schemas.openxmlformats.org/officeDocument/2006/relationships/slide" Target="/ppt/slides/slide25.xml" Id="R56c46a74214f490b" /><Relationship Type="http://schemas.openxmlformats.org/officeDocument/2006/relationships/slide" Target="/ppt/slides/slide26.xml" Id="R0a351deffd3d4dc2" /><Relationship Type="http://schemas.openxmlformats.org/officeDocument/2006/relationships/slide" Target="/ppt/slides/slide27.xml" Id="R8c40ab42045349ce" /><Relationship Type="http://schemas.openxmlformats.org/officeDocument/2006/relationships/slide" Target="/ppt/slides/slide28.xml" Id="R0ee1c92c4d3e4446" /><Relationship Type="http://schemas.openxmlformats.org/officeDocument/2006/relationships/slide" Target="/ppt/slides/slide29.xml" Id="Ra508bfde3d8b4088" /><Relationship Type="http://schemas.openxmlformats.org/officeDocument/2006/relationships/slide" Target="/ppt/slides/slide30.xml" Id="R38eaba746eb54fa4" /><Relationship Type="http://schemas.openxmlformats.org/officeDocument/2006/relationships/slide" Target="/ppt/slides/slide31.xml" Id="R01154abcf8bc45aa" /><Relationship Type="http://schemas.openxmlformats.org/officeDocument/2006/relationships/slide" Target="/ppt/slides/slide32.xml" Id="Rf9b2a16d25664449" /><Relationship Type="http://schemas.openxmlformats.org/officeDocument/2006/relationships/slide" Target="/ppt/slides/slide33.xml" Id="R1ce87c89578b4483" /><Relationship Type="http://schemas.openxmlformats.org/officeDocument/2006/relationships/slide" Target="/ppt/slides/slide34.xml" Id="R2cf65f12f17543f3" /><Relationship Type="http://schemas.openxmlformats.org/officeDocument/2006/relationships/slide" Target="/ppt/slides/slide35.xml" Id="R631f4770cef74ed2" /><Relationship Type="http://schemas.openxmlformats.org/officeDocument/2006/relationships/slide" Target="/ppt/slides/slide36.xml" Id="R3d81331d29d54532" /><Relationship Type="http://schemas.openxmlformats.org/officeDocument/2006/relationships/slide" Target="/ppt/slides/slide37.xml" Id="R60952ebb74b047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5bea557f8245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2cc898902641d1" /><Relationship Type="http://schemas.openxmlformats.org/officeDocument/2006/relationships/notesMaster" Target="/ppt/notesMasters/notesMaster1.xml" Id="Ra33fd84c6834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2d31ff81f449ca" /><Relationship Type="http://schemas.openxmlformats.org/officeDocument/2006/relationships/notesMaster" Target="/ppt/notesMasters/notesMaster1.xml" Id="R477caa4103e347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1e85bcee5c4f62" /><Relationship Type="http://schemas.openxmlformats.org/officeDocument/2006/relationships/notesMaster" Target="/ppt/notesMasters/notesMaster1.xml" Id="Rf92230205cf049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4d15cc7b0c46a6" /><Relationship Type="http://schemas.openxmlformats.org/officeDocument/2006/relationships/notesMaster" Target="/ppt/notesMasters/notesMaster1.xml" Id="R0c7f1bdca0294b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293a7641a74826" /><Relationship Type="http://schemas.openxmlformats.org/officeDocument/2006/relationships/notesMaster" Target="/ppt/notesMasters/notesMaster1.xml" Id="R1f41d7c3483848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d825168b84af5" /><Relationship Type="http://schemas.openxmlformats.org/officeDocument/2006/relationships/notesMaster" Target="/ppt/notesMasters/notesMaster1.xml" Id="R50437171b32840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44090f33d74adc" /><Relationship Type="http://schemas.openxmlformats.org/officeDocument/2006/relationships/notesMaster" Target="/ppt/notesMasters/notesMaster1.xml" Id="R7c987ca6976b41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834860dfeb467f" /><Relationship Type="http://schemas.openxmlformats.org/officeDocument/2006/relationships/notesMaster" Target="/ppt/notesMasters/notesMaster1.xml" Id="R36bf3becaf8d44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035badcb0546f2" /><Relationship Type="http://schemas.openxmlformats.org/officeDocument/2006/relationships/notesMaster" Target="/ppt/notesMasters/notesMaster1.xml" Id="Rc9aebc6ab7824f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c99c2d1d2b4ae8" /><Relationship Type="http://schemas.openxmlformats.org/officeDocument/2006/relationships/notesMaster" Target="/ppt/notesMasters/notesMaster1.xml" Id="Rfe0f4d02c2eb4c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940a32ad5744f5" /><Relationship Type="http://schemas.openxmlformats.org/officeDocument/2006/relationships/notesMaster" Target="/ppt/notesMasters/notesMaster1.xml" Id="Rffa52322692849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836c4e15274271" /><Relationship Type="http://schemas.openxmlformats.org/officeDocument/2006/relationships/notesMaster" Target="/ppt/notesMasters/notesMaster1.xml" Id="R872ef8bde8304c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b5ebe35c0f45a8" /><Relationship Type="http://schemas.openxmlformats.org/officeDocument/2006/relationships/notesMaster" Target="/ppt/notesMasters/notesMaster1.xml" Id="Rcfa460d899dd4e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5ffc5b3c2e4160" /><Relationship Type="http://schemas.openxmlformats.org/officeDocument/2006/relationships/notesMaster" Target="/ppt/notesMasters/notesMaster1.xml" Id="R164bd8337b0c4e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f6ca4c98af4419" /><Relationship Type="http://schemas.openxmlformats.org/officeDocument/2006/relationships/notesMaster" Target="/ppt/notesMasters/notesMaster1.xml" Id="R4c293844267f46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699768f1af44cc" /><Relationship Type="http://schemas.openxmlformats.org/officeDocument/2006/relationships/notesMaster" Target="/ppt/notesMasters/notesMaster1.xml" Id="R3347af4d4ef140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c91491e584c460f" /><Relationship Type="http://schemas.openxmlformats.org/officeDocument/2006/relationships/notesMaster" Target="/ppt/notesMasters/notesMaster1.xml" Id="R0836c41507e648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202fd27c2f48c4" /><Relationship Type="http://schemas.openxmlformats.org/officeDocument/2006/relationships/notesMaster" Target="/ppt/notesMasters/notesMaster1.xml" Id="R3065759c21c546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10017a41234ecf" /><Relationship Type="http://schemas.openxmlformats.org/officeDocument/2006/relationships/notesMaster" Target="/ppt/notesMasters/notesMaster1.xml" Id="R5992efe411374f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3e55152b6f405a" /><Relationship Type="http://schemas.openxmlformats.org/officeDocument/2006/relationships/notesMaster" Target="/ppt/notesMasters/notesMaster1.xml" Id="Rd3544081a4e04f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89c29748b04e5d" /><Relationship Type="http://schemas.openxmlformats.org/officeDocument/2006/relationships/notesMaster" Target="/ppt/notesMasters/notesMaster1.xml" Id="R7e4213c506bb44d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aa742c77f94fed" /><Relationship Type="http://schemas.openxmlformats.org/officeDocument/2006/relationships/notesMaster" Target="/ppt/notesMasters/notesMaster1.xml" Id="Rdfeeba09240b4e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2dbfdd0d42445c" /><Relationship Type="http://schemas.openxmlformats.org/officeDocument/2006/relationships/notesMaster" Target="/ppt/notesMasters/notesMaster1.xml" Id="R324abc4fd55d4c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d7509fd69f4095" /><Relationship Type="http://schemas.openxmlformats.org/officeDocument/2006/relationships/notesMaster" Target="/ppt/notesMasters/notesMaster1.xml" Id="R798a76358e0543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60ffa46151047f2" /><Relationship Type="http://schemas.openxmlformats.org/officeDocument/2006/relationships/notesMaster" Target="/ppt/notesMasters/notesMaster1.xml" Id="R1e56993dbe26436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813a694260a43f4" /><Relationship Type="http://schemas.openxmlformats.org/officeDocument/2006/relationships/notesMaster" Target="/ppt/notesMasters/notesMaster1.xml" Id="R9f8896dee2a74ff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f0e529918c45b7" /><Relationship Type="http://schemas.openxmlformats.org/officeDocument/2006/relationships/notesMaster" Target="/ppt/notesMasters/notesMaster1.xml" Id="R5bd84bcabd07471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7c32eb2ef4a4b69" /><Relationship Type="http://schemas.openxmlformats.org/officeDocument/2006/relationships/notesMaster" Target="/ppt/notesMasters/notesMaster1.xml" Id="Rcfa1c29146e74fa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bd17cead7114b47" /><Relationship Type="http://schemas.openxmlformats.org/officeDocument/2006/relationships/notesMaster" Target="/ppt/notesMasters/notesMaster1.xml" Id="R5135a258ecab47f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97f4ce829f949f0" /><Relationship Type="http://schemas.openxmlformats.org/officeDocument/2006/relationships/notesMaster" Target="/ppt/notesMasters/notesMaster1.xml" Id="Refc15de866bd4f9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02dea5f3c7c45ec" /><Relationship Type="http://schemas.openxmlformats.org/officeDocument/2006/relationships/notesMaster" Target="/ppt/notesMasters/notesMaster1.xml" Id="R96122f8d9ccc456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bbe81cb5b124fa5" /><Relationship Type="http://schemas.openxmlformats.org/officeDocument/2006/relationships/notesMaster" Target="/ppt/notesMasters/notesMaster1.xml" Id="R12510e66371a44b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7d58eb7c9a94888" /><Relationship Type="http://schemas.openxmlformats.org/officeDocument/2006/relationships/notesMaster" Target="/ppt/notesMasters/notesMaster1.xml" Id="Rdbaa58de03ce45c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f3e1f3e895a40b8" /><Relationship Type="http://schemas.openxmlformats.org/officeDocument/2006/relationships/notesMaster" Target="/ppt/notesMasters/notesMaster1.xml" Id="R862355c763e745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5dfc10fecd3488d" /><Relationship Type="http://schemas.openxmlformats.org/officeDocument/2006/relationships/notesMaster" Target="/ppt/notesMasters/notesMaster1.xml" Id="R54b737080b8a476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12923972ced4a11" /><Relationship Type="http://schemas.openxmlformats.org/officeDocument/2006/relationships/notesMaster" Target="/ppt/notesMasters/notesMaster1.xml" Id="Rde7e2f6518c04ea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95220d43a084f5c" /><Relationship Type="http://schemas.openxmlformats.org/officeDocument/2006/relationships/notesMaster" Target="/ppt/notesMasters/notesMaster1.xml" Id="R091c8699603b45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4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5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6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7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8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9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10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11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12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13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14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15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16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17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18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19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20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21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22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23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24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25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26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27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28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29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30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31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32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33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34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35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36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用户提供的原始 PDF：/Users/lh/Documents/cybernaut-dist/docs/agent/uploads/conv-8df7afe6-7017-4cb0-a0a2-947792ccb3c3/2. 轻蜓光电投资建议书.pdf（第 37 页）</a:t>
            </a:r>
          </a:p>
          <a:p xmlns:a="http://schemas.openxmlformats.org/drawingml/2006/main">
            <a:r>
              <a:t>- 通过覆盖清单重建的文字、形状、连接线、图标、图表和表格均来自该页面。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de918d49fc40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b709a50e0144d2" /><Relationship Type="http://schemas.openxmlformats.org/officeDocument/2006/relationships/slideLayout" Target="/ppt/slideLayouts/slideLayout1.xml" Id="Rd9fca889a37140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fca889a37140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03b4aa3f0c4c31" /><Relationship Type="http://schemas.openxmlformats.org/officeDocument/2006/relationships/image" Target="/ppt/media/image.png" Id="R9e37bc407dd546e8" /><Relationship Type="http://schemas.openxmlformats.org/officeDocument/2006/relationships/image" Target="/ppt/media/image2.png" Id="R2b957ec17d404072" /><Relationship Type="http://schemas.openxmlformats.org/officeDocument/2006/relationships/image" Target="/ppt/media/image.svg" Id="R574a2f3d636b4c2e" /><Relationship Type="http://schemas.openxmlformats.org/officeDocument/2006/relationships/image" Target="/ppt/media/image3.png" Id="R0ed27898f58d409c" /><Relationship Type="http://schemas.openxmlformats.org/officeDocument/2006/relationships/image" Target="/ppt/media/image2.svg" Id="Ra80c4111ece44f3f" /><Relationship Type="http://schemas.openxmlformats.org/officeDocument/2006/relationships/image" Target="/ppt/media/image4.png" Id="Rbb7d922bfe3845ce" /><Relationship Type="http://schemas.openxmlformats.org/officeDocument/2006/relationships/image" Target="/ppt/media/image3.svg" Id="R36ac7581ae8f49fb" /><Relationship Type="http://schemas.openxmlformats.org/officeDocument/2006/relationships/image" Target="/ppt/media/image5.png" Id="Raebde6cb7d67416c" /><Relationship Type="http://schemas.openxmlformats.org/officeDocument/2006/relationships/image" Target="/ppt/media/image6.png" Id="Reb7b7fb13fe04de8" /><Relationship Type="http://schemas.openxmlformats.org/officeDocument/2006/relationships/image" Target="/ppt/media/image4.svg" Id="R3bc079397a254e18" /><Relationship Type="http://schemas.openxmlformats.org/officeDocument/2006/relationships/notesSlide" Target="/ppt/notesSlides/notesSlide1.xml" Id="Rff2ab89e39d341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c7c0ab1cb04edd" /><Relationship Type="http://schemas.openxmlformats.org/officeDocument/2006/relationships/image" Target="/ppt/media/image7.png" Id="Ra513ec5c5568460a" /><Relationship Type="http://schemas.openxmlformats.org/officeDocument/2006/relationships/image" Target="/ppt/media/image8.png" Id="Rcc6db0d849ba4949" /><Relationship Type="http://schemas.openxmlformats.org/officeDocument/2006/relationships/image" Target="/ppt/media/image9.png" Id="Rf323fc0e330b4fec" /><Relationship Type="http://schemas.openxmlformats.org/officeDocument/2006/relationships/notesSlide" Target="/ppt/notesSlides/notesSlide2.xml" Id="Rbff89d0cabb644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8812e6671a438d" /><Relationship Type="http://schemas.openxmlformats.org/officeDocument/2006/relationships/image" Target="/ppt/media/image10.png" Id="R0f7c2d6899774554" /><Relationship Type="http://schemas.openxmlformats.org/officeDocument/2006/relationships/image" Target="/ppt/media/image11.png" Id="Rb197374eb3864562" /><Relationship Type="http://schemas.openxmlformats.org/officeDocument/2006/relationships/image" Target="/ppt/media/image12.png" Id="Ref7d26fd706440ea" /><Relationship Type="http://schemas.openxmlformats.org/officeDocument/2006/relationships/image" Target="/ppt/media/image13.png" Id="Rf3622319b9f84541" /><Relationship Type="http://schemas.openxmlformats.org/officeDocument/2006/relationships/image" Target="/ppt/media/image14.png" Id="Ra10a8cce1d944829" /><Relationship Type="http://schemas.openxmlformats.org/officeDocument/2006/relationships/image" Target="/ppt/media/image5.svg" Id="R32e8e50d874949ad" /><Relationship Type="http://schemas.openxmlformats.org/officeDocument/2006/relationships/image" Target="/ppt/media/image15.png" Id="Re87dd8428afe4a5e" /><Relationship Type="http://schemas.openxmlformats.org/officeDocument/2006/relationships/image" Target="/ppt/media/image16.png" Id="Rfa982d20a3b048f4" /><Relationship Type="http://schemas.openxmlformats.org/officeDocument/2006/relationships/image" Target="/ppt/media/image17.png" Id="R125c5859436b4f2c" /><Relationship Type="http://schemas.openxmlformats.org/officeDocument/2006/relationships/image" Target="/ppt/media/image6.svg" Id="Rbc109a2e84984678" /><Relationship Type="http://schemas.openxmlformats.org/officeDocument/2006/relationships/image" Target="/ppt/media/image18.png" Id="Re13d49f719394665" /><Relationship Type="http://schemas.openxmlformats.org/officeDocument/2006/relationships/image" Target="/ppt/media/image7.svg" Id="Rd34fbf4392da41c5" /><Relationship Type="http://schemas.openxmlformats.org/officeDocument/2006/relationships/image" Target="/ppt/media/image19.png" Id="R5696b85d70ac45cb" /><Relationship Type="http://schemas.openxmlformats.org/officeDocument/2006/relationships/image" Target="/ppt/media/image8.svg" Id="Rf8d32d47275b4919" /><Relationship Type="http://schemas.openxmlformats.org/officeDocument/2006/relationships/image" Target="/ppt/media/image20.png" Id="Rce2d29f8b11a47ee" /><Relationship Type="http://schemas.openxmlformats.org/officeDocument/2006/relationships/image" Target="/ppt/media/image9.svg" Id="Reb6504e653364c7d" /><Relationship Type="http://schemas.openxmlformats.org/officeDocument/2006/relationships/image" Target="/ppt/media/image21.png" Id="R3cb4f6cdf5424319" /><Relationship Type="http://schemas.openxmlformats.org/officeDocument/2006/relationships/image" Target="/ppt/media/image10.svg" Id="R1d44bdeef5754b8b" /><Relationship Type="http://schemas.openxmlformats.org/officeDocument/2006/relationships/image" Target="/ppt/media/image22.png" Id="R515d85a668f84f16" /><Relationship Type="http://schemas.openxmlformats.org/officeDocument/2006/relationships/image" Target="/ppt/media/image11.svg" Id="R75262b1d3b4949f1" /><Relationship Type="http://schemas.openxmlformats.org/officeDocument/2006/relationships/image" Target="/ppt/media/image23.png" Id="R4aa525cf13e84c39" /><Relationship Type="http://schemas.openxmlformats.org/officeDocument/2006/relationships/notesSlide" Target="/ppt/notesSlides/notesSlide3.xml" Id="R5195bb73ebef46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752339e5fd49fe" /><Relationship Type="http://schemas.openxmlformats.org/officeDocument/2006/relationships/image" Target="/ppt/media/image24.png" Id="Rbf74224564434ad2" /><Relationship Type="http://schemas.openxmlformats.org/officeDocument/2006/relationships/image" Target="/ppt/media/image25.png" Id="R5ffee9bab3cd4f30" /><Relationship Type="http://schemas.openxmlformats.org/officeDocument/2006/relationships/image" Target="/ppt/media/image26.png" Id="R53c1c6cec8844726" /><Relationship Type="http://schemas.openxmlformats.org/officeDocument/2006/relationships/image" Target="/ppt/media/image27.png" Id="R7e928f89164e466d" /><Relationship Type="http://schemas.openxmlformats.org/officeDocument/2006/relationships/image" Target="/ppt/media/image12.svg" Id="Re66c2676f7e44588" /><Relationship Type="http://schemas.openxmlformats.org/officeDocument/2006/relationships/image" Target="/ppt/media/image28.png" Id="R8334227832194bf9" /><Relationship Type="http://schemas.openxmlformats.org/officeDocument/2006/relationships/image" Target="/ppt/media/image29.png" Id="R55e814cf19594990" /><Relationship Type="http://schemas.openxmlformats.org/officeDocument/2006/relationships/image" Target="/ppt/media/image30.png" Id="Rdb0f40c4c68c473d" /><Relationship Type="http://schemas.openxmlformats.org/officeDocument/2006/relationships/image" Target="/ppt/media/image31.png" Id="R8bc6575675a64b03" /><Relationship Type="http://schemas.openxmlformats.org/officeDocument/2006/relationships/image" Target="/ppt/media/image32.png" Id="R1594c78b80a84a37" /><Relationship Type="http://schemas.openxmlformats.org/officeDocument/2006/relationships/image" Target="/ppt/media/image33.png" Id="R47d3c44850b14e58" /><Relationship Type="http://schemas.openxmlformats.org/officeDocument/2006/relationships/image" Target="/ppt/media/image34.png" Id="Recbaf07fa2ce4d61" /><Relationship Type="http://schemas.openxmlformats.org/officeDocument/2006/relationships/notesSlide" Target="/ppt/notesSlides/notesSlide4.xml" Id="R95f7eaadd22545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cf1131e48a47d0" /><Relationship Type="http://schemas.openxmlformats.org/officeDocument/2006/relationships/image" Target="/ppt/media/image35.png" Id="R53dbec01ed7744f4" /><Relationship Type="http://schemas.openxmlformats.org/officeDocument/2006/relationships/image" Target="/ppt/media/image36.png" Id="R68de56401e0b4dfe" /><Relationship Type="http://schemas.openxmlformats.org/officeDocument/2006/relationships/image" Target="/ppt/media/image13.svg" Id="R172d12d21bea4212" /><Relationship Type="http://schemas.openxmlformats.org/officeDocument/2006/relationships/image" Target="/ppt/media/image37.png" Id="R93c89724e1724568" /><Relationship Type="http://schemas.openxmlformats.org/officeDocument/2006/relationships/image" Target="/ppt/media/image14.svg" Id="R7653fd47228f4faa" /><Relationship Type="http://schemas.openxmlformats.org/officeDocument/2006/relationships/image" Target="/ppt/media/image38.png" Id="R98f3c4734ae5451a" /><Relationship Type="http://schemas.openxmlformats.org/officeDocument/2006/relationships/image" Target="/ppt/media/image15.svg" Id="Rc73b9cfa22b54bfc" /><Relationship Type="http://schemas.openxmlformats.org/officeDocument/2006/relationships/image" Target="/ppt/media/image39.png" Id="Rfc96357674714e0f" /><Relationship Type="http://schemas.openxmlformats.org/officeDocument/2006/relationships/image" Target="/ppt/media/image16.svg" Id="R35cdce84ef5d4555" /><Relationship Type="http://schemas.openxmlformats.org/officeDocument/2006/relationships/image" Target="/ppt/media/image40.png" Id="R7c854dfdc9064307" /><Relationship Type="http://schemas.openxmlformats.org/officeDocument/2006/relationships/image" Target="/ppt/media/image17.svg" Id="R6ea40635819b4ebe" /><Relationship Type="http://schemas.openxmlformats.org/officeDocument/2006/relationships/image" Target="/ppt/media/image41.png" Id="R46242a5b6e8d43d1" /><Relationship Type="http://schemas.openxmlformats.org/officeDocument/2006/relationships/image" Target="/ppt/media/image18.svg" Id="R29614c336b2b45c0" /><Relationship Type="http://schemas.openxmlformats.org/officeDocument/2006/relationships/image" Target="/ppt/media/image42.png" Id="R5835de2bd5854229" /><Relationship Type="http://schemas.openxmlformats.org/officeDocument/2006/relationships/image" Target="/ppt/media/image43.png" Id="R4af837f8d8564142" /><Relationship Type="http://schemas.openxmlformats.org/officeDocument/2006/relationships/image" Target="/ppt/media/image44.png" Id="R790cd06cf8e64b5b" /><Relationship Type="http://schemas.openxmlformats.org/officeDocument/2006/relationships/notesSlide" Target="/ppt/notesSlides/notesSlide5.xml" Id="R7c44dc81b5e340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c49667b6ec47df" /><Relationship Type="http://schemas.openxmlformats.org/officeDocument/2006/relationships/image" Target="/ppt/media/image45.png" Id="R26b61e8970fa4891" /><Relationship Type="http://schemas.openxmlformats.org/officeDocument/2006/relationships/image" Target="/ppt/media/image46.png" Id="R53d8e341ffa04db8" /><Relationship Type="http://schemas.openxmlformats.org/officeDocument/2006/relationships/image" Target="/ppt/media/image47.png" Id="Rd27f96a22c634b67" /><Relationship Type="http://schemas.openxmlformats.org/officeDocument/2006/relationships/notesSlide" Target="/ppt/notesSlides/notesSlide6.xml" Id="R5d64d17a2e5146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abaa04dfa848df" /><Relationship Type="http://schemas.openxmlformats.org/officeDocument/2006/relationships/image" Target="/ppt/media/image48.png" Id="Ra085ec990f5a4bae" /><Relationship Type="http://schemas.openxmlformats.org/officeDocument/2006/relationships/image" Target="/ppt/media/image49.png" Id="Rb333b2f264a243b8" /><Relationship Type="http://schemas.openxmlformats.org/officeDocument/2006/relationships/image" Target="/ppt/media/image50.png" Id="Rae2bd62c2a7548f2" /><Relationship Type="http://schemas.openxmlformats.org/officeDocument/2006/relationships/image" Target="/ppt/media/image51.png" Id="Rd625c4933f2a4886" /><Relationship Type="http://schemas.openxmlformats.org/officeDocument/2006/relationships/image" Target="/ppt/media/image52.png" Id="R359c85b8520249e0" /><Relationship Type="http://schemas.openxmlformats.org/officeDocument/2006/relationships/image" Target="/ppt/media/image53.png" Id="R6e6ee2b48d654ac9" /><Relationship Type="http://schemas.openxmlformats.org/officeDocument/2006/relationships/image" Target="/ppt/media/image54.png" Id="R39aed5ac6cfc4635" /><Relationship Type="http://schemas.openxmlformats.org/officeDocument/2006/relationships/image" Target="/ppt/media/image55.png" Id="R45aeef311adf408b" /><Relationship Type="http://schemas.openxmlformats.org/officeDocument/2006/relationships/image" Target="/ppt/media/image56.png" Id="Reedc115b5975468b" /><Relationship Type="http://schemas.openxmlformats.org/officeDocument/2006/relationships/image" Target="/ppt/media/image57.png" Id="Ree8f187a48ca4016" /><Relationship Type="http://schemas.openxmlformats.org/officeDocument/2006/relationships/image" Target="/ppt/media/image58.png" Id="Rba22733579254a01" /><Relationship Type="http://schemas.openxmlformats.org/officeDocument/2006/relationships/image" Target="/ppt/media/image59.png" Id="R50c42024a13b4f62" /><Relationship Type="http://schemas.openxmlformats.org/officeDocument/2006/relationships/image" Target="/ppt/media/image60.png" Id="R49ffcb8d54294a9c" /><Relationship Type="http://schemas.openxmlformats.org/officeDocument/2006/relationships/image" Target="/ppt/media/image61.png" Id="Rc77ad8d9d6d44aca" /><Relationship Type="http://schemas.openxmlformats.org/officeDocument/2006/relationships/image" Target="/ppt/media/image62.png" Id="Rf1e60ec5bf494f9e" /><Relationship Type="http://schemas.openxmlformats.org/officeDocument/2006/relationships/image" Target="/ppt/media/image63.png" Id="Rb32908f8e1564e6d" /><Relationship Type="http://schemas.openxmlformats.org/officeDocument/2006/relationships/image" Target="/ppt/media/image64.png" Id="R8839d341301142b5" /><Relationship Type="http://schemas.openxmlformats.org/officeDocument/2006/relationships/image" Target="/ppt/media/image65.png" Id="Rdeb9aad0a4204371" /><Relationship Type="http://schemas.openxmlformats.org/officeDocument/2006/relationships/image" Target="/ppt/media/image66.png" Id="R6944a83fd8cd4911" /><Relationship Type="http://schemas.openxmlformats.org/officeDocument/2006/relationships/image" Target="/ppt/media/image67.png" Id="R10f9b8e34a85453d" /><Relationship Type="http://schemas.openxmlformats.org/officeDocument/2006/relationships/image" Target="/ppt/media/image68.png" Id="R9d58428e6a8741ed" /><Relationship Type="http://schemas.openxmlformats.org/officeDocument/2006/relationships/image" Target="/ppt/media/image19.svg" Id="R47eea0d4720b46e8" /><Relationship Type="http://schemas.openxmlformats.org/officeDocument/2006/relationships/image" Target="/ppt/media/image69.png" Id="Rbad97253c03a4a15" /><Relationship Type="http://schemas.openxmlformats.org/officeDocument/2006/relationships/image" Target="/ppt/media/image70.png" Id="Rfd757a1138bb4326" /><Relationship Type="http://schemas.openxmlformats.org/officeDocument/2006/relationships/notesSlide" Target="/ppt/notesSlides/notesSlide7.xml" Id="R51a211bef6b14f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3ca70187834716" /><Relationship Type="http://schemas.openxmlformats.org/officeDocument/2006/relationships/image" Target="/ppt/media/image71.png" Id="Rbd100b5eea794112" /><Relationship Type="http://schemas.openxmlformats.org/officeDocument/2006/relationships/image" Target="/ppt/media/image72.png" Id="R2b61e4d91395455b" /><Relationship Type="http://schemas.openxmlformats.org/officeDocument/2006/relationships/image" Target="/ppt/media/image73.png" Id="R0c0aac9579524709" /><Relationship Type="http://schemas.openxmlformats.org/officeDocument/2006/relationships/image" Target="/ppt/media/image20.svg" Id="Rb245ecd3cdf24ed7" /><Relationship Type="http://schemas.openxmlformats.org/officeDocument/2006/relationships/image" Target="/ppt/media/image74.png" Id="Rdc81088730d44687" /><Relationship Type="http://schemas.openxmlformats.org/officeDocument/2006/relationships/image" Target="/ppt/media/image75.png" Id="R44053be362a34ddb" /><Relationship Type="http://schemas.openxmlformats.org/officeDocument/2006/relationships/image" Target="/ppt/media/image21.svg" Id="Rc3d96f9af9cf4dda" /><Relationship Type="http://schemas.openxmlformats.org/officeDocument/2006/relationships/image" Target="/ppt/media/image76.png" Id="R47cc690febbb41c5" /><Relationship Type="http://schemas.openxmlformats.org/officeDocument/2006/relationships/image" Target="/ppt/media/image77.png" Id="R17289b7fd0d5461b" /><Relationship Type="http://schemas.openxmlformats.org/officeDocument/2006/relationships/image" Target="/ppt/media/image22.svg" Id="R943892337a2f4d7a" /><Relationship Type="http://schemas.openxmlformats.org/officeDocument/2006/relationships/image" Target="/ppt/media/image78.png" Id="R09871941c6ea45ee" /><Relationship Type="http://schemas.openxmlformats.org/officeDocument/2006/relationships/image" Target="/ppt/media/image79.png" Id="Rf3f283e208a6438a" /><Relationship Type="http://schemas.openxmlformats.org/officeDocument/2006/relationships/image" Target="/ppt/media/image80.png" Id="Rc675cae69a754120" /><Relationship Type="http://schemas.openxmlformats.org/officeDocument/2006/relationships/image" Target="/ppt/media/image23.svg" Id="Re818fb7d869f4b82" /><Relationship Type="http://schemas.openxmlformats.org/officeDocument/2006/relationships/image" Target="/ppt/media/image81.png" Id="R3c583e7d1933429a" /><Relationship Type="http://schemas.openxmlformats.org/officeDocument/2006/relationships/image" Target="/ppt/media/image82.png" Id="Rc03cf9ff5529488e" /><Relationship Type="http://schemas.openxmlformats.org/officeDocument/2006/relationships/image" Target="/ppt/media/image24.svg" Id="R9ad6ae2106064abf" /><Relationship Type="http://schemas.openxmlformats.org/officeDocument/2006/relationships/image" Target="/ppt/media/image83.png" Id="Rad5f4276b8104b7e" /><Relationship Type="http://schemas.openxmlformats.org/officeDocument/2006/relationships/image" Target="/ppt/media/image84.png" Id="R2dc52bfe9b7a4b58" /><Relationship Type="http://schemas.openxmlformats.org/officeDocument/2006/relationships/image" Target="/ppt/media/image25.svg" Id="R71619609acd14c45" /><Relationship Type="http://schemas.openxmlformats.org/officeDocument/2006/relationships/image" Target="/ppt/media/image85.png" Id="R98fe8e515bd14caf" /><Relationship Type="http://schemas.openxmlformats.org/officeDocument/2006/relationships/image" Target="/ppt/media/image86.png" Id="Rc01132f4944b459c" /><Relationship Type="http://schemas.openxmlformats.org/officeDocument/2006/relationships/image" Target="/ppt/media/image26.svg" Id="R00c02a2841984be1" /><Relationship Type="http://schemas.openxmlformats.org/officeDocument/2006/relationships/image" Target="/ppt/media/image87.png" Id="Re872682c7a1d4b7d" /><Relationship Type="http://schemas.openxmlformats.org/officeDocument/2006/relationships/notesSlide" Target="/ppt/notesSlides/notesSlide8.xml" Id="R29f6c02ec67846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e2eb19c1664070" /><Relationship Type="http://schemas.openxmlformats.org/officeDocument/2006/relationships/image" Target="/ppt/media/image88.png" Id="Reb8faf362f194d75" /><Relationship Type="http://schemas.openxmlformats.org/officeDocument/2006/relationships/image" Target="/ppt/media/image89.png" Id="R3fdf5b0c840a478c" /><Relationship Type="http://schemas.openxmlformats.org/officeDocument/2006/relationships/image" Target="/ppt/media/image90.png" Id="Rb98c13ea23e94718" /><Relationship Type="http://schemas.openxmlformats.org/officeDocument/2006/relationships/notesSlide" Target="/ppt/notesSlides/notesSlide9.xml" Id="R221e975953354d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5000bbb7e94b64" /><Relationship Type="http://schemas.openxmlformats.org/officeDocument/2006/relationships/image" Target="/ppt/media/image91.png" Id="R4c05c6d3b5c5456b" /><Relationship Type="http://schemas.openxmlformats.org/officeDocument/2006/relationships/image" Target="/ppt/media/image92.png" Id="R1379f9f1954f419d" /><Relationship Type="http://schemas.openxmlformats.org/officeDocument/2006/relationships/image" Target="/ppt/media/image93.png" Id="Rac679f6ae82b4294" /><Relationship Type="http://schemas.openxmlformats.org/officeDocument/2006/relationships/image" Target="/ppt/media/image94.png" Id="R20d481938a4546d5" /><Relationship Type="http://schemas.openxmlformats.org/officeDocument/2006/relationships/image" Target="/ppt/media/image95.png" Id="Ra454a899186b42fd" /><Relationship Type="http://schemas.openxmlformats.org/officeDocument/2006/relationships/image" Target="/ppt/media/image96.png" Id="Rfea0d469383d480f" /><Relationship Type="http://schemas.openxmlformats.org/officeDocument/2006/relationships/image" Target="/ppt/media/image97.png" Id="R715ff0234b804809" /><Relationship Type="http://schemas.openxmlformats.org/officeDocument/2006/relationships/image" Target="/ppt/media/image98.png" Id="Ra4013c7763b94e26" /><Relationship Type="http://schemas.openxmlformats.org/officeDocument/2006/relationships/image" Target="/ppt/media/image99.png" Id="Re18821cd6a6646a2" /><Relationship Type="http://schemas.openxmlformats.org/officeDocument/2006/relationships/image" Target="/ppt/media/image100.png" Id="Rbc0935bcec014bc3" /><Relationship Type="http://schemas.openxmlformats.org/officeDocument/2006/relationships/image" Target="/ppt/media/image101.png" Id="Raf0d8cada4184173" /><Relationship Type="http://schemas.openxmlformats.org/officeDocument/2006/relationships/image" Target="/ppt/media/image102.png" Id="R30cf33ee9da5447f" /><Relationship Type="http://schemas.openxmlformats.org/officeDocument/2006/relationships/image" Target="/ppt/media/image103.png" Id="Rac64f9fd90104610" /><Relationship Type="http://schemas.openxmlformats.org/officeDocument/2006/relationships/image" Target="/ppt/media/image104.png" Id="R66826fabd5a04443" /><Relationship Type="http://schemas.openxmlformats.org/officeDocument/2006/relationships/image" Target="/ppt/media/image105.png" Id="Rf1ac96f63e344ca5" /><Relationship Type="http://schemas.openxmlformats.org/officeDocument/2006/relationships/image" Target="/ppt/media/image106.png" Id="R76697dd77ae04f4e" /><Relationship Type="http://schemas.openxmlformats.org/officeDocument/2006/relationships/image" Target="/ppt/media/image107.png" Id="Rc324986522db474f" /><Relationship Type="http://schemas.openxmlformats.org/officeDocument/2006/relationships/image" Target="/ppt/media/image108.png" Id="Rda711db79ff1489e" /><Relationship Type="http://schemas.openxmlformats.org/officeDocument/2006/relationships/image" Target="/ppt/media/image109.png" Id="Ra351230333bc4993" /><Relationship Type="http://schemas.openxmlformats.org/officeDocument/2006/relationships/image" Target="/ppt/media/image110.png" Id="Rc51fc792d62b4949" /><Relationship Type="http://schemas.openxmlformats.org/officeDocument/2006/relationships/image" Target="/ppt/media/image111.png" Id="R8a4a4c1634ff48e8" /><Relationship Type="http://schemas.openxmlformats.org/officeDocument/2006/relationships/image" Target="/ppt/media/image112.png" Id="R34d2cafe13df4819" /><Relationship Type="http://schemas.openxmlformats.org/officeDocument/2006/relationships/image" Target="/ppt/media/image113.png" Id="R242adeb272c04ff5" /><Relationship Type="http://schemas.openxmlformats.org/officeDocument/2006/relationships/image" Target="/ppt/media/image114.png" Id="R17ea6d63d5dd4b88" /><Relationship Type="http://schemas.openxmlformats.org/officeDocument/2006/relationships/image" Target="/ppt/media/image115.png" Id="R49a4431804694a3f" /><Relationship Type="http://schemas.openxmlformats.org/officeDocument/2006/relationships/image" Target="/ppt/media/image116.png" Id="R7c8cc2f52ea44007" /><Relationship Type="http://schemas.openxmlformats.org/officeDocument/2006/relationships/image" Target="/ppt/media/image117.png" Id="Rf23b613698f74b8f" /><Relationship Type="http://schemas.openxmlformats.org/officeDocument/2006/relationships/image" Target="/ppt/media/image118.png" Id="R1067ed72a7a54bfc" /><Relationship Type="http://schemas.openxmlformats.org/officeDocument/2006/relationships/image" Target="/ppt/media/image119.png" Id="R21f4f270066643ce" /><Relationship Type="http://schemas.openxmlformats.org/officeDocument/2006/relationships/image" Target="/ppt/media/image120.png" Id="R072e2c569f854b56" /><Relationship Type="http://schemas.openxmlformats.org/officeDocument/2006/relationships/notesSlide" Target="/ppt/notesSlides/notesSlide10.xml" Id="R1a6327786bba49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dbdd79b11f4b80" /><Relationship Type="http://schemas.openxmlformats.org/officeDocument/2006/relationships/image" Target="/ppt/media/image121.png" Id="R9decd7f63f444e58" /><Relationship Type="http://schemas.openxmlformats.org/officeDocument/2006/relationships/image" Target="/ppt/media/image122.png" Id="R7771fcea2c6a4d1d" /><Relationship Type="http://schemas.openxmlformats.org/officeDocument/2006/relationships/image" Target="/ppt/media/image123.png" Id="Rdc0870c352b144d4" /><Relationship Type="http://schemas.openxmlformats.org/officeDocument/2006/relationships/image" Target="/ppt/media/image124.png" Id="Ra969f020df61456d" /><Relationship Type="http://schemas.openxmlformats.org/officeDocument/2006/relationships/image" Target="/ppt/media/image125.png" Id="Rd321dcdf22e54f87" /><Relationship Type="http://schemas.openxmlformats.org/officeDocument/2006/relationships/image" Target="/ppt/media/image126.png" Id="Rda593478c57646a1" /><Relationship Type="http://schemas.openxmlformats.org/officeDocument/2006/relationships/image" Target="/ppt/media/image127.png" Id="Rfd60673f89a34512" /><Relationship Type="http://schemas.openxmlformats.org/officeDocument/2006/relationships/notesSlide" Target="/ppt/notesSlides/notesSlide11.xml" Id="R035fa9cb3c6d49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03480050be406d" /><Relationship Type="http://schemas.openxmlformats.org/officeDocument/2006/relationships/image" Target="/ppt/media/image128.png" Id="R46b33c585f4944c1" /><Relationship Type="http://schemas.openxmlformats.org/officeDocument/2006/relationships/image" Target="/ppt/media/image129.png" Id="Rfc53bdffc6d549e3" /><Relationship Type="http://schemas.openxmlformats.org/officeDocument/2006/relationships/image" Target="/ppt/media/image130.png" Id="R6f648e5c975847df" /><Relationship Type="http://schemas.openxmlformats.org/officeDocument/2006/relationships/image" Target="/ppt/media/image131.png" Id="R95ed50c02cff4daf" /><Relationship Type="http://schemas.openxmlformats.org/officeDocument/2006/relationships/image" Target="/ppt/media/image132.png" Id="Rd3bd1347cde946fb" /><Relationship Type="http://schemas.openxmlformats.org/officeDocument/2006/relationships/image" Target="/ppt/media/image133.png" Id="R9dfebe09abf145dd" /><Relationship Type="http://schemas.openxmlformats.org/officeDocument/2006/relationships/image" Target="/ppt/media/image134.png" Id="R18484c36ce384a58" /><Relationship Type="http://schemas.openxmlformats.org/officeDocument/2006/relationships/image" Target="/ppt/media/image135.png" Id="Rd82df26409d549a1" /><Relationship Type="http://schemas.openxmlformats.org/officeDocument/2006/relationships/notesSlide" Target="/ppt/notesSlides/notesSlide12.xml" Id="Rca312aacb2564d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7037b814cf4901" /><Relationship Type="http://schemas.openxmlformats.org/officeDocument/2006/relationships/image" Target="/ppt/media/image136.png" Id="R95574a60e56f4c88" /><Relationship Type="http://schemas.openxmlformats.org/officeDocument/2006/relationships/image" Target="/ppt/media/image137.png" Id="R7d23d34cd63a4d64" /><Relationship Type="http://schemas.openxmlformats.org/officeDocument/2006/relationships/image" Target="/ppt/media/image138.png" Id="Rbae76b73d6494070" /><Relationship Type="http://schemas.openxmlformats.org/officeDocument/2006/relationships/image" Target="/ppt/media/image139.png" Id="R6901d7c26491477e" /><Relationship Type="http://schemas.openxmlformats.org/officeDocument/2006/relationships/image" Target="/ppt/media/image140.png" Id="R9357203972b8433a" /><Relationship Type="http://schemas.openxmlformats.org/officeDocument/2006/relationships/image" Target="/ppt/media/image141.png" Id="Rf91e6d186efe4ac7" /><Relationship Type="http://schemas.openxmlformats.org/officeDocument/2006/relationships/image" Target="/ppt/media/image142.png" Id="Rb3242ed7de794c12" /><Relationship Type="http://schemas.openxmlformats.org/officeDocument/2006/relationships/image" Target="/ppt/media/image143.png" Id="R0d25e04173394d03" /><Relationship Type="http://schemas.openxmlformats.org/officeDocument/2006/relationships/image" Target="/ppt/media/image144.png" Id="R57368147dfce4b78" /><Relationship Type="http://schemas.openxmlformats.org/officeDocument/2006/relationships/notesSlide" Target="/ppt/notesSlides/notesSlide13.xml" Id="Ra17f616962ff44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7ee8413bc04856" /><Relationship Type="http://schemas.openxmlformats.org/officeDocument/2006/relationships/image" Target="/ppt/media/image145.png" Id="Rf82dad495ad74eb6" /><Relationship Type="http://schemas.openxmlformats.org/officeDocument/2006/relationships/image" Target="/ppt/media/image146.png" Id="R80e1ef295445417a" /><Relationship Type="http://schemas.openxmlformats.org/officeDocument/2006/relationships/image" Target="/ppt/media/image147.png" Id="Re70f3a9e2be8485e" /><Relationship Type="http://schemas.openxmlformats.org/officeDocument/2006/relationships/image" Target="/ppt/media/image148.png" Id="R77b181e9328d4576" /><Relationship Type="http://schemas.openxmlformats.org/officeDocument/2006/relationships/image" Target="/ppt/media/image149.png" Id="R5d549164ee6741af" /><Relationship Type="http://schemas.openxmlformats.org/officeDocument/2006/relationships/image" Target="/ppt/media/image150.png" Id="Re07503997b004c55" /><Relationship Type="http://schemas.openxmlformats.org/officeDocument/2006/relationships/notesSlide" Target="/ppt/notesSlides/notesSlide14.xml" Id="Rf2bd14d8cd134e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a70f6e0a3fb442b" /><Relationship Type="http://schemas.openxmlformats.org/officeDocument/2006/relationships/image" Target="/ppt/media/image151.png" Id="R2d23067f3e2e42e4" /><Relationship Type="http://schemas.openxmlformats.org/officeDocument/2006/relationships/image" Target="/ppt/media/image152.png" Id="R958842833d624c96" /><Relationship Type="http://schemas.openxmlformats.org/officeDocument/2006/relationships/image" Target="/ppt/media/image153.png" Id="R2caa4d953dd84741" /><Relationship Type="http://schemas.openxmlformats.org/officeDocument/2006/relationships/image" Target="/ppt/media/image27.svg" Id="Rbd80f0fa7c3c419f" /><Relationship Type="http://schemas.openxmlformats.org/officeDocument/2006/relationships/image" Target="/ppt/media/image154.png" Id="R071654295eee4099" /><Relationship Type="http://schemas.openxmlformats.org/officeDocument/2006/relationships/image" Target="/ppt/media/image28.svg" Id="R12c9595d3a034fa3" /><Relationship Type="http://schemas.openxmlformats.org/officeDocument/2006/relationships/image" Target="/ppt/media/image155.png" Id="R8804e2e4a28b4fbd" /><Relationship Type="http://schemas.openxmlformats.org/officeDocument/2006/relationships/image" Target="/ppt/media/image29.svg" Id="Raa1a7fa36aa04533" /><Relationship Type="http://schemas.openxmlformats.org/officeDocument/2006/relationships/image" Target="/ppt/media/image156.png" Id="Rcd510a82c04641e3" /><Relationship Type="http://schemas.openxmlformats.org/officeDocument/2006/relationships/image" Target="/ppt/media/image30.svg" Id="R106fa87ccf6a4fa2" /><Relationship Type="http://schemas.openxmlformats.org/officeDocument/2006/relationships/image" Target="/ppt/media/image157.png" Id="R4b1804f7e9e74580" /><Relationship Type="http://schemas.openxmlformats.org/officeDocument/2006/relationships/image" Target="/ppt/media/image31.svg" Id="R2912a36c54094af1" /><Relationship Type="http://schemas.openxmlformats.org/officeDocument/2006/relationships/image" Target="/ppt/media/image158.png" Id="R4afd9127843b495a" /><Relationship Type="http://schemas.openxmlformats.org/officeDocument/2006/relationships/image" Target="/ppt/media/image32.svg" Id="R766ae28fe6c643d1" /><Relationship Type="http://schemas.openxmlformats.org/officeDocument/2006/relationships/image" Target="/ppt/media/image159.png" Id="R987ec3ed268a47e2" /><Relationship Type="http://schemas.openxmlformats.org/officeDocument/2006/relationships/image" Target="/ppt/media/image160.png" Id="R0f5506742d584972" /><Relationship Type="http://schemas.openxmlformats.org/officeDocument/2006/relationships/image" Target="/ppt/media/image161.png" Id="Ra9f1395c5efe46b1" /><Relationship Type="http://schemas.openxmlformats.org/officeDocument/2006/relationships/image" Target="/ppt/media/image162.png" Id="R0c34169fcd604d6b" /><Relationship Type="http://schemas.openxmlformats.org/officeDocument/2006/relationships/image" Target="/ppt/media/image163.png" Id="R10d9d09221d245d1" /><Relationship Type="http://schemas.openxmlformats.org/officeDocument/2006/relationships/image" Target="/ppt/media/image164.png" Id="R882cbc1ec497440c" /><Relationship Type="http://schemas.openxmlformats.org/officeDocument/2006/relationships/image" Target="/ppt/media/image165.png" Id="Rabfe40be6c214b92" /><Relationship Type="http://schemas.openxmlformats.org/officeDocument/2006/relationships/image" Target="/ppt/media/image166.png" Id="R0c2a2d111e914b94" /><Relationship Type="http://schemas.openxmlformats.org/officeDocument/2006/relationships/notesSlide" Target="/ppt/notesSlides/notesSlide15.xml" Id="R6ec50eec21384e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a21033237ab40ca" /><Relationship Type="http://schemas.openxmlformats.org/officeDocument/2006/relationships/image" Target="/ppt/media/image167.png" Id="R6d5398b160d843ea" /><Relationship Type="http://schemas.openxmlformats.org/officeDocument/2006/relationships/image" Target="/ppt/media/image168.png" Id="R4426c5faee954648" /><Relationship Type="http://schemas.openxmlformats.org/officeDocument/2006/relationships/image" Target="/ppt/media/image169.png" Id="R189b5f800be04f76" /><Relationship Type="http://schemas.openxmlformats.org/officeDocument/2006/relationships/image" Target="/ppt/media/image170.png" Id="R6830d8219ea94127" /><Relationship Type="http://schemas.openxmlformats.org/officeDocument/2006/relationships/image" Target="/ppt/media/image171.png" Id="R2d36f3ba2c2d4b45" /><Relationship Type="http://schemas.openxmlformats.org/officeDocument/2006/relationships/image" Target="/ppt/media/image172.png" Id="R80df1d7203574d80" /><Relationship Type="http://schemas.openxmlformats.org/officeDocument/2006/relationships/image" Target="/ppt/media/image173.png" Id="Rc90c0fa57d604717" /><Relationship Type="http://schemas.openxmlformats.org/officeDocument/2006/relationships/image" Target="/ppt/media/image174.png" Id="R8669365f4ef744f1" /><Relationship Type="http://schemas.openxmlformats.org/officeDocument/2006/relationships/image" Target="/ppt/media/image175.png" Id="R1519982aec1d4fee" /><Relationship Type="http://schemas.openxmlformats.org/officeDocument/2006/relationships/image" Target="/ppt/media/image176.png" Id="Rc5a96c8f40df4f29" /><Relationship Type="http://schemas.openxmlformats.org/officeDocument/2006/relationships/image" Target="/ppt/media/image177.png" Id="R763d888d4b9f4233" /><Relationship Type="http://schemas.openxmlformats.org/officeDocument/2006/relationships/image" Target="/ppt/media/image178.png" Id="R53158699421c4ba2" /><Relationship Type="http://schemas.openxmlformats.org/officeDocument/2006/relationships/image" Target="/ppt/media/image179.png" Id="Re07f4589c54942fe" /><Relationship Type="http://schemas.openxmlformats.org/officeDocument/2006/relationships/image" Target="/ppt/media/image180.png" Id="Rf56769d4c7574e0d" /><Relationship Type="http://schemas.openxmlformats.org/officeDocument/2006/relationships/image" Target="/ppt/media/image181.png" Id="Rcd6ce656ad3947a5" /><Relationship Type="http://schemas.openxmlformats.org/officeDocument/2006/relationships/image" Target="/ppt/media/image182.png" Id="Ra5a39b8845e04882" /><Relationship Type="http://schemas.openxmlformats.org/officeDocument/2006/relationships/notesSlide" Target="/ppt/notesSlides/notesSlide16.xml" Id="R3f8c52a14e7e40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4965e595da4a75" /><Relationship Type="http://schemas.openxmlformats.org/officeDocument/2006/relationships/image" Target="/ppt/media/image183.png" Id="Rc9eeb41f65e84507" /><Relationship Type="http://schemas.openxmlformats.org/officeDocument/2006/relationships/image" Target="/ppt/media/image184.png" Id="Rafc4a597eb12400e" /><Relationship Type="http://schemas.openxmlformats.org/officeDocument/2006/relationships/image" Target="/ppt/media/image185.png" Id="Rddf612baf8114661" /><Relationship Type="http://schemas.openxmlformats.org/officeDocument/2006/relationships/image" Target="/ppt/media/image186.png" Id="R2bc8ece988a1498b" /><Relationship Type="http://schemas.openxmlformats.org/officeDocument/2006/relationships/image" Target="/ppt/media/image187.png" Id="R1e566b019f74472d" /><Relationship Type="http://schemas.openxmlformats.org/officeDocument/2006/relationships/image" Target="/ppt/media/image188.png" Id="R4c01283e182149ae" /><Relationship Type="http://schemas.openxmlformats.org/officeDocument/2006/relationships/image" Target="/ppt/media/image189.png" Id="R7285536deb774a91" /><Relationship Type="http://schemas.openxmlformats.org/officeDocument/2006/relationships/image" Target="/ppt/media/image33.svg" Id="Rc8a1f525fe5343de" /><Relationship Type="http://schemas.openxmlformats.org/officeDocument/2006/relationships/image" Target="/ppt/media/image190.png" Id="R5ff6e8dee82a4486" /><Relationship Type="http://schemas.openxmlformats.org/officeDocument/2006/relationships/image" Target="/ppt/media/image34.svg" Id="R5bf004429ea84de1" /><Relationship Type="http://schemas.openxmlformats.org/officeDocument/2006/relationships/image" Target="/ppt/media/image191.png" Id="R460f48394d284178" /><Relationship Type="http://schemas.openxmlformats.org/officeDocument/2006/relationships/image" Target="/ppt/media/image35.svg" Id="Rf6b62c8d3253451f" /><Relationship Type="http://schemas.openxmlformats.org/officeDocument/2006/relationships/image" Target="/ppt/media/image192.png" Id="R29635a8aa4b74c4a" /><Relationship Type="http://schemas.openxmlformats.org/officeDocument/2006/relationships/image" Target="/ppt/media/image193.png" Id="R1d64bfeccfe840cc" /><Relationship Type="http://schemas.openxmlformats.org/officeDocument/2006/relationships/image" Target="/ppt/media/image194.png" Id="Rffe69d58c09b4445" /><Relationship Type="http://schemas.openxmlformats.org/officeDocument/2006/relationships/image" Target="/ppt/media/image195.png" Id="R0d18c24265af4af9" /><Relationship Type="http://schemas.openxmlformats.org/officeDocument/2006/relationships/image" Target="/ppt/media/image196.png" Id="R01a1d5fbe03740bc" /><Relationship Type="http://schemas.openxmlformats.org/officeDocument/2006/relationships/image" Target="/ppt/media/image197.png" Id="R24623f6b300d4ed5" /><Relationship Type="http://schemas.openxmlformats.org/officeDocument/2006/relationships/image" Target="/ppt/media/image198.png" Id="Rc8b515a5aa4c4b81" /><Relationship Type="http://schemas.openxmlformats.org/officeDocument/2006/relationships/image" Target="/ppt/media/image199.png" Id="Rbd9a7b2ad04f4f41" /><Relationship Type="http://schemas.openxmlformats.org/officeDocument/2006/relationships/image" Target="/ppt/media/image200.png" Id="Ra9533620b0f0422b" /><Relationship Type="http://schemas.openxmlformats.org/officeDocument/2006/relationships/image" Target="/ppt/media/image36.svg" Id="R0a2978a59aae4dc2" /><Relationship Type="http://schemas.openxmlformats.org/officeDocument/2006/relationships/image" Target="/ppt/media/image201.png" Id="R49a007a0b45a4896" /><Relationship Type="http://schemas.openxmlformats.org/officeDocument/2006/relationships/image" Target="/ppt/media/image202.png" Id="Rc3df30a2153e40a9" /><Relationship Type="http://schemas.openxmlformats.org/officeDocument/2006/relationships/image" Target="/ppt/media/image203.png" Id="R11db3796cda141a0" /><Relationship Type="http://schemas.openxmlformats.org/officeDocument/2006/relationships/image" Target="/ppt/media/image204.png" Id="R537ab2b5d0a9426f" /><Relationship Type="http://schemas.openxmlformats.org/officeDocument/2006/relationships/notesSlide" Target="/ppt/notesSlides/notesSlide17.xml" Id="R8c0d414947cc44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e96e2fc52744262" /><Relationship Type="http://schemas.openxmlformats.org/officeDocument/2006/relationships/image" Target="/ppt/media/image205.png" Id="R9ea66195b89a4b68" /><Relationship Type="http://schemas.openxmlformats.org/officeDocument/2006/relationships/image" Target="/ppt/media/image206.png" Id="R69b1b165822041ae" /><Relationship Type="http://schemas.openxmlformats.org/officeDocument/2006/relationships/image" Target="/ppt/media/image207.png" Id="R5acc0e5ff646444c" /><Relationship Type="http://schemas.openxmlformats.org/officeDocument/2006/relationships/image" Target="/ppt/media/image208.png" Id="Rc3e2505865314a9d" /><Relationship Type="http://schemas.openxmlformats.org/officeDocument/2006/relationships/image" Target="/ppt/media/image209.png" Id="Rf371123129df486e" /><Relationship Type="http://schemas.openxmlformats.org/officeDocument/2006/relationships/image" Target="/ppt/media/image210.png" Id="Rddaff4758ecc4057" /><Relationship Type="http://schemas.openxmlformats.org/officeDocument/2006/relationships/image" Target="/ppt/media/image211.png" Id="Rf489cf46eed44de4" /><Relationship Type="http://schemas.openxmlformats.org/officeDocument/2006/relationships/image" Target="/ppt/media/image37.svg" Id="R6200de1f4d07437a" /><Relationship Type="http://schemas.openxmlformats.org/officeDocument/2006/relationships/image" Target="/ppt/media/image212.png" Id="R52b43894fd254af1" /><Relationship Type="http://schemas.openxmlformats.org/officeDocument/2006/relationships/image" Target="/ppt/media/image38.svg" Id="R178ef44e8cd14056" /><Relationship Type="http://schemas.openxmlformats.org/officeDocument/2006/relationships/image" Target="/ppt/media/image213.png" Id="Rf255ce4493524dc5" /><Relationship Type="http://schemas.openxmlformats.org/officeDocument/2006/relationships/image" Target="/ppt/media/image39.svg" Id="R44c09aeec7ff45da" /><Relationship Type="http://schemas.openxmlformats.org/officeDocument/2006/relationships/image" Target="/ppt/media/image214.png" Id="Rbc42323056cd471b" /><Relationship Type="http://schemas.openxmlformats.org/officeDocument/2006/relationships/image" Target="/ppt/media/image40.svg" Id="R92507c86caa84a92" /><Relationship Type="http://schemas.openxmlformats.org/officeDocument/2006/relationships/image" Target="/ppt/media/image215.png" Id="Rf97dce89e5e245dc" /><Relationship Type="http://schemas.openxmlformats.org/officeDocument/2006/relationships/image" Target="/ppt/media/image41.svg" Id="R7c034a10092a4732" /><Relationship Type="http://schemas.openxmlformats.org/officeDocument/2006/relationships/image" Target="/ppt/media/image216.png" Id="R37584859106142f6" /><Relationship Type="http://schemas.openxmlformats.org/officeDocument/2006/relationships/image" Target="/ppt/media/image42.svg" Id="R9d21905da1604b2f" /><Relationship Type="http://schemas.openxmlformats.org/officeDocument/2006/relationships/image" Target="/ppt/media/image217.png" Id="R1c045a4d8bcf4555" /><Relationship Type="http://schemas.openxmlformats.org/officeDocument/2006/relationships/image" Target="/ppt/media/image43.svg" Id="Ra8e21458b1124833" /><Relationship Type="http://schemas.openxmlformats.org/officeDocument/2006/relationships/image" Target="/ppt/media/image218.png" Id="R367ac59fd7d64526" /><Relationship Type="http://schemas.openxmlformats.org/officeDocument/2006/relationships/image" Target="/ppt/media/image44.svg" Id="R46261aed956b42e7" /><Relationship Type="http://schemas.openxmlformats.org/officeDocument/2006/relationships/notesSlide" Target="/ppt/notesSlides/notesSlide18.xml" Id="Ra67a1b0068aa4e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72a63bc29534e1a" /><Relationship Type="http://schemas.openxmlformats.org/officeDocument/2006/relationships/image" Target="/ppt/media/image219.png" Id="Rd53643871e7445f4" /><Relationship Type="http://schemas.openxmlformats.org/officeDocument/2006/relationships/image" Target="/ppt/media/image220.png" Id="Rb417ab44fb8c4b65" /><Relationship Type="http://schemas.openxmlformats.org/officeDocument/2006/relationships/image" Target="/ppt/media/image221.png" Id="Rcdcd25ebce114970" /><Relationship Type="http://schemas.openxmlformats.org/officeDocument/2006/relationships/image" Target="/ppt/media/image222.png" Id="R188c0b54285f4f7c" /><Relationship Type="http://schemas.openxmlformats.org/officeDocument/2006/relationships/image" Target="/ppt/media/image223.png" Id="Rc3588e61ea4345e8" /><Relationship Type="http://schemas.openxmlformats.org/officeDocument/2006/relationships/image" Target="/ppt/media/image224.png" Id="R682787b64e6f481f" /><Relationship Type="http://schemas.openxmlformats.org/officeDocument/2006/relationships/image" Target="/ppt/media/image225.png" Id="Rbb712d003c2d44a2" /><Relationship Type="http://schemas.openxmlformats.org/officeDocument/2006/relationships/image" Target="/ppt/media/image226.png" Id="R0f4cab3a45a5427e" /><Relationship Type="http://schemas.openxmlformats.org/officeDocument/2006/relationships/image" Target="/ppt/media/image227.png" Id="Rca2bcc0d50cb4c07" /><Relationship Type="http://schemas.openxmlformats.org/officeDocument/2006/relationships/image" Target="/ppt/media/image228.png" Id="Ra4766e4be04344b5" /><Relationship Type="http://schemas.openxmlformats.org/officeDocument/2006/relationships/image" Target="/ppt/media/image229.png" Id="R5798910215944def" /><Relationship Type="http://schemas.openxmlformats.org/officeDocument/2006/relationships/image" Target="/ppt/media/image230.png" Id="R7492852091624512" /><Relationship Type="http://schemas.openxmlformats.org/officeDocument/2006/relationships/image" Target="/ppt/media/image231.png" Id="R2def3092f5444234" /><Relationship Type="http://schemas.openxmlformats.org/officeDocument/2006/relationships/image" Target="/ppt/media/image232.png" Id="R4036e2f4aff747d4" /><Relationship Type="http://schemas.openxmlformats.org/officeDocument/2006/relationships/image" Target="/ppt/media/image233.png" Id="Rdaaa28a4f9964de6" /><Relationship Type="http://schemas.openxmlformats.org/officeDocument/2006/relationships/image" Target="/ppt/media/image234.png" Id="R95a33697ed954cde" /><Relationship Type="http://schemas.openxmlformats.org/officeDocument/2006/relationships/image" Target="/ppt/media/image235.png" Id="R8441ae0bb1284900" /><Relationship Type="http://schemas.openxmlformats.org/officeDocument/2006/relationships/notesSlide" Target="/ppt/notesSlides/notesSlide19.xml" Id="R1dc95114ae6f4ef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bcec08b8604816" /><Relationship Type="http://schemas.openxmlformats.org/officeDocument/2006/relationships/image" Target="/ppt/media/image236.png" Id="R53694c3cc9a64896" /><Relationship Type="http://schemas.openxmlformats.org/officeDocument/2006/relationships/image" Target="/ppt/media/image237.png" Id="R5679127814244fd3" /><Relationship Type="http://schemas.openxmlformats.org/officeDocument/2006/relationships/image" Target="/ppt/media/image238.png" Id="Rccb01f80e03f49f4" /><Relationship Type="http://schemas.openxmlformats.org/officeDocument/2006/relationships/image" Target="/ppt/media/image45.svg" Id="R0e752a9847a74d2f" /><Relationship Type="http://schemas.openxmlformats.org/officeDocument/2006/relationships/image" Target="/ppt/media/image239.png" Id="Rd702e8d4eee64949" /><Relationship Type="http://schemas.openxmlformats.org/officeDocument/2006/relationships/image" Target="/ppt/media/image240.png" Id="R20aac31b8e0e47ec" /><Relationship Type="http://schemas.openxmlformats.org/officeDocument/2006/relationships/image" Target="/ppt/media/image46.svg" Id="R026abdcdbd52491d" /><Relationship Type="http://schemas.openxmlformats.org/officeDocument/2006/relationships/image" Target="/ppt/media/image241.png" Id="R34e656f773474427" /><Relationship Type="http://schemas.openxmlformats.org/officeDocument/2006/relationships/image" Target="/ppt/media/image242.png" Id="R21fd7925e210400c" /><Relationship Type="http://schemas.openxmlformats.org/officeDocument/2006/relationships/image" Target="/ppt/media/image47.svg" Id="R4d7ae787be994054" /><Relationship Type="http://schemas.openxmlformats.org/officeDocument/2006/relationships/image" Target="/ppt/media/image243.png" Id="R30184e49238b40d2" /><Relationship Type="http://schemas.openxmlformats.org/officeDocument/2006/relationships/image" Target="/ppt/media/image244.png" Id="Rd62523db23334512" /><Relationship Type="http://schemas.openxmlformats.org/officeDocument/2006/relationships/image" Target="/ppt/media/image48.svg" Id="Rd2e2dd1e39c741aa" /><Relationship Type="http://schemas.openxmlformats.org/officeDocument/2006/relationships/image" Target="/ppt/media/image245.png" Id="R1d675dd54b1e44a0" /><Relationship Type="http://schemas.openxmlformats.org/officeDocument/2006/relationships/image" Target="/ppt/media/image246.png" Id="R863a02150f854e37" /><Relationship Type="http://schemas.openxmlformats.org/officeDocument/2006/relationships/image" Target="/ppt/media/image247.png" Id="Rcebfdaaf3af24bb4" /><Relationship Type="http://schemas.openxmlformats.org/officeDocument/2006/relationships/image" Target="/ppt/media/image248.png" Id="R8a316ec081bc4367" /><Relationship Type="http://schemas.openxmlformats.org/officeDocument/2006/relationships/image" Target="/ppt/media/image249.png" Id="R4d623fec86924b35" /><Relationship Type="http://schemas.openxmlformats.org/officeDocument/2006/relationships/image" Target="/ppt/media/image250.png" Id="Ra512e58f581548f9" /><Relationship Type="http://schemas.openxmlformats.org/officeDocument/2006/relationships/image" Target="/ppt/media/image251.png" Id="Rc178202539a24010" /><Relationship Type="http://schemas.openxmlformats.org/officeDocument/2006/relationships/image" Target="/ppt/media/image252.png" Id="Reb2c0199727b43f1" /><Relationship Type="http://schemas.openxmlformats.org/officeDocument/2006/relationships/image" Target="/ppt/media/image253.png" Id="Rc6418586648047e5" /><Relationship Type="http://schemas.openxmlformats.org/officeDocument/2006/relationships/image" Target="/ppt/media/image254.png" Id="R8ca07a13eafb4ba4" /><Relationship Type="http://schemas.openxmlformats.org/officeDocument/2006/relationships/image" Target="/ppt/media/image255.png" Id="R0fe968b1cb134944" /><Relationship Type="http://schemas.openxmlformats.org/officeDocument/2006/relationships/image" Target="/ppt/media/image256.png" Id="Rc32c8e9e951843e9" /><Relationship Type="http://schemas.openxmlformats.org/officeDocument/2006/relationships/image" Target="/ppt/media/image257.png" Id="R00f98d594b5b4ef8" /><Relationship Type="http://schemas.openxmlformats.org/officeDocument/2006/relationships/image" Target="/ppt/media/image258.png" Id="R4ec99f70221944ee" /><Relationship Type="http://schemas.openxmlformats.org/officeDocument/2006/relationships/image" Target="/ppt/media/image259.png" Id="R0f3d3a4af61c4aeb" /><Relationship Type="http://schemas.openxmlformats.org/officeDocument/2006/relationships/image" Target="/ppt/media/image260.png" Id="Re59c40fe35df4cc7" /><Relationship Type="http://schemas.openxmlformats.org/officeDocument/2006/relationships/image" Target="/ppt/media/image261.png" Id="R079c70264c8a4471" /><Relationship Type="http://schemas.openxmlformats.org/officeDocument/2006/relationships/image" Target="/ppt/media/image262.png" Id="Rf0ef59e98c15461d" /><Relationship Type="http://schemas.openxmlformats.org/officeDocument/2006/relationships/image" Target="/ppt/media/image263.png" Id="Rf88285f0048e4d97" /><Relationship Type="http://schemas.openxmlformats.org/officeDocument/2006/relationships/image" Target="/ppt/media/image264.png" Id="Rd7cca756aa9e49c5" /><Relationship Type="http://schemas.openxmlformats.org/officeDocument/2006/relationships/image" Target="/ppt/media/image265.png" Id="R3ca9d002995448cf" /><Relationship Type="http://schemas.openxmlformats.org/officeDocument/2006/relationships/notesSlide" Target="/ppt/notesSlides/notesSlide20.xml" Id="R5b38e5022b3e491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38bf3883d72432a" /><Relationship Type="http://schemas.openxmlformats.org/officeDocument/2006/relationships/image" Target="/ppt/media/image266.png" Id="R66f96ca30cc5411d" /><Relationship Type="http://schemas.openxmlformats.org/officeDocument/2006/relationships/image" Target="/ppt/media/image49.svg" Id="R88c476dafab9423b" /><Relationship Type="http://schemas.openxmlformats.org/officeDocument/2006/relationships/image" Target="/ppt/media/image267.png" Id="Rd802c3de291e4eb9" /><Relationship Type="http://schemas.openxmlformats.org/officeDocument/2006/relationships/image" Target="/ppt/media/image50.svg" Id="R59cf1933c22e4d66" /><Relationship Type="http://schemas.openxmlformats.org/officeDocument/2006/relationships/image" Target="/ppt/media/image268.png" Id="R49a88f97f0bd4a79" /><Relationship Type="http://schemas.openxmlformats.org/officeDocument/2006/relationships/image" Target="/ppt/media/image51.svg" Id="Rd8e1c71e41f2453b" /><Relationship Type="http://schemas.openxmlformats.org/officeDocument/2006/relationships/image" Target="/ppt/media/image269.png" Id="R049479e2957f4593" /><Relationship Type="http://schemas.openxmlformats.org/officeDocument/2006/relationships/image" Target="/ppt/media/image52.svg" Id="R280bc4de0b334517" /><Relationship Type="http://schemas.openxmlformats.org/officeDocument/2006/relationships/image" Target="/ppt/media/image270.png" Id="R87e2b8796cc745b7" /><Relationship Type="http://schemas.openxmlformats.org/officeDocument/2006/relationships/notesSlide" Target="/ppt/notesSlides/notesSlide21.xml" Id="Rfab94dda7a1f423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a8e3edb581c47a1" /><Relationship Type="http://schemas.openxmlformats.org/officeDocument/2006/relationships/image" Target="/ppt/media/image271.png" Id="R54c49f178da14d66" /><Relationship Type="http://schemas.openxmlformats.org/officeDocument/2006/relationships/image" Target="/ppt/media/image53.svg" Id="Rfed7476e73fa42e8" /><Relationship Type="http://schemas.openxmlformats.org/officeDocument/2006/relationships/image" Target="/ppt/media/image272.png" Id="Rda306ee39fe945c4" /><Relationship Type="http://schemas.openxmlformats.org/officeDocument/2006/relationships/image" Target="/ppt/media/image54.svg" Id="R0d1c0c58e69a4946" /><Relationship Type="http://schemas.openxmlformats.org/officeDocument/2006/relationships/image" Target="/ppt/media/image273.png" Id="R4f40ec9c36c84f3e" /><Relationship Type="http://schemas.openxmlformats.org/officeDocument/2006/relationships/image" Target="/ppt/media/image55.svg" Id="R55b45a477d0f4aed" /><Relationship Type="http://schemas.openxmlformats.org/officeDocument/2006/relationships/image" Target="/ppt/media/image274.png" Id="R61bd8b64b90f4d80" /><Relationship Type="http://schemas.openxmlformats.org/officeDocument/2006/relationships/image" Target="/ppt/media/image56.svg" Id="Rbe62dd2ed7ef487f" /><Relationship Type="http://schemas.openxmlformats.org/officeDocument/2006/relationships/image" Target="/ppt/media/image275.png" Id="R1a3eb2d14e574de9" /><Relationship Type="http://schemas.openxmlformats.org/officeDocument/2006/relationships/notesSlide" Target="/ppt/notesSlides/notesSlide22.xml" Id="R451a41c866a444b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81a4f317216446d" /><Relationship Type="http://schemas.openxmlformats.org/officeDocument/2006/relationships/image" Target="/ppt/media/image276.png" Id="Rd6cf02c6aa344b3c" /><Relationship Type="http://schemas.openxmlformats.org/officeDocument/2006/relationships/image" Target="/ppt/media/image57.svg" Id="Re8e09cf57b7a4590" /><Relationship Type="http://schemas.openxmlformats.org/officeDocument/2006/relationships/image" Target="/ppt/media/image277.png" Id="R983dedd561d44a3d" /><Relationship Type="http://schemas.openxmlformats.org/officeDocument/2006/relationships/image" Target="/ppt/media/image58.svg" Id="R1721348a1ca84ab4" /><Relationship Type="http://schemas.openxmlformats.org/officeDocument/2006/relationships/image" Target="/ppt/media/image278.png" Id="R155a49c2fc3a40f9" /><Relationship Type="http://schemas.openxmlformats.org/officeDocument/2006/relationships/image" Target="/ppt/media/image59.svg" Id="R1e9943ea3fe34ee7" /><Relationship Type="http://schemas.openxmlformats.org/officeDocument/2006/relationships/image" Target="/ppt/media/image279.png" Id="Re12d68e3c0a746cc" /><Relationship Type="http://schemas.openxmlformats.org/officeDocument/2006/relationships/image" Target="/ppt/media/image60.svg" Id="Rfe7524df5d3845e8" /><Relationship Type="http://schemas.openxmlformats.org/officeDocument/2006/relationships/image" Target="/ppt/media/image280.png" Id="R2bda82cf748b4de1" /><Relationship Type="http://schemas.openxmlformats.org/officeDocument/2006/relationships/notesSlide" Target="/ppt/notesSlides/notesSlide23.xml" Id="Rf35d8bee4011454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d7ef0ff315047cd" /><Relationship Type="http://schemas.openxmlformats.org/officeDocument/2006/relationships/image" Target="/ppt/media/image281.png" Id="Rcd7059986cd54e1d" /><Relationship Type="http://schemas.openxmlformats.org/officeDocument/2006/relationships/image" Target="/ppt/media/image61.svg" Id="Rba7d5c900d7b485f" /><Relationship Type="http://schemas.openxmlformats.org/officeDocument/2006/relationships/image" Target="/ppt/media/image282.png" Id="R293cd91cfcca408d" /><Relationship Type="http://schemas.openxmlformats.org/officeDocument/2006/relationships/image" Target="/ppt/media/image62.svg" Id="Rbce9a09f21cb4a9a" /><Relationship Type="http://schemas.openxmlformats.org/officeDocument/2006/relationships/image" Target="/ppt/media/image283.png" Id="Rb4c83d9b2f6a4d13" /><Relationship Type="http://schemas.openxmlformats.org/officeDocument/2006/relationships/image" Target="/ppt/media/image63.svg" Id="R1bdd5fc92ef54bb7" /><Relationship Type="http://schemas.openxmlformats.org/officeDocument/2006/relationships/image" Target="/ppt/media/image284.png" Id="Rd80e74d4e3cc4c12" /><Relationship Type="http://schemas.openxmlformats.org/officeDocument/2006/relationships/image" Target="/ppt/media/image64.svg" Id="R87bf84107856410a" /><Relationship Type="http://schemas.openxmlformats.org/officeDocument/2006/relationships/image" Target="/ppt/media/image285.png" Id="R7decd6bc784f4e0f" /><Relationship Type="http://schemas.openxmlformats.org/officeDocument/2006/relationships/notesSlide" Target="/ppt/notesSlides/notesSlide24.xml" Id="R185a53ad98e644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e301d3b99b940e7" /><Relationship Type="http://schemas.openxmlformats.org/officeDocument/2006/relationships/image" Target="/ppt/media/image286.png" Id="Rc7efc1cb520948fb" /><Relationship Type="http://schemas.openxmlformats.org/officeDocument/2006/relationships/image" Target="/ppt/media/image287.png" Id="R6113b13954a646a7" /><Relationship Type="http://schemas.openxmlformats.org/officeDocument/2006/relationships/image" Target="/ppt/media/image288.png" Id="Ra3eb5a76a6064d41" /><Relationship Type="http://schemas.openxmlformats.org/officeDocument/2006/relationships/notesSlide" Target="/ppt/notesSlides/notesSlide25.xml" Id="Rcb9ff84f287841e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f36c805bc1c41e8" /><Relationship Type="http://schemas.openxmlformats.org/officeDocument/2006/relationships/image" Target="/ppt/media/image289.png" Id="Rf0721d9ff0ce47cb" /><Relationship Type="http://schemas.openxmlformats.org/officeDocument/2006/relationships/notesSlide" Target="/ppt/notesSlides/notesSlide26.xml" Id="R15b56cce985a4a8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854abe2d77646f2" /><Relationship Type="http://schemas.openxmlformats.org/officeDocument/2006/relationships/image" Target="/ppt/media/image290.png" Id="Rbccf15d556c34c9b" /><Relationship Type="http://schemas.openxmlformats.org/officeDocument/2006/relationships/notesSlide" Target="/ppt/notesSlides/notesSlide27.xml" Id="R2ec0790bd1c5415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8180e3f39ba4425" /><Relationship Type="http://schemas.openxmlformats.org/officeDocument/2006/relationships/image" Target="/ppt/media/image291.png" Id="R91ec23e9df44455c" /><Relationship Type="http://schemas.openxmlformats.org/officeDocument/2006/relationships/image" Target="/ppt/media/image292.png" Id="R4e0c76f0bf1d4ecf" /><Relationship Type="http://schemas.openxmlformats.org/officeDocument/2006/relationships/image" Target="/ppt/media/image293.png" Id="R44654b8477fb43b7" /><Relationship Type="http://schemas.openxmlformats.org/officeDocument/2006/relationships/image" Target="/ppt/media/image294.png" Id="R9ec80403757d4878" /><Relationship Type="http://schemas.openxmlformats.org/officeDocument/2006/relationships/notesSlide" Target="/ppt/notesSlides/notesSlide28.xml" Id="Rac08a4de3370451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d8c85fcaefe4aa0" /><Relationship Type="http://schemas.openxmlformats.org/officeDocument/2006/relationships/image" Target="/ppt/media/image295.png" Id="R4bae8e73db274e91" /><Relationship Type="http://schemas.openxmlformats.org/officeDocument/2006/relationships/image" Target="/ppt/media/image296.png" Id="Ra4e6bb24bc7f4bbc" /><Relationship Type="http://schemas.openxmlformats.org/officeDocument/2006/relationships/image" Target="/ppt/media/image297.png" Id="Ree40961eb0154c83" /><Relationship Type="http://schemas.openxmlformats.org/officeDocument/2006/relationships/notesSlide" Target="/ppt/notesSlides/notesSlide29.xml" Id="R9c25dcc200924d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fd886dba3244fa7" /><Relationship Type="http://schemas.openxmlformats.org/officeDocument/2006/relationships/image" Target="/ppt/media/image298.png" Id="R089d717df2e2491f" /><Relationship Type="http://schemas.openxmlformats.org/officeDocument/2006/relationships/notesSlide" Target="/ppt/notesSlides/notesSlide30.xml" Id="R0265e1fc988d4d6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2d5c32a8884476e" /><Relationship Type="http://schemas.openxmlformats.org/officeDocument/2006/relationships/image" Target="/ppt/media/image299.png" Id="R46be2176fe90499b" /><Relationship Type="http://schemas.openxmlformats.org/officeDocument/2006/relationships/image" Target="/ppt/media/image300.png" Id="R026e936eb4c94ac8" /><Relationship Type="http://schemas.openxmlformats.org/officeDocument/2006/relationships/image" Target="/ppt/media/image301.png" Id="R0836a0d5843b42ac" /><Relationship Type="http://schemas.openxmlformats.org/officeDocument/2006/relationships/notesSlide" Target="/ppt/notesSlides/notesSlide31.xml" Id="R4b5eb95b85274f0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9817702dbba4ef9" /><Relationship Type="http://schemas.openxmlformats.org/officeDocument/2006/relationships/image" Target="/ppt/media/image302.png" Id="Rd7692d1c1d8f41cc" /><Relationship Type="http://schemas.openxmlformats.org/officeDocument/2006/relationships/image" Target="/ppt/media/image303.png" Id="R187b5339220e4114" /><Relationship Type="http://schemas.openxmlformats.org/officeDocument/2006/relationships/image" Target="/ppt/media/image304.png" Id="R88a5158cc8bb438c" /><Relationship Type="http://schemas.openxmlformats.org/officeDocument/2006/relationships/image" Target="/ppt/media/image305.png" Id="Rfc2af73a50684744" /><Relationship Type="http://schemas.openxmlformats.org/officeDocument/2006/relationships/image" Target="/ppt/media/image306.png" Id="Rc9e535d02c6b47f4" /><Relationship Type="http://schemas.openxmlformats.org/officeDocument/2006/relationships/image" Target="/ppt/media/image307.png" Id="R730400c37c434c1f" /><Relationship Type="http://schemas.openxmlformats.org/officeDocument/2006/relationships/image" Target="/ppt/media/image308.png" Id="Rb3c9d964005448e3" /><Relationship Type="http://schemas.openxmlformats.org/officeDocument/2006/relationships/image" Target="/ppt/media/image309.png" Id="Rd0fa2ea76fb049c4" /><Relationship Type="http://schemas.openxmlformats.org/officeDocument/2006/relationships/image" Target="/ppt/media/image310.png" Id="R6d6d7b0899ac4325" /><Relationship Type="http://schemas.openxmlformats.org/officeDocument/2006/relationships/notesSlide" Target="/ppt/notesSlides/notesSlide32.xml" Id="R6e39724b40e04e4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8839edf767b49aa" /><Relationship Type="http://schemas.openxmlformats.org/officeDocument/2006/relationships/image" Target="/ppt/media/image311.png" Id="R42e808bbc57c4096" /><Relationship Type="http://schemas.openxmlformats.org/officeDocument/2006/relationships/notesSlide" Target="/ppt/notesSlides/notesSlide33.xml" Id="R8757866c08fd46f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2d632fd925649b8" /><Relationship Type="http://schemas.openxmlformats.org/officeDocument/2006/relationships/image" Target="/ppt/media/image312.png" Id="Rc4e022a7e5b74b64" /><Relationship Type="http://schemas.openxmlformats.org/officeDocument/2006/relationships/image" Target="/ppt/media/image313.png" Id="Rc27e06c3660c4198" /><Relationship Type="http://schemas.openxmlformats.org/officeDocument/2006/relationships/image" Target="/ppt/media/image314.png" Id="R765a6952ae9b4cd5" /><Relationship Type="http://schemas.openxmlformats.org/officeDocument/2006/relationships/image" Target="/ppt/media/image315.png" Id="Rad68bf1083b74104" /><Relationship Type="http://schemas.openxmlformats.org/officeDocument/2006/relationships/image" Target="/ppt/media/image316.png" Id="R5a9e2f0716de4f8c" /><Relationship Type="http://schemas.openxmlformats.org/officeDocument/2006/relationships/image" Target="/ppt/media/image317.png" Id="Rb85aac089cd74388" /><Relationship Type="http://schemas.openxmlformats.org/officeDocument/2006/relationships/image" Target="/ppt/media/image318.png" Id="Rd3b9728cfa88477d" /><Relationship Type="http://schemas.openxmlformats.org/officeDocument/2006/relationships/image" Target="/ppt/media/image65.svg" Id="R8009a41060ce458d" /><Relationship Type="http://schemas.openxmlformats.org/officeDocument/2006/relationships/image" Target="/ppt/media/image319.png" Id="Rc158799f0d274f44" /><Relationship Type="http://schemas.openxmlformats.org/officeDocument/2006/relationships/image" Target="/ppt/media/image320.png" Id="R718a47799729433c" /><Relationship Type="http://schemas.openxmlformats.org/officeDocument/2006/relationships/image" Target="/ppt/media/image66.svg" Id="Rb6501090bd814b68" /><Relationship Type="http://schemas.openxmlformats.org/officeDocument/2006/relationships/image" Target="/ppt/media/image321.png" Id="R54b806ccaaaf4d06" /><Relationship Type="http://schemas.openxmlformats.org/officeDocument/2006/relationships/image" Target="/ppt/media/image322.png" Id="R5f5e22d31f5e47fe" /><Relationship Type="http://schemas.openxmlformats.org/officeDocument/2006/relationships/image" Target="/ppt/media/image67.svg" Id="Rf7292e4d6fda457d" /><Relationship Type="http://schemas.openxmlformats.org/officeDocument/2006/relationships/image" Target="/ppt/media/image323.png" Id="R5facee403cae4720" /><Relationship Type="http://schemas.openxmlformats.org/officeDocument/2006/relationships/image" Target="/ppt/media/image324.png" Id="R756b4bae84f34114" /><Relationship Type="http://schemas.openxmlformats.org/officeDocument/2006/relationships/image" Target="/ppt/media/image68.svg" Id="Rfde6af479a1849a2" /><Relationship Type="http://schemas.openxmlformats.org/officeDocument/2006/relationships/notesSlide" Target="/ppt/notesSlides/notesSlide34.xml" Id="Rfc9c73fed8e843a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d6665cc879442e7" /><Relationship Type="http://schemas.openxmlformats.org/officeDocument/2006/relationships/image" Target="/ppt/media/image325.png" Id="R40b2eaa6f1f942ed" /><Relationship Type="http://schemas.openxmlformats.org/officeDocument/2006/relationships/notesSlide" Target="/ppt/notesSlides/notesSlide35.xml" Id="Re90008443a8e4dc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37b6b393edc4fef" /><Relationship Type="http://schemas.openxmlformats.org/officeDocument/2006/relationships/image" Target="/ppt/media/image326.png" Id="R96ac3c4dec414f49" /><Relationship Type="http://schemas.openxmlformats.org/officeDocument/2006/relationships/image" Target="/ppt/media/image69.svg" Id="R6a8f1336ef22440d" /><Relationship Type="http://schemas.openxmlformats.org/officeDocument/2006/relationships/image" Target="/ppt/media/image327.png" Id="Ra74866af4e484e85" /><Relationship Type="http://schemas.openxmlformats.org/officeDocument/2006/relationships/notesSlide" Target="/ppt/notesSlides/notesSlide36.xml" Id="Rf7e262c096c34e5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3333960735c41c5" /><Relationship Type="http://schemas.openxmlformats.org/officeDocument/2006/relationships/notesSlide" Target="/ppt/notesSlides/notesSlide37.xml" Id="R73a24368ddc44e46" /></Relationships>
</file>

<file path=ppt/slides/slide1.xml><?xml version="1.0" encoding="utf-8"?>
<p:sld xmlns:a="http://schemas.openxmlformats.org/drawingml/2006/main" xmlns:ns3="http://schemas.microsoft.com/office/drawing/2016/SVG/main" xmlns:ns4="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10" name=""/>
          <p:cNvPicPr>
            <a:picLocks noChangeAspect="1"/>
          </p:cNvPicPr>
          <p:nvPr/>
        </p:nvPicPr>
        <p:blipFill>
          <a:blip r:embed="R9e37bc407dd546e8"/>
          <a:srcRect l="0" t="6887" r="0" b="6887"/>
          <a:stretch>
            <a:fillRect l="0" t="0" r="0" b="0"/>
          </a:stretch>
        </p:blipFill>
        <p:spPr>
          <a:xfrm>
            <a:off x="0" y="0"/>
            <a:ext cx="12191999" cy="6857999"/>
          </a:xfrm>
          <a:prstGeom prst="rect">
            <a:avLst/>
          </a:prstGeom>
        </p:spPr>
      </p:pic>
      <p:pic>
        <p:nvPicPr>
          <p:cNvPr id="11" name=""/>
          <p:cNvPicPr>
            <a:picLocks noChangeAspect="1"/>
          </p:cNvPicPr>
          <p:nvPr/>
        </p:nvPicPr>
        <p:blipFill>
          <a:blip r:embed="R2b957ec17d404072">
            <a:extLst>
              <a:ext uri="{96DAC541-7B7A-43D3-8B79-37D633B846F1}">
                <ns3:svgBlip r:embed="R574a2f3d636b4c2e"/>
              </a:ext>
            </a:extLst>
          </a:blip>
          <a:srcRect l="34358" t="1307" r="0" b="1352"/>
          <a:stretch/>
        </p:blipFill>
        <p:spPr>
          <a:xfrm>
            <a:off x="0" y="0"/>
            <a:ext cx="10644325" cy="6858000"/>
          </a:xfrm>
          <a:prstGeom prst="rect">
            <a:avLst/>
          </a:prstGeom>
        </p:spPr>
      </p:pic>
      <p:pic>
        <p:nvPicPr>
          <p:cNvPr id="12" name=""/>
          <p:cNvPicPr>
            <a:picLocks noChangeAspect="1"/>
          </p:cNvPicPr>
          <p:nvPr/>
        </p:nvPicPr>
        <p:blipFill>
          <a:blip r:embed="R0ed27898f58d409c">
            <a:extLst>
              <a:ext uri="{96DAC541-7B7A-43D3-8B79-37D633B846F1}">
                <ns3:svgBlip r:embed="Ra80c4111ece44f3f"/>
              </a:ext>
            </a:extLst>
          </a:blip>
          <a:stretch/>
        </p:blipFill>
        <p:spPr>
          <a:xfrm>
            <a:off x="1966604" y="2888156"/>
            <a:ext cx="2183638" cy="500152"/>
          </a:xfrm>
          <a:prstGeom prst="rect">
            <a:avLst/>
          </a:prstGeom>
        </p:spPr>
      </p:pic>
      <p:sp>
        <p:nvSpPr>
          <p:cNvPr id="4" name="pdf-vector-0004">
            <a:extLst>
              <a:ext uri="{FF2B5EF4-FFF2-40B4-BE49-F238E27FC236}">
                <ns4:creationId id="{8022755F-65CE-45A5-974D-C6B242E59BCC}"/>
              </a:ext>
            </a:extLst>
          </p:cNvPr>
          <p:cNvSpPr>
            <a:spLocks noGrp="1"/>
          </p:cNvSpPr>
          <p:nvPr/>
        </p:nvSpPr>
        <p:spPr>
          <a:xfrm>
            <a:off x="616685" y="3135145"/>
            <a:ext cx="1119594" cy="953"/>
          </a:xfrm>
          <a:custGeom>
            <a:pathLst>
              <a:path w="1119594" h="953">
                <a:moveTo>
                  <a:pt x="1119594" y="0"/>
                </a:moveTo>
                <a:lnTo>
                  <a:pt x="0" y="0"/>
                </a:lnTo>
              </a:path>
            </a:pathLst>
          </a:custGeom>
          <a:noFill/>
          <a:ln w="28575">
            <a:solidFill>
              <a:srgbClr val="3E3E3E"/>
            </a:solidFill>
            <a:prstDash val="solid"/>
          </a:ln>
        </p:spPr>
      </p:sp>
      <p:sp>
        <p:nvSpPr>
          <p:cNvPr id="5" name="pdf-vector-0005">
            <a:extLst>
              <a:ext uri="{FF2B5EF4-FFF2-40B4-BE49-F238E27FC236}">
                <ns4:creationId id="{32D50F9F-1A5F-460E-A5C6-F1819F072F25}"/>
              </a:ext>
            </a:extLst>
          </p:cNvPr>
          <p:cNvSpPr>
            <a:spLocks noGrp="1"/>
          </p:cNvSpPr>
          <p:nvPr/>
        </p:nvSpPr>
        <p:spPr>
          <a:xfrm>
            <a:off x="4407636" y="3135145"/>
            <a:ext cx="1119594" cy="953"/>
          </a:xfrm>
          <a:custGeom>
            <a:pathLst>
              <a:path w="1119594" h="953">
                <a:moveTo>
                  <a:pt x="1119594" y="0"/>
                </a:moveTo>
                <a:lnTo>
                  <a:pt x="0" y="0"/>
                </a:lnTo>
              </a:path>
            </a:pathLst>
          </a:custGeom>
          <a:noFill/>
          <a:ln w="28575">
            <a:solidFill>
              <a:srgbClr val="3E3E3E"/>
            </a:solidFill>
            <a:prstDash val="solid"/>
          </a:ln>
        </p:spPr>
      </p:sp>
      <p:pic>
        <p:nvPicPr>
          <p:cNvPr id="15" name=""/>
          <p:cNvPicPr>
            <a:picLocks noChangeAspect="1"/>
          </p:cNvPicPr>
          <p:nvPr/>
        </p:nvPicPr>
        <p:blipFill>
          <a:blip r:embed="Rbb7d922bfe3845ce">
            <a:extLst>
              <a:ext uri="{96DAC541-7B7A-43D3-8B79-37D633B846F1}">
                <ns3:svgBlip r:embed="R36ac7581ae8f49fb"/>
              </a:ext>
            </a:extLst>
          </a:blip>
          <a:stretch/>
        </p:blipFill>
        <p:spPr>
          <a:xfrm>
            <a:off x="16510" y="3727456"/>
            <a:ext cx="6216650" cy="467322"/>
          </a:xfrm>
          <a:prstGeom prst="rect">
            <a:avLst/>
          </a:prstGeom>
        </p:spPr>
      </p:pic>
      <p:sp>
        <p:nvSpPr>
          <p:cNvPr id="7" name="pdf-text-0007">
            <a:extLst>
              <a:ext uri="{FF2B5EF4-FFF2-40B4-BE49-F238E27FC236}">
                <ns4:creationId id="{C250B7B3-AE3C-48F4-8D03-8355305C9A67}"/>
              </a:ext>
            </a:extLst>
          </p:cNvPr>
          <p:cNvSpPr>
            <a:spLocks noGrp="1"/>
          </p:cNvSpPr>
          <p:nvPr/>
        </p:nvSpPr>
        <p:spPr>
          <a:xfrm>
            <a:off x="758412" y="3859962"/>
            <a:ext cx="4768612" cy="318135"/>
          </a:xfrm>
          <a:prstGeom prst="rect">
            <a:avLst/>
          </a:prstGeom>
          <a:noFill/>
          <a:ln w="0">
            <a:noFill/>
            <a:prstDash val="solid"/>
          </a:ln>
        </p:spPr>
        <p:txBody>
          <a:bodyPr wrap="none" lIns="0" tIns="0" rIns="0" bIns="0" anchor="t">
            <a:noAutofit/>
          </a:bodyPr>
          <a:lstStyle/>
          <a:p>
            <a:pPr algn="l">
              <a:lnSpc>
                <a:spcPct val="100000"/>
              </a:lnSpc>
              <a:buNone/>
              <a:defRPr sz="2004" b="0" i="0">
                <a:solidFill>
                  <a:srgbClr val="FFFFFF"/>
                </a:solidFill>
                <a:latin typeface="KaiTi"/>
                <a:ea typeface="KaiTi"/>
                <a:cs typeface="KaiTi"/>
              </a:defRPr>
            </a:pPr>
            <a:r>
              <a:rPr sz="2004" b="0" i="0">
                <a:solidFill>
                  <a:srgbClr val="FFFFFF"/>
                </a:solidFill>
                <a:latin typeface="KaiTi"/>
                <a:ea typeface="KaiTi"/>
                <a:cs typeface="KaiTi"/>
              </a:rPr>
              <a:t>高精度电子半导体AI+3D智能光学检测系统</a:t>
            </a:r>
          </a:p>
        </p:txBody>
      </p:sp>
      <p:pic>
        <p:nvPicPr>
          <p:cNvPr id="17" name=""/>
          <p:cNvPicPr>
            <a:picLocks noChangeAspect="1"/>
          </p:cNvPicPr>
          <p:nvPr/>
        </p:nvPicPr>
        <p:blipFill>
          <a:blip r:embed="Raebde6cb7d67416c"/>
          <a:srcRect l="305" t="0" r="305" b="0"/>
          <a:stretch>
            <a:fillRect l="0" t="0" r="0" b="0"/>
          </a:stretch>
        </p:blipFill>
        <p:spPr>
          <a:xfrm>
            <a:off x="537845" y="227965"/>
            <a:ext cx="1196975" cy="463550"/>
          </a:xfrm>
          <a:prstGeom prst="rect">
            <a:avLst/>
          </a:prstGeom>
        </p:spPr>
      </p:pic>
      <p:pic>
        <p:nvPicPr>
          <p:cNvPr id="18" name=""/>
          <p:cNvPicPr>
            <a:picLocks noChangeAspect="1"/>
          </p:cNvPicPr>
          <p:nvPr/>
        </p:nvPicPr>
        <p:blipFill>
          <a:blip r:embed="Reb7b7fb13fe04de8">
            <a:extLst>
              <a:ext uri="{96DAC541-7B7A-43D3-8B79-37D633B846F1}">
                <ns3:svgBlip r:embed="R3bc079397a254e18"/>
              </a:ext>
            </a:extLst>
          </a:blip>
          <a:stretch/>
        </p:blipFill>
        <p:spPr>
          <a:xfrm>
            <a:off x="2176787" y="4436170"/>
            <a:ext cx="1863166" cy="377139"/>
          </a:xfrm>
          <a:prstGeom prst="rect">
            <a:avLst/>
          </a:prstGeom>
        </p:spPr>
      </p:pic>
    </p:spTree>
    <p:extLst>
      <p:ext uri="{BB962C8B-B14F-4D97-AF65-F5344CB8AC3E}">
        <ns5:creationId val="2787349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df-vector-0001">
            <a:extLst xmlns:a="http://schemas.openxmlformats.org/drawingml/2006/main">
              <a:ext uri="{FF2B5EF4-FFF2-40B4-BE49-F238E27FC236}">
                <a16:creationId xmlns:a16="http://schemas.microsoft.com/office/drawing/2014/main" id="{52C351FA-8D02-4400-B5E3-3FA466A864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513ec5c5568460a"/>
          <a:srcRect xmlns:a="http://schemas.openxmlformats.org/drawingml/2006/main" l="0" t="179" r="0" b="179"/>
          <a:stretch xmlns:a="http://schemas.openxmlformats.org/drawingml/2006/main">
            <a:fillRect l="0" t="0" r="0" b="0"/>
          </a:stretch>
        </p:blipFill>
        <p:spPr>
          <a:xfrm xmlns:a="http://schemas.openxmlformats.org/drawingml/2006/main">
            <a:off x="9978765" y="245716"/>
            <a:ext cx="1756035" cy="414631"/>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0F480E8D-9588-4930-AFBF-0A17875ADE25}"/>
              </a:ext>
            </a:extLst>
          </p:cNvPr>
          <p:cNvSpPr>
            <a:spLocks xmlns:a="http://schemas.openxmlformats.org/drawingml/2006/main" noGrp="1"/>
          </p:cNvSpPr>
          <p:nvPr/>
        </p:nvSpPr>
        <p:spPr>
          <a:xfrm xmlns:a="http://schemas.openxmlformats.org/drawingml/2006/main">
            <a:off x="1130174" y="2974909"/>
            <a:ext cx="12664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70C0"/>
                </a:solidFill>
                <a:latin typeface="KaiTi"/>
                <a:ea typeface="KaiTi"/>
                <a:cs typeface="KaiTi"/>
              </a:defRPr>
            </a:pPr>
            <a:r>
              <a:rPr sz="4800" b="0" i="0">
                <a:solidFill>
                  <a:srgbClr val="0070C0"/>
                </a:solidFill>
                <a:latin typeface="KaiTi"/>
                <a:ea typeface="KaiTi"/>
                <a:cs typeface="KaiTi"/>
              </a:rPr>
              <a:t>01. </a:t>
            </a:r>
          </a:p>
        </p:txBody>
      </p:sp>
      <p:sp>
        <p:nvSpPr>
          <p:cNvPr id="4" name="pdf-text-0004">
            <a:extLst xmlns:a="http://schemas.openxmlformats.org/drawingml/2006/main">
              <a:ext uri="{FF2B5EF4-FFF2-40B4-BE49-F238E27FC236}">
                <a16:creationId xmlns:a16="http://schemas.microsoft.com/office/drawing/2014/main" id="{6F66A98F-A79A-4A29-BD82-4C236A5F4111}"/>
              </a:ext>
            </a:extLst>
          </p:cNvPr>
          <p:cNvSpPr>
            <a:spLocks xmlns:a="http://schemas.openxmlformats.org/drawingml/2006/main" noGrp="1"/>
          </p:cNvSpPr>
          <p:nvPr/>
        </p:nvSpPr>
        <p:spPr>
          <a:xfrm xmlns:a="http://schemas.openxmlformats.org/drawingml/2006/main">
            <a:off x="2361566" y="2974909"/>
            <a:ext cx="24856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0000"/>
                </a:solidFill>
                <a:latin typeface="KaiTi"/>
                <a:ea typeface="KaiTi"/>
                <a:cs typeface="KaiTi"/>
              </a:defRPr>
            </a:pPr>
            <a:r>
              <a:rPr sz="4800" b="0" i="0">
                <a:solidFill>
                  <a:srgbClr val="000000"/>
                </a:solidFill>
                <a:latin typeface="KaiTi"/>
                <a:ea typeface="KaiTi"/>
                <a:cs typeface="KaiTi"/>
              </a:rPr>
              <a:t>行业背景</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c6db0d849ba4949"/>
          <a:srcRect xmlns:a="http://schemas.openxmlformats.org/drawingml/2006/main" l="23664" t="0" r="23664" b="0"/>
          <a:stretch xmlns:a="http://schemas.openxmlformats.org/drawingml/2006/main">
            <a:fillRect l="0" t="0" r="0" b="0"/>
          </a:stretch>
        </p:blipFill>
        <p:spPr>
          <a:xfrm xmlns:a="http://schemas.openxmlformats.org/drawingml/2006/main">
            <a:off x="6654798" y="1"/>
            <a:ext cx="5537199" cy="6857999"/>
          </a:xfrm>
          <a:prstGeom xmlns:a="http://schemas.openxmlformats.org/drawingml/2006/main" prst="rect">
            <a:avLst/>
          </a:prstGeom>
        </p:spPr>
      </p:pic>
      <p:sp>
        <p:nvSpPr>
          <p:cNvPr id="6" name="pdf-vector-0006">
            <a:extLst xmlns:a="http://schemas.openxmlformats.org/drawingml/2006/main">
              <a:ext uri="{FF2B5EF4-FFF2-40B4-BE49-F238E27FC236}">
                <a16:creationId xmlns:a16="http://schemas.microsoft.com/office/drawing/2014/main" id="{11819F7F-1CA6-4454-852A-2D73F8839499}"/>
              </a:ext>
            </a:extLst>
          </p:cNvPr>
          <p:cNvSpPr>
            <a:spLocks xmlns:a="http://schemas.openxmlformats.org/drawingml/2006/main" noGrp="1"/>
          </p:cNvSpPr>
          <p:nvPr/>
        </p:nvSpPr>
        <p:spPr>
          <a:xfrm xmlns:a="http://schemas.openxmlformats.org/drawingml/2006/main">
            <a:off x="6460757" y="0"/>
            <a:ext cx="5731243" cy="6858000"/>
          </a:xfrm>
          <a:prstGeom xmlns:a="http://schemas.openxmlformats.org/drawingml/2006/main" prst="rect">
            <a:avLst/>
          </a:prstGeom>
          <a:solidFill xmlns:a="http://schemas.openxmlformats.org/drawingml/2006/main">
            <a:srgbClr val="FFFFFF">
              <a:alpha val="15000"/>
            </a:srgbClr>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323fc0e330b4fec"/>
          <a:srcRect xmlns:a="http://schemas.openxmlformats.org/drawingml/2006/main" l="305" t="0" r="305" b="0"/>
          <a:stretch xmlns:a="http://schemas.openxmlformats.org/drawingml/2006/main">
            <a:fillRect l="0" t="0" r="0" b="0"/>
          </a:stretch>
        </p:blipFill>
        <p:spPr>
          <a:xfrm xmlns:a="http://schemas.openxmlformats.org/drawingml/2006/main">
            <a:off x="8078036" y="2590800"/>
            <a:ext cx="2690726" cy="1042032"/>
          </a:xfrm>
          <a:prstGeom xmlns:a="http://schemas.openxmlformats.org/drawingml/2006/main" prst="rect">
            <a:avLst/>
          </a:prstGeom>
        </p:spPr>
      </p:pic>
    </p:spTree>
    <p:extLst>
      <p:ext uri="{BB962C8B-B14F-4D97-AF65-F5344CB8AC3E}">
        <p14:creationId xmlns:p14="http://schemas.microsoft.com/office/powerpoint/2010/main" val="14898760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0f7c2d6899774554"/>
          <a:srcRect xmlns:a="http://schemas.openxmlformats.org/drawingml/2006/main" l="0" t="0" r="0" b="0"/>
          <a:stretch xmlns:a="http://schemas.openxmlformats.org/drawingml/2006/main">
            <a:fillRect l="0" t="0" r="0" b="0"/>
          </a:stretch>
        </p:blipFill>
        <p:spPr>
          <a:xfrm xmlns:a="http://schemas.openxmlformats.org/drawingml/2006/main">
            <a:off x="285794" y="3336994"/>
            <a:ext cx="6226384" cy="2932001"/>
          </a:xfrm>
          <a:prstGeom xmlns:a="http://schemas.openxmlformats.org/drawingml/2006/main" prst="rect">
            <a:avLst/>
          </a:prstGeom>
        </p:spPr>
      </p:pic>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b197374eb3864562"/>
          <a:srcRect xmlns:a="http://schemas.openxmlformats.org/drawingml/2006/main" l="0" t="0" r="0" b="0"/>
          <a:stretch xmlns:a="http://schemas.openxmlformats.org/drawingml/2006/main">
            <a:fillRect l="0" t="0" r="0" b="0"/>
          </a:stretch>
        </p:blipFill>
        <p:spPr>
          <a:xfrm xmlns:a="http://schemas.openxmlformats.org/drawingml/2006/main">
            <a:off x="1943100" y="203200"/>
            <a:ext cx="50800" cy="508000"/>
          </a:xfrm>
          <a:prstGeom xmlns:a="http://schemas.openxmlformats.org/drawingml/2006/main" prst="rect">
            <a:avLst/>
          </a:prstGeom>
        </p:spPr>
      </p:pic>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ef7d26fd706440ea"/>
          <a:srcRect xmlns:a="http://schemas.openxmlformats.org/drawingml/2006/main" l="0" t="0" r="0" b="0"/>
          <a:stretch xmlns:a="http://schemas.openxmlformats.org/drawingml/2006/main">
            <a:fillRect l="0" t="0" r="0" b="0"/>
          </a:stretch>
        </p:blipFill>
        <p:spPr>
          <a:xfrm xmlns:a="http://schemas.openxmlformats.org/drawingml/2006/main">
            <a:off x="7683500" y="3225800"/>
            <a:ext cx="3467100" cy="609600"/>
          </a:xfrm>
          <a:prstGeom xmlns:a="http://schemas.openxmlformats.org/drawingml/2006/main" prst="rect">
            <a:avLst/>
          </a:prstGeom>
        </p:spPr>
      </p:pic>
      <p:sp>
        <p:nvSpPr>
          <p:cNvPr id="4" name="pdf-text-0004">
            <a:extLst xmlns:a="http://schemas.openxmlformats.org/drawingml/2006/main">
              <a:ext uri="{FF2B5EF4-FFF2-40B4-BE49-F238E27FC236}">
                <a16:creationId xmlns:a16="http://schemas.microsoft.com/office/drawing/2014/main" id="{1B4555E8-FAFB-4876-863D-28B130336F2C}"/>
              </a:ext>
            </a:extLst>
          </p:cNvPr>
          <p:cNvSpPr>
            <a:spLocks xmlns:a="http://schemas.openxmlformats.org/drawingml/2006/main" noGrp="1"/>
          </p:cNvSpPr>
          <p:nvPr/>
        </p:nvSpPr>
        <p:spPr>
          <a:xfrm xmlns:a="http://schemas.openxmlformats.org/drawingml/2006/main">
            <a:off x="260538" y="3762550"/>
            <a:ext cx="21732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覆盖半导体制造全流程应用</a:t>
            </a:r>
          </a:p>
        </p:txBody>
      </p:sp>
      <p:sp>
        <p:nvSpPr>
          <p:cNvPr id="5" name="pdf-text-0005">
            <a:extLst xmlns:a="http://schemas.openxmlformats.org/drawingml/2006/main">
              <a:ext uri="{FF2B5EF4-FFF2-40B4-BE49-F238E27FC236}">
                <a16:creationId xmlns:a16="http://schemas.microsoft.com/office/drawing/2014/main" id="{39696415-F287-4F43-AF1E-6F475A6030B2}"/>
              </a:ext>
            </a:extLst>
          </p:cNvPr>
          <p:cNvSpPr>
            <a:spLocks xmlns:a="http://schemas.openxmlformats.org/drawingml/2006/main" noGrp="1"/>
          </p:cNvSpPr>
          <p:nvPr/>
        </p:nvSpPr>
        <p:spPr>
          <a:xfrm xmlns:a="http://schemas.openxmlformats.org/drawingml/2006/main">
            <a:off x="409038" y="1037048"/>
            <a:ext cx="595300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半导体量检测设备是保证芯片制造良率的基石，广泛应用于集成电路前道及</a:t>
            </a:r>
          </a:p>
        </p:txBody>
      </p:sp>
      <p:sp>
        <p:nvSpPr>
          <p:cNvPr id="6" name="pdf-text-0006">
            <a:extLst xmlns:a="http://schemas.openxmlformats.org/drawingml/2006/main">
              <a:ext uri="{FF2B5EF4-FFF2-40B4-BE49-F238E27FC236}">
                <a16:creationId xmlns:a16="http://schemas.microsoft.com/office/drawing/2014/main" id="{65E4E90B-CA87-425D-ADA8-FFA3DE9C37C1}"/>
              </a:ext>
            </a:extLst>
          </p:cNvPr>
          <p:cNvSpPr>
            <a:spLocks xmlns:a="http://schemas.openxmlformats.org/drawingml/2006/main" noGrp="1"/>
          </p:cNvSpPr>
          <p:nvPr/>
        </p:nvSpPr>
        <p:spPr>
          <a:xfrm xmlns:a="http://schemas.openxmlformats.org/drawingml/2006/main">
            <a:off x="409038" y="1314496"/>
            <a:ext cx="53720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后道生产中，对保障产品良率、产品一致性、降低成本等至关重要。</a:t>
            </a:r>
          </a:p>
        </p:txBody>
      </p:sp>
      <p:sp>
        <p:nvSpPr>
          <p:cNvPr id="7" name="pdf-text-0007">
            <a:extLst xmlns:a="http://schemas.openxmlformats.org/drawingml/2006/main">
              <a:ext uri="{FF2B5EF4-FFF2-40B4-BE49-F238E27FC236}">
                <a16:creationId xmlns:a16="http://schemas.microsoft.com/office/drawing/2014/main" id="{A2813C32-01CD-4643-AEAD-48BBE9AB4B99}"/>
              </a:ext>
            </a:extLst>
          </p:cNvPr>
          <p:cNvSpPr>
            <a:spLocks xmlns:a="http://schemas.openxmlformats.org/drawingml/2006/main" noGrp="1"/>
          </p:cNvSpPr>
          <p:nvPr/>
        </p:nvSpPr>
        <p:spPr>
          <a:xfrm xmlns:a="http://schemas.openxmlformats.org/drawingml/2006/main">
            <a:off x="409038" y="1602763"/>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Arial"/>
                <a:ea typeface="Arial"/>
                <a:cs typeface="Arial"/>
              </a:defRPr>
            </a:pPr>
            <a:r>
              <a:rPr sz="1404" b="0" i="0">
                <a:solidFill>
                  <a:srgbClr val="0168B7"/>
                </a:solidFill>
                <a:latin typeface="Arial"/>
                <a:ea typeface="Arial"/>
                <a:cs typeface="Arial"/>
              </a:rPr>
              <a:t>•</a:t>
            </a:r>
          </a:p>
        </p:txBody>
      </p:sp>
      <p:sp>
        <p:nvSpPr>
          <p:cNvPr id="8" name="pdf-text-0008">
            <a:extLst xmlns:a="http://schemas.openxmlformats.org/drawingml/2006/main">
              <a:ext uri="{FF2B5EF4-FFF2-40B4-BE49-F238E27FC236}">
                <a16:creationId xmlns:a16="http://schemas.microsoft.com/office/drawing/2014/main" id="{B21DB5C9-39ED-4BED-8A9B-A7A7F8B31E90}"/>
              </a:ext>
            </a:extLst>
          </p:cNvPr>
          <p:cNvSpPr>
            <a:spLocks xmlns:a="http://schemas.openxmlformats.org/drawingml/2006/main" noGrp="1"/>
          </p:cNvSpPr>
          <p:nvPr/>
        </p:nvSpPr>
        <p:spPr>
          <a:xfrm xmlns:a="http://schemas.openxmlformats.org/drawingml/2006/main">
            <a:off x="695550" y="1591784"/>
            <a:ext cx="185013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检测设备“造得好”：</a:t>
            </a:r>
          </a:p>
        </p:txBody>
      </p:sp>
      <p:sp>
        <p:nvSpPr>
          <p:cNvPr id="9" name="pdf-text-0009">
            <a:extLst xmlns:a="http://schemas.openxmlformats.org/drawingml/2006/main">
              <a:ext uri="{FF2B5EF4-FFF2-40B4-BE49-F238E27FC236}">
                <a16:creationId xmlns:a16="http://schemas.microsoft.com/office/drawing/2014/main" id="{3F628169-5E59-4EFC-AA39-072213938DEC}"/>
              </a:ext>
            </a:extLst>
          </p:cNvPr>
          <p:cNvSpPr>
            <a:spLocks xmlns:a="http://schemas.openxmlformats.org/drawingml/2006/main" noGrp="1"/>
          </p:cNvSpPr>
          <p:nvPr/>
        </p:nvSpPr>
        <p:spPr>
          <a:xfrm xmlns:a="http://schemas.openxmlformats.org/drawingml/2006/main">
            <a:off x="2512158" y="1591784"/>
            <a:ext cx="402784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检测晶圆结构中是否出现异质情况，如颗粒污染、</a:t>
            </a:r>
          </a:p>
        </p:txBody>
      </p:sp>
      <p:sp>
        <p:nvSpPr>
          <p:cNvPr id="10" name="pdf-text-0010">
            <a:extLst xmlns:a="http://schemas.openxmlformats.org/drawingml/2006/main">
              <a:ext uri="{FF2B5EF4-FFF2-40B4-BE49-F238E27FC236}">
                <a16:creationId xmlns:a16="http://schemas.microsoft.com/office/drawing/2014/main" id="{0D81F6DD-A3E9-47F9-8AD6-20C0957F6275}"/>
              </a:ext>
            </a:extLst>
          </p:cNvPr>
          <p:cNvSpPr>
            <a:spLocks xmlns:a="http://schemas.openxmlformats.org/drawingml/2006/main" noGrp="1"/>
          </p:cNvSpPr>
          <p:nvPr/>
        </p:nvSpPr>
        <p:spPr>
          <a:xfrm xmlns:a="http://schemas.openxmlformats.org/drawingml/2006/main">
            <a:off x="695556" y="1869232"/>
            <a:ext cx="306006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表面划伤、开短路等特征性结构缺陷（</a:t>
            </a:r>
          </a:p>
        </p:txBody>
      </p:sp>
      <p:sp>
        <p:nvSpPr>
          <p:cNvPr id="11" name="pdf-text-0011">
            <a:extLst xmlns:a="http://schemas.openxmlformats.org/drawingml/2006/main">
              <a:ext uri="{FF2B5EF4-FFF2-40B4-BE49-F238E27FC236}">
                <a16:creationId xmlns:a16="http://schemas.microsoft.com/office/drawing/2014/main" id="{8E92B45B-0A68-4F0B-B6BD-9829C73BCF53}"/>
              </a:ext>
            </a:extLst>
          </p:cNvPr>
          <p:cNvSpPr>
            <a:spLocks xmlns:a="http://schemas.openxmlformats.org/drawingml/2006/main" noGrp="1"/>
          </p:cNvSpPr>
          <p:nvPr/>
        </p:nvSpPr>
        <p:spPr>
          <a:xfrm xmlns:a="http://schemas.openxmlformats.org/drawingml/2006/main">
            <a:off x="3716118" y="1869153"/>
            <a:ext cx="110794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“有没有？”</a:t>
            </a:r>
          </a:p>
        </p:txBody>
      </p:sp>
      <p:sp>
        <p:nvSpPr>
          <p:cNvPr id="12" name="pdf-text-0012">
            <a:extLst xmlns:a="http://schemas.openxmlformats.org/drawingml/2006/main">
              <a:ext uri="{FF2B5EF4-FFF2-40B4-BE49-F238E27FC236}">
                <a16:creationId xmlns:a16="http://schemas.microsoft.com/office/drawing/2014/main" id="{7D4A757A-DA5E-4863-8D4A-75A89A323466}"/>
              </a:ext>
            </a:extLst>
          </p:cNvPr>
          <p:cNvSpPr>
            <a:spLocks xmlns:a="http://schemas.openxmlformats.org/drawingml/2006/main" noGrp="1"/>
          </p:cNvSpPr>
          <p:nvPr/>
        </p:nvSpPr>
        <p:spPr>
          <a:xfrm xmlns:a="http://schemas.openxmlformats.org/drawingml/2006/main">
            <a:off x="4785966" y="1869153"/>
            <a:ext cx="39168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a:t>
            </a:r>
          </a:p>
        </p:txBody>
      </p:sp>
      <p:sp>
        <p:nvSpPr>
          <p:cNvPr id="13" name="pdf-text-0013">
            <a:extLst xmlns:a="http://schemas.openxmlformats.org/drawingml/2006/main">
              <a:ext uri="{FF2B5EF4-FFF2-40B4-BE49-F238E27FC236}">
                <a16:creationId xmlns:a16="http://schemas.microsoft.com/office/drawing/2014/main" id="{A9162FFF-B2AB-456F-B586-81E788756C41}"/>
              </a:ext>
            </a:extLst>
          </p:cNvPr>
          <p:cNvSpPr>
            <a:spLocks xmlns:a="http://schemas.openxmlformats.org/drawingml/2006/main" noGrp="1"/>
          </p:cNvSpPr>
          <p:nvPr/>
        </p:nvSpPr>
        <p:spPr>
          <a:xfrm xmlns:a="http://schemas.openxmlformats.org/drawingml/2006/main">
            <a:off x="409038" y="2157519"/>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Arial"/>
                <a:ea typeface="Arial"/>
                <a:cs typeface="Arial"/>
              </a:defRPr>
            </a:pPr>
            <a:r>
              <a:rPr sz="1404" b="0" i="0">
                <a:solidFill>
                  <a:srgbClr val="0168B7"/>
                </a:solidFill>
                <a:latin typeface="Arial"/>
                <a:ea typeface="Arial"/>
                <a:cs typeface="Arial"/>
              </a:rPr>
              <a:t>•</a:t>
            </a:r>
          </a:p>
        </p:txBody>
      </p:sp>
      <p:sp>
        <p:nvSpPr>
          <p:cNvPr id="14" name="pdf-text-0014">
            <a:extLst xmlns:a="http://schemas.openxmlformats.org/drawingml/2006/main">
              <a:ext uri="{FF2B5EF4-FFF2-40B4-BE49-F238E27FC236}">
                <a16:creationId xmlns:a16="http://schemas.microsoft.com/office/drawing/2014/main" id="{6AF25827-993F-4075-A673-C0DD9D3B181B}"/>
              </a:ext>
            </a:extLst>
          </p:cNvPr>
          <p:cNvSpPr>
            <a:spLocks xmlns:a="http://schemas.openxmlformats.org/drawingml/2006/main" noGrp="1"/>
          </p:cNvSpPr>
          <p:nvPr/>
        </p:nvSpPr>
        <p:spPr>
          <a:xfrm xmlns:a="http://schemas.openxmlformats.org/drawingml/2006/main">
            <a:off x="695550" y="2146520"/>
            <a:ext cx="185166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量测设备“造得对”：</a:t>
            </a:r>
          </a:p>
        </p:txBody>
      </p:sp>
      <p:sp>
        <p:nvSpPr>
          <p:cNvPr id="15" name="pdf-text-0015">
            <a:extLst xmlns:a="http://schemas.openxmlformats.org/drawingml/2006/main">
              <a:ext uri="{FF2B5EF4-FFF2-40B4-BE49-F238E27FC236}">
                <a16:creationId xmlns:a16="http://schemas.microsoft.com/office/drawing/2014/main" id="{A518E203-975B-4790-9C8C-16927FA5151F}"/>
              </a:ext>
            </a:extLst>
          </p:cNvPr>
          <p:cNvSpPr>
            <a:spLocks xmlns:a="http://schemas.openxmlformats.org/drawingml/2006/main" noGrp="1"/>
          </p:cNvSpPr>
          <p:nvPr/>
        </p:nvSpPr>
        <p:spPr>
          <a:xfrm xmlns:a="http://schemas.openxmlformats.org/drawingml/2006/main">
            <a:off x="2513682" y="2146520"/>
            <a:ext cx="384936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对被观测的晶圆电路上的结构尺寸和材料特性做</a:t>
            </a:r>
          </a:p>
        </p:txBody>
      </p:sp>
      <p:sp>
        <p:nvSpPr>
          <p:cNvPr id="16" name="pdf-text-0016">
            <a:extLst xmlns:a="http://schemas.openxmlformats.org/drawingml/2006/main">
              <a:ext uri="{FF2B5EF4-FFF2-40B4-BE49-F238E27FC236}">
                <a16:creationId xmlns:a16="http://schemas.microsoft.com/office/drawing/2014/main" id="{E3A8CEB6-A7DA-4104-9639-AD0DDA9634A8}"/>
              </a:ext>
            </a:extLst>
          </p:cNvPr>
          <p:cNvSpPr>
            <a:spLocks xmlns:a="http://schemas.openxmlformats.org/drawingml/2006/main" noGrp="1"/>
          </p:cNvSpPr>
          <p:nvPr/>
        </p:nvSpPr>
        <p:spPr>
          <a:xfrm xmlns:a="http://schemas.openxmlformats.org/drawingml/2006/main">
            <a:off x="695475" y="2423968"/>
            <a:ext cx="566769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出量化描述，如薄膜厚度、关键尺寸、刻蚀深度、表面形貌等物理参数</a:t>
            </a:r>
          </a:p>
        </p:txBody>
      </p:sp>
      <p:sp>
        <p:nvSpPr>
          <p:cNvPr id="17" name="pdf-text-0017">
            <a:extLst xmlns:a="http://schemas.openxmlformats.org/drawingml/2006/main">
              <a:ext uri="{FF2B5EF4-FFF2-40B4-BE49-F238E27FC236}">
                <a16:creationId xmlns:a16="http://schemas.microsoft.com/office/drawing/2014/main" id="{3DB7D98C-7689-478A-9E35-84B83B39F70B}"/>
              </a:ext>
            </a:extLst>
          </p:cNvPr>
          <p:cNvSpPr>
            <a:spLocks xmlns:a="http://schemas.openxmlformats.org/drawingml/2006/main" noGrp="1"/>
          </p:cNvSpPr>
          <p:nvPr/>
        </p:nvSpPr>
        <p:spPr>
          <a:xfrm xmlns:a="http://schemas.openxmlformats.org/drawingml/2006/main">
            <a:off x="695475" y="2701415"/>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的测量（</a:t>
            </a:r>
          </a:p>
        </p:txBody>
      </p:sp>
      <p:sp>
        <p:nvSpPr>
          <p:cNvPr id="18" name="pdf-text-0018">
            <a:extLst xmlns:a="http://schemas.openxmlformats.org/drawingml/2006/main">
              <a:ext uri="{FF2B5EF4-FFF2-40B4-BE49-F238E27FC236}">
                <a16:creationId xmlns:a16="http://schemas.microsoft.com/office/drawing/2014/main" id="{C6A670F7-C534-472C-BE42-EC3C63D8A2DB}"/>
              </a:ext>
            </a:extLst>
          </p:cNvPr>
          <p:cNvSpPr>
            <a:spLocks xmlns:a="http://schemas.openxmlformats.org/drawingml/2006/main" noGrp="1"/>
          </p:cNvSpPr>
          <p:nvPr/>
        </p:nvSpPr>
        <p:spPr>
          <a:xfrm xmlns:a="http://schemas.openxmlformats.org/drawingml/2006/main">
            <a:off x="1407258" y="2701256"/>
            <a:ext cx="110490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“是多少？”</a:t>
            </a:r>
          </a:p>
        </p:txBody>
      </p:sp>
      <p:sp>
        <p:nvSpPr>
          <p:cNvPr id="19" name="pdf-text-0019">
            <a:extLst xmlns:a="http://schemas.openxmlformats.org/drawingml/2006/main">
              <a:ext uri="{FF2B5EF4-FFF2-40B4-BE49-F238E27FC236}">
                <a16:creationId xmlns:a16="http://schemas.microsoft.com/office/drawing/2014/main" id="{A18524DD-A521-432E-BE4D-4DDD581EC5DC}"/>
              </a:ext>
            </a:extLst>
          </p:cNvPr>
          <p:cNvSpPr>
            <a:spLocks xmlns:a="http://schemas.openxmlformats.org/drawingml/2006/main" noGrp="1"/>
          </p:cNvSpPr>
          <p:nvPr/>
        </p:nvSpPr>
        <p:spPr>
          <a:xfrm xmlns:a="http://schemas.openxmlformats.org/drawingml/2006/main">
            <a:off x="2474058" y="2701256"/>
            <a:ext cx="3947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a:t>
            </a:r>
          </a:p>
        </p:txBody>
      </p:sp>
      <p:sp>
        <p:nvSpPr>
          <p:cNvPr id="20" name="pdf-vector-0020">
            <a:extLst xmlns:a="http://schemas.openxmlformats.org/drawingml/2006/main">
              <a:ext uri="{FF2B5EF4-FFF2-40B4-BE49-F238E27FC236}">
                <a16:creationId xmlns:a16="http://schemas.microsoft.com/office/drawing/2014/main" id="{3F82A58B-11DB-4FC7-8BF4-E649508D9009}"/>
              </a:ext>
            </a:extLst>
          </p:cNvPr>
          <p:cNvSpPr>
            <a:spLocks xmlns:a="http://schemas.openxmlformats.org/drawingml/2006/main" noGrp="1"/>
          </p:cNvSpPr>
          <p:nvPr/>
        </p:nvSpPr>
        <p:spPr>
          <a:xfrm xmlns:a="http://schemas.openxmlformats.org/drawingml/2006/main">
            <a:off x="3628618" y="3265450"/>
            <a:ext cx="2801734" cy="497700"/>
          </a:xfrm>
          <a:prstGeom xmlns:a="http://schemas.openxmlformats.org/drawingml/2006/main" prst="rect">
            <a:avLst/>
          </a:prstGeom>
          <a:noFill xmlns:a="http://schemas.openxmlformats.org/drawingml/2006/main"/>
          <a:ln xmlns:a="http://schemas.openxmlformats.org/drawingml/2006/main" w="25400">
            <a:solidFill>
              <a:srgbClr val="FF0000"/>
            </a:solidFill>
            <a:prstDash val="solid"/>
          </a:ln>
        </p:spPr>
      </p:sp>
      <p:sp>
        <p:nvSpPr>
          <p:cNvPr id="21" name="pdf-vector-0021">
            <a:extLst xmlns:a="http://schemas.openxmlformats.org/drawingml/2006/main">
              <a:ext uri="{FF2B5EF4-FFF2-40B4-BE49-F238E27FC236}">
                <a16:creationId xmlns:a16="http://schemas.microsoft.com/office/drawing/2014/main" id="{E791BF1E-35EE-478C-93DF-F23050B1D0B6}"/>
              </a:ext>
            </a:extLst>
          </p:cNvPr>
          <p:cNvSpPr>
            <a:spLocks xmlns:a="http://schemas.openxmlformats.org/drawingml/2006/main" noGrp="1"/>
          </p:cNvSpPr>
          <p:nvPr/>
        </p:nvSpPr>
        <p:spPr>
          <a:xfrm xmlns:a="http://schemas.openxmlformats.org/drawingml/2006/main">
            <a:off x="3628618" y="4775035"/>
            <a:ext cx="2801734" cy="625818"/>
          </a:xfrm>
          <a:prstGeom xmlns:a="http://schemas.openxmlformats.org/drawingml/2006/main" prst="rect">
            <a:avLst/>
          </a:prstGeom>
          <a:noFill xmlns:a="http://schemas.openxmlformats.org/drawingml/2006/main"/>
          <a:ln xmlns:a="http://schemas.openxmlformats.org/drawingml/2006/main" w="25400">
            <a:solidFill>
              <a:srgbClr val="FF0000"/>
            </a:solidFill>
            <a:prstDash val="solid"/>
          </a:ln>
        </p:spPr>
      </p:sp>
      <p:sp>
        <p:nvSpPr>
          <p:cNvPr id="22" name="pdf-text-0022">
            <a:extLst xmlns:a="http://schemas.openxmlformats.org/drawingml/2006/main">
              <a:ext uri="{FF2B5EF4-FFF2-40B4-BE49-F238E27FC236}">
                <a16:creationId xmlns:a16="http://schemas.microsoft.com/office/drawing/2014/main" id="{1C35E370-51AB-40F8-8785-91149866AB90}"/>
              </a:ext>
            </a:extLst>
          </p:cNvPr>
          <p:cNvSpPr>
            <a:spLocks xmlns:a="http://schemas.openxmlformats.org/drawingml/2006/main" noGrp="1"/>
          </p:cNvSpPr>
          <p:nvPr/>
        </p:nvSpPr>
        <p:spPr>
          <a:xfrm xmlns:a="http://schemas.openxmlformats.org/drawingml/2006/main">
            <a:off x="377234" y="6422289"/>
            <a:ext cx="11064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光学检测技术</a:t>
            </a:r>
          </a:p>
        </p:txBody>
      </p:sp>
      <p:sp>
        <p:nvSpPr>
          <p:cNvPr id="23" name="pdf-text-0023">
            <a:extLst xmlns:a="http://schemas.openxmlformats.org/drawingml/2006/main">
              <a:ext uri="{FF2B5EF4-FFF2-40B4-BE49-F238E27FC236}">
                <a16:creationId xmlns:a16="http://schemas.microsoft.com/office/drawing/2014/main" id="{AAE50C3E-5E44-44D4-B657-07BC33E88C2C}"/>
              </a:ext>
            </a:extLst>
          </p:cNvPr>
          <p:cNvSpPr>
            <a:spLocks xmlns:a="http://schemas.openxmlformats.org/drawingml/2006/main" noGrp="1"/>
          </p:cNvSpPr>
          <p:nvPr/>
        </p:nvSpPr>
        <p:spPr>
          <a:xfrm xmlns:a="http://schemas.openxmlformats.org/drawingml/2006/main">
            <a:off x="1445558" y="6422289"/>
            <a:ext cx="492648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能实现高精度、高速度均衡，且能实现3D检测，市场占比75.2%</a:t>
            </a:r>
          </a:p>
        </p:txBody>
      </p:sp>
      <p:sp>
        <p:nvSpPr>
          <p:cNvPr id="24" name="pdf-vector-0024">
            <a:extLst xmlns:a="http://schemas.openxmlformats.org/drawingml/2006/main">
              <a:ext uri="{FF2B5EF4-FFF2-40B4-BE49-F238E27FC236}">
                <a16:creationId xmlns:a16="http://schemas.microsoft.com/office/drawing/2014/main" id="{A5A51964-BCAD-47B6-B1BC-456DD69BD0BD}"/>
              </a:ext>
            </a:extLst>
          </p:cNvPr>
          <p:cNvSpPr>
            <a:spLocks xmlns:a="http://schemas.openxmlformats.org/drawingml/2006/main" noGrp="1"/>
          </p:cNvSpPr>
          <p:nvPr/>
        </p:nvSpPr>
        <p:spPr>
          <a:xfrm xmlns:a="http://schemas.openxmlformats.org/drawingml/2006/main">
            <a:off x="7261758" y="978078"/>
            <a:ext cx="1568920" cy="397421"/>
          </a:xfrm>
          <a:prstGeom xmlns:a="http://schemas.openxmlformats.org/drawingml/2006/main" prst="rect">
            <a:avLst/>
          </a:prstGeom>
          <a:solidFill xmlns:a="http://schemas.openxmlformats.org/drawingml/2006/main">
            <a:srgbClr val="0168B7"/>
          </a:solidFill>
          <a:ln xmlns:a="http://schemas.openxmlformats.org/drawingml/2006/main" w="0">
            <a:noFill/>
            <a:prstDash val="solid"/>
          </a:ln>
        </p:spPr>
      </p:sp>
      <p:sp>
        <p:nvSpPr>
          <p:cNvPr id="25" name="pdf-text-0025">
            <a:extLst xmlns:a="http://schemas.openxmlformats.org/drawingml/2006/main">
              <a:ext uri="{FF2B5EF4-FFF2-40B4-BE49-F238E27FC236}">
                <a16:creationId xmlns:a16="http://schemas.microsoft.com/office/drawing/2014/main" id="{09E91EB5-5A47-4C00-AD94-C6714F949082}"/>
              </a:ext>
            </a:extLst>
          </p:cNvPr>
          <p:cNvSpPr>
            <a:spLocks xmlns:a="http://schemas.openxmlformats.org/drawingml/2006/main" noGrp="1"/>
          </p:cNvSpPr>
          <p:nvPr/>
        </p:nvSpPr>
        <p:spPr>
          <a:xfrm xmlns:a="http://schemas.openxmlformats.org/drawingml/2006/main">
            <a:off x="7588003" y="1087583"/>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单步良率</a:t>
            </a:r>
          </a:p>
        </p:txBody>
      </p:sp>
      <p:sp>
        <p:nvSpPr>
          <p:cNvPr id="26" name="pdf-vector-0026">
            <a:extLst xmlns:a="http://schemas.openxmlformats.org/drawingml/2006/main">
              <a:ext uri="{FF2B5EF4-FFF2-40B4-BE49-F238E27FC236}">
                <a16:creationId xmlns:a16="http://schemas.microsoft.com/office/drawing/2014/main" id="{E7D39DAF-44F5-4356-8DE1-FDE0340CF940}"/>
              </a:ext>
            </a:extLst>
          </p:cNvPr>
          <p:cNvSpPr>
            <a:spLocks xmlns:a="http://schemas.openxmlformats.org/drawingml/2006/main" noGrp="1"/>
          </p:cNvSpPr>
          <p:nvPr/>
        </p:nvSpPr>
        <p:spPr>
          <a:xfrm xmlns:a="http://schemas.openxmlformats.org/drawingml/2006/main">
            <a:off x="10010635" y="978078"/>
            <a:ext cx="1568920" cy="397421"/>
          </a:xfrm>
          <a:prstGeom xmlns:a="http://schemas.openxmlformats.org/drawingml/2006/main" prst="rect">
            <a:avLst/>
          </a:prstGeom>
          <a:solidFill xmlns:a="http://schemas.openxmlformats.org/drawingml/2006/main">
            <a:srgbClr val="0168B7"/>
          </a:solidFill>
          <a:ln xmlns:a="http://schemas.openxmlformats.org/drawingml/2006/main" w="0">
            <a:noFill/>
            <a:prstDash val="solid"/>
          </a:ln>
        </p:spPr>
      </p:sp>
      <p:sp>
        <p:nvSpPr>
          <p:cNvPr id="27" name="pdf-text-0027">
            <a:extLst xmlns:a="http://schemas.openxmlformats.org/drawingml/2006/main">
              <a:ext uri="{FF2B5EF4-FFF2-40B4-BE49-F238E27FC236}">
                <a16:creationId xmlns:a16="http://schemas.microsoft.com/office/drawing/2014/main" id="{ACF52CC6-D549-4DEB-A98D-83A9DBAA612D}"/>
              </a:ext>
            </a:extLst>
          </p:cNvPr>
          <p:cNvSpPr>
            <a:spLocks xmlns:a="http://schemas.openxmlformats.org/drawingml/2006/main" noGrp="1"/>
          </p:cNvSpPr>
          <p:nvPr/>
        </p:nvSpPr>
        <p:spPr>
          <a:xfrm xmlns:a="http://schemas.openxmlformats.org/drawingml/2006/main">
            <a:off x="10336875" y="1087582"/>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最终良率</a:t>
            </a:r>
          </a:p>
        </p:txBody>
      </p:sp>
      <p:sp>
        <p:nvSpPr>
          <p:cNvPr id="28" name="pdf-text-0028">
            <a:extLst xmlns:a="http://schemas.openxmlformats.org/drawingml/2006/main">
              <a:ext uri="{FF2B5EF4-FFF2-40B4-BE49-F238E27FC236}">
                <a16:creationId xmlns:a16="http://schemas.microsoft.com/office/drawing/2014/main" id="{8FB1BE40-B427-4983-9A7A-947E25B07DB2}"/>
              </a:ext>
            </a:extLst>
          </p:cNvPr>
          <p:cNvSpPr>
            <a:spLocks xmlns:a="http://schemas.openxmlformats.org/drawingml/2006/main" noGrp="1"/>
          </p:cNvSpPr>
          <p:nvPr/>
        </p:nvSpPr>
        <p:spPr>
          <a:xfrm xmlns:a="http://schemas.openxmlformats.org/drawingml/2006/main">
            <a:off x="7417882" y="172149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(99%) ^1000</a:t>
            </a:r>
          </a:p>
        </p:txBody>
      </p:sp>
      <p:sp>
        <p:nvSpPr>
          <p:cNvPr id="29" name="pdf-text-0029">
            <a:extLst xmlns:a="http://schemas.openxmlformats.org/drawingml/2006/main">
              <a:ext uri="{FF2B5EF4-FFF2-40B4-BE49-F238E27FC236}">
                <a16:creationId xmlns:a16="http://schemas.microsoft.com/office/drawing/2014/main" id="{9033B700-4C21-4AC8-B3B5-CF0F95CC47F3}"/>
              </a:ext>
            </a:extLst>
          </p:cNvPr>
          <p:cNvSpPr>
            <a:spLocks xmlns:a="http://schemas.openxmlformats.org/drawingml/2006/main" noGrp="1"/>
          </p:cNvSpPr>
          <p:nvPr/>
        </p:nvSpPr>
        <p:spPr>
          <a:xfrm xmlns:a="http://schemas.openxmlformats.org/drawingml/2006/main">
            <a:off x="10737611" y="1672341"/>
            <a:ext cx="15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0</a:t>
            </a:r>
          </a:p>
        </p:txBody>
      </p:sp>
      <p:sp>
        <p:nvSpPr>
          <p:cNvPr id="30" name="pdf-text-0030">
            <a:extLst xmlns:a="http://schemas.openxmlformats.org/drawingml/2006/main">
              <a:ext uri="{FF2B5EF4-FFF2-40B4-BE49-F238E27FC236}">
                <a16:creationId xmlns:a16="http://schemas.microsoft.com/office/drawing/2014/main" id="{45321962-9238-4BF1-A37E-87F7552846AF}"/>
              </a:ext>
            </a:extLst>
          </p:cNvPr>
          <p:cNvSpPr>
            <a:spLocks xmlns:a="http://schemas.openxmlformats.org/drawingml/2006/main" noGrp="1"/>
          </p:cNvSpPr>
          <p:nvPr/>
        </p:nvSpPr>
        <p:spPr>
          <a:xfrm xmlns:a="http://schemas.openxmlformats.org/drawingml/2006/main">
            <a:off x="7245747" y="2259157"/>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(99.99%) ^1000</a:t>
            </a:r>
          </a:p>
        </p:txBody>
      </p:sp>
      <p:sp>
        <p:nvSpPr>
          <p:cNvPr id="31" name="pdf-text-0031">
            <a:extLst xmlns:a="http://schemas.openxmlformats.org/drawingml/2006/main">
              <a:ext uri="{FF2B5EF4-FFF2-40B4-BE49-F238E27FC236}">
                <a16:creationId xmlns:a16="http://schemas.microsoft.com/office/drawing/2014/main" id="{56E66A8C-77DD-4AD1-B2EC-F05EC34F1C85}"/>
              </a:ext>
            </a:extLst>
          </p:cNvPr>
          <p:cNvSpPr>
            <a:spLocks xmlns:a="http://schemas.openxmlformats.org/drawingml/2006/main" noGrp="1"/>
          </p:cNvSpPr>
          <p:nvPr/>
        </p:nvSpPr>
        <p:spPr>
          <a:xfrm xmlns:a="http://schemas.openxmlformats.org/drawingml/2006/main">
            <a:off x="10623998" y="224475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90%</a:t>
            </a:r>
          </a:p>
        </p:txBody>
      </p:sp>
      <p:sp>
        <p:nvSpPr>
          <p:cNvPr id="32" name="pdf-vector-0032">
            <a:extLst xmlns:a="http://schemas.openxmlformats.org/drawingml/2006/main">
              <a:ext uri="{FF2B5EF4-FFF2-40B4-BE49-F238E27FC236}">
                <a16:creationId xmlns:a16="http://schemas.microsoft.com/office/drawing/2014/main" id="{26E2DC0D-E669-42A9-8F53-8FF6D0EF1563}"/>
              </a:ext>
            </a:extLst>
          </p:cNvPr>
          <p:cNvSpPr>
            <a:spLocks xmlns:a="http://schemas.openxmlformats.org/drawingml/2006/main" noGrp="1"/>
          </p:cNvSpPr>
          <p:nvPr/>
        </p:nvSpPr>
        <p:spPr>
          <a:xfrm xmlns:a="http://schemas.openxmlformats.org/drawingml/2006/main">
            <a:off x="9240642" y="1739700"/>
            <a:ext cx="578676" cy="402184"/>
          </a:xfrm>
          <a:custGeom xmlns:a="http://schemas.openxmlformats.org/drawingml/2006/main">
            <a:pathLst>
              <a:path w="578676" h="402184">
                <a:moveTo>
                  <a:pt x="0" y="100546"/>
                </a:moveTo>
                <a:lnTo>
                  <a:pt x="377584" y="100546"/>
                </a:lnTo>
                <a:lnTo>
                  <a:pt x="377584" y="0"/>
                </a:lnTo>
                <a:lnTo>
                  <a:pt x="578676" y="201092"/>
                </a:lnTo>
                <a:lnTo>
                  <a:pt x="377584" y="402184"/>
                </a:lnTo>
                <a:lnTo>
                  <a:pt x="377584" y="301638"/>
                </a:lnTo>
                <a:lnTo>
                  <a:pt x="0" y="301638"/>
                </a:lnTo>
                <a:lnTo>
                  <a:pt x="0" y="100546"/>
                </a:lnTo>
                <a:close/>
              </a:path>
            </a:pathLst>
          </a:custGeom>
          <a:solidFill xmlns:a="http://schemas.openxmlformats.org/drawingml/2006/main">
            <a:srgbClr val="0168B7"/>
          </a:solidFill>
          <a:ln xmlns:a="http://schemas.openxmlformats.org/drawingml/2006/main" w="0">
            <a:noFill/>
            <a:prstDash val="solid"/>
          </a:ln>
        </p:spPr>
      </p:sp>
      <p:sp>
        <p:nvSpPr>
          <p:cNvPr id="33" name="pdf-text-0033">
            <a:extLst xmlns:a="http://schemas.openxmlformats.org/drawingml/2006/main">
              <a:ext uri="{FF2B5EF4-FFF2-40B4-BE49-F238E27FC236}">
                <a16:creationId xmlns:a16="http://schemas.microsoft.com/office/drawing/2014/main" id="{A7973E94-9065-4828-A97B-B5F4785812CE}"/>
              </a:ext>
            </a:extLst>
          </p:cNvPr>
          <p:cNvSpPr>
            <a:spLocks xmlns:a="http://schemas.openxmlformats.org/drawingml/2006/main" noGrp="1"/>
          </p:cNvSpPr>
          <p:nvPr/>
        </p:nvSpPr>
        <p:spPr>
          <a:xfrm xmlns:a="http://schemas.openxmlformats.org/drawingml/2006/main">
            <a:off x="7891361" y="2720574"/>
            <a:ext cx="323849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缺陷发现得越晚，修复成本呈指数级增长</a:t>
            </a:r>
          </a:p>
        </p:txBody>
      </p:sp>
      <p:sp>
        <p:nvSpPr>
          <p:cNvPr id="34" name="pdf-vector-0034">
            <a:extLst xmlns:a="http://schemas.openxmlformats.org/drawingml/2006/main">
              <a:ext uri="{FF2B5EF4-FFF2-40B4-BE49-F238E27FC236}">
                <a16:creationId xmlns:a16="http://schemas.microsoft.com/office/drawing/2014/main" id="{E0C1E16E-2E2F-4BF6-A9D3-F85C3B1898B4}"/>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35" name="pdf-vector-0035">
            <a:extLst xmlns:a="http://schemas.openxmlformats.org/drawingml/2006/main">
              <a:ext uri="{FF2B5EF4-FFF2-40B4-BE49-F238E27FC236}">
                <a16:creationId xmlns:a16="http://schemas.microsoft.com/office/drawing/2014/main" id="{2E88CC59-A659-46D1-AE55-A104F90B688B}"/>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36" name="pdf-text-0036">
            <a:extLst xmlns:a="http://schemas.openxmlformats.org/drawingml/2006/main">
              <a:ext uri="{FF2B5EF4-FFF2-40B4-BE49-F238E27FC236}">
                <a16:creationId xmlns:a16="http://schemas.microsoft.com/office/drawing/2014/main" id="{7FFED958-5084-41BE-AA8D-2B401406D8E7}"/>
              </a:ext>
            </a:extLst>
          </p:cNvPr>
          <p:cNvSpPr>
            <a:spLocks xmlns:a="http://schemas.openxmlformats.org/drawingml/2006/main" noGrp="1"/>
          </p:cNvSpPr>
          <p:nvPr/>
        </p:nvSpPr>
        <p:spPr>
          <a:xfrm xmlns:a="http://schemas.openxmlformats.org/drawingml/2006/main">
            <a:off x="2112010" y="357430"/>
            <a:ext cx="5236462"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半导体制造全流程的 “眼睛”与“尺子”</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f3622319b9f84541"/>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38" name="pdf-text-0038">
            <a:extLst xmlns:a="http://schemas.openxmlformats.org/drawingml/2006/main">
              <a:ext uri="{FF2B5EF4-FFF2-40B4-BE49-F238E27FC236}">
                <a16:creationId xmlns:a16="http://schemas.microsoft.com/office/drawing/2014/main" id="{59B38A88-B886-4317-B605-A9C75C7CC73B}"/>
              </a:ext>
            </a:extLst>
          </p:cNvPr>
          <p:cNvSpPr>
            <a:spLocks xmlns:a="http://schemas.openxmlformats.org/drawingml/2006/main" noGrp="1"/>
          </p:cNvSpPr>
          <p:nvPr/>
        </p:nvSpPr>
        <p:spPr>
          <a:xfrm xmlns:a="http://schemas.openxmlformats.org/drawingml/2006/main">
            <a:off x="735567" y="330348"/>
            <a:ext cx="9555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量检测</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a10a8cce1d944829">
            <a:extLst>
              <a:ext uri="{96DAC541-7B7A-43D3-8B79-37D633B846F1}">
                <asvg:svgBlip xmlns:asvg="http://schemas.microsoft.com/office/drawing/2016/SVG/main" r:embed="R32e8e50d874949ad"/>
              </a:ext>
            </a:extLst>
          </a:blip>
          <a:stretch xmlns:a="http://schemas.openxmlformats.org/drawingml/2006/main"/>
        </p:blipFill>
        <p:spPr>
          <a:xfrm xmlns:a="http://schemas.openxmlformats.org/drawingml/2006/main">
            <a:off x="7672863" y="3222318"/>
            <a:ext cx="3485515" cy="621030"/>
          </a:xfrm>
          <a:prstGeom xmlns:a="http://schemas.openxmlformats.org/drawingml/2006/main" prst="rect">
            <a:avLst/>
          </a:prstGeom>
        </p:spPr>
      </p:pic>
      <p:sp>
        <p:nvSpPr>
          <p:cNvPr id="40" name="pdf-text-0040">
            <a:extLst xmlns:a="http://schemas.openxmlformats.org/drawingml/2006/main">
              <a:ext uri="{FF2B5EF4-FFF2-40B4-BE49-F238E27FC236}">
                <a16:creationId xmlns:a16="http://schemas.microsoft.com/office/drawing/2014/main" id="{F7846456-0144-4CA9-8A0B-241C0BD1202D}"/>
              </a:ext>
            </a:extLst>
          </p:cNvPr>
          <p:cNvSpPr>
            <a:spLocks xmlns:a="http://schemas.openxmlformats.org/drawingml/2006/main" noGrp="1"/>
          </p:cNvSpPr>
          <p:nvPr/>
        </p:nvSpPr>
        <p:spPr>
          <a:xfrm xmlns:a="http://schemas.openxmlformats.org/drawingml/2006/main">
            <a:off x="7839136" y="3439563"/>
            <a:ext cx="2286180"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半导体光学量检测亟需由</a:t>
            </a:r>
          </a:p>
        </p:txBody>
      </p:sp>
      <p:sp>
        <p:nvSpPr>
          <p:cNvPr id="41" name="pdf-text-0041">
            <a:extLst xmlns:a="http://schemas.openxmlformats.org/drawingml/2006/main">
              <a:ext uri="{FF2B5EF4-FFF2-40B4-BE49-F238E27FC236}">
                <a16:creationId xmlns:a16="http://schemas.microsoft.com/office/drawing/2014/main" id="{0C460203-882D-4982-8974-0DF4B9AAEDB9}"/>
              </a:ext>
            </a:extLst>
          </p:cNvPr>
          <p:cNvSpPr>
            <a:spLocks xmlns:a="http://schemas.openxmlformats.org/drawingml/2006/main" noGrp="1"/>
          </p:cNvSpPr>
          <p:nvPr/>
        </p:nvSpPr>
        <p:spPr>
          <a:xfrm xmlns:a="http://schemas.openxmlformats.org/drawingml/2006/main">
            <a:off x="10088560" y="3451842"/>
            <a:ext cx="28497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FFFFFF"/>
                </a:solidFill>
                <a:latin typeface="TimesNewRomanPSMT"/>
                <a:ea typeface="TimesNewRomanPSMT"/>
                <a:cs typeface="TimesNewRomanPSMT"/>
              </a:defRPr>
            </a:pPr>
            <a:r>
              <a:rPr sz="1596" b="1" i="0">
                <a:solidFill>
                  <a:srgbClr val="FFFFFF"/>
                </a:solidFill>
                <a:latin typeface="TimesNewRomanPSMT"/>
                <a:ea typeface="TimesNewRomanPSMT"/>
                <a:cs typeface="TimesNewRomanPSMT"/>
              </a:rPr>
              <a:t>2D</a:t>
            </a:r>
          </a:p>
        </p:txBody>
      </p:sp>
      <p:sp>
        <p:nvSpPr>
          <p:cNvPr id="42" name="pdf-text-0042">
            <a:extLst xmlns:a="http://schemas.openxmlformats.org/drawingml/2006/main">
              <a:ext uri="{FF2B5EF4-FFF2-40B4-BE49-F238E27FC236}">
                <a16:creationId xmlns:a16="http://schemas.microsoft.com/office/drawing/2014/main" id="{69C6C81E-F71B-4810-91E5-A964497F9039}"/>
              </a:ext>
            </a:extLst>
          </p:cNvPr>
          <p:cNvSpPr>
            <a:spLocks xmlns:a="http://schemas.openxmlformats.org/drawingml/2006/main" noGrp="1"/>
          </p:cNvSpPr>
          <p:nvPr/>
        </p:nvSpPr>
        <p:spPr>
          <a:xfrm xmlns:a="http://schemas.openxmlformats.org/drawingml/2006/main">
            <a:off x="10335448" y="3439563"/>
            <a:ext cx="445005"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升维</a:t>
            </a:r>
          </a:p>
        </p:txBody>
      </p:sp>
      <p:sp>
        <p:nvSpPr>
          <p:cNvPr id="43" name="pdf-text-0043">
            <a:extLst xmlns:a="http://schemas.openxmlformats.org/drawingml/2006/main">
              <a:ext uri="{FF2B5EF4-FFF2-40B4-BE49-F238E27FC236}">
                <a16:creationId xmlns:a16="http://schemas.microsoft.com/office/drawing/2014/main" id="{CE8F1F21-C7C5-40CA-B11C-8668ED008EFC}"/>
              </a:ext>
            </a:extLst>
          </p:cNvPr>
          <p:cNvSpPr>
            <a:spLocks xmlns:a="http://schemas.openxmlformats.org/drawingml/2006/main" noGrp="1"/>
          </p:cNvSpPr>
          <p:nvPr/>
        </p:nvSpPr>
        <p:spPr>
          <a:xfrm xmlns:a="http://schemas.openxmlformats.org/drawingml/2006/main">
            <a:off x="10743881" y="3451842"/>
            <a:ext cx="286600"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FFFFFF"/>
                </a:solidFill>
                <a:latin typeface="TimesNewRomanPSMT"/>
                <a:ea typeface="TimesNewRomanPSMT"/>
                <a:cs typeface="TimesNewRomanPSMT"/>
              </a:defRPr>
            </a:pPr>
            <a:r>
              <a:rPr sz="1596" b="1" i="0">
                <a:solidFill>
                  <a:srgbClr val="FFFFFF"/>
                </a:solidFill>
                <a:latin typeface="TimesNewRomanPSMT"/>
                <a:ea typeface="TimesNewRomanPSMT"/>
                <a:cs typeface="TimesNewRomanPSMT"/>
              </a:rPr>
              <a:t>3D</a:t>
            </a:r>
          </a:p>
        </p:txBody>
      </p:sp>
      <p:sp>
        <p:nvSpPr>
          <p:cNvPr id="44" name="pdf-vector-0044">
            <a:extLst xmlns:a="http://schemas.openxmlformats.org/drawingml/2006/main">
              <a:ext uri="{FF2B5EF4-FFF2-40B4-BE49-F238E27FC236}">
                <a16:creationId xmlns:a16="http://schemas.microsoft.com/office/drawing/2014/main" id="{21821813-9A8C-4CFE-818B-8D85CF56BA7A}"/>
              </a:ext>
            </a:extLst>
          </p:cNvPr>
          <p:cNvSpPr>
            <a:spLocks xmlns:a="http://schemas.openxmlformats.org/drawingml/2006/main" noGrp="1"/>
          </p:cNvSpPr>
          <p:nvPr/>
        </p:nvSpPr>
        <p:spPr>
          <a:xfrm xmlns:a="http://schemas.openxmlformats.org/drawingml/2006/main">
            <a:off x="8683307" y="5844061"/>
            <a:ext cx="264795" cy="158750"/>
          </a:xfrm>
          <a:custGeom xmlns:a="http://schemas.openxmlformats.org/drawingml/2006/main">
            <a:pathLst>
              <a:path w="264795" h="158750">
                <a:moveTo>
                  <a:pt x="0" y="39687"/>
                </a:moveTo>
                <a:lnTo>
                  <a:pt x="185420" y="39687"/>
                </a:lnTo>
                <a:lnTo>
                  <a:pt x="185420" y="0"/>
                </a:lnTo>
                <a:lnTo>
                  <a:pt x="264795" y="79375"/>
                </a:lnTo>
                <a:lnTo>
                  <a:pt x="185420" y="158750"/>
                </a:lnTo>
                <a:lnTo>
                  <a:pt x="185420" y="119063"/>
                </a:lnTo>
                <a:lnTo>
                  <a:pt x="0" y="119063"/>
                </a:lnTo>
                <a:lnTo>
                  <a:pt x="0" y="39687"/>
                </a:lnTo>
                <a:close/>
              </a:path>
            </a:pathLst>
          </a:custGeom>
          <a:solidFill xmlns:a="http://schemas.openxmlformats.org/drawingml/2006/main">
            <a:srgbClr val="4F81BD"/>
          </a:solidFill>
          <a:ln xmlns:a="http://schemas.openxmlformats.org/drawingml/2006/main" w="0">
            <a:noFill/>
            <a:prstDash val="solid"/>
          </a:ln>
        </p:spPr>
      </p:sp>
      <p:sp>
        <p:nvSpPr>
          <p:cNvPr id="45" name="pdf-text-0045">
            <a:extLst xmlns:a="http://schemas.openxmlformats.org/drawingml/2006/main">
              <a:ext uri="{FF2B5EF4-FFF2-40B4-BE49-F238E27FC236}">
                <a16:creationId xmlns:a16="http://schemas.microsoft.com/office/drawing/2014/main" id="{1A88016C-AD3B-446E-AA96-7EAFC960BE4C}"/>
              </a:ext>
            </a:extLst>
          </p:cNvPr>
          <p:cNvSpPr>
            <a:spLocks xmlns:a="http://schemas.openxmlformats.org/drawingml/2006/main" noGrp="1"/>
          </p:cNvSpPr>
          <p:nvPr/>
        </p:nvSpPr>
        <p:spPr>
          <a:xfrm xmlns:a="http://schemas.openxmlformats.org/drawingml/2006/main">
            <a:off x="7658607" y="6508727"/>
            <a:ext cx="2376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Calibri"/>
                <a:ea typeface="Calibri"/>
                <a:cs typeface="Calibri"/>
              </a:defRPr>
            </a:pPr>
            <a:r>
              <a:rPr sz="1404" b="0" i="0">
                <a:solidFill>
                  <a:srgbClr val="000000"/>
                </a:solidFill>
                <a:latin typeface="Calibri"/>
                <a:ea typeface="Calibri"/>
                <a:cs typeface="Calibri"/>
              </a:rPr>
              <a:t>2D</a:t>
            </a:r>
          </a:p>
        </p:txBody>
      </p:sp>
      <p:sp>
        <p:nvSpPr>
          <p:cNvPr id="46" name="pdf-text-0046">
            <a:extLst xmlns:a="http://schemas.openxmlformats.org/drawingml/2006/main">
              <a:ext uri="{FF2B5EF4-FFF2-40B4-BE49-F238E27FC236}">
                <a16:creationId xmlns:a16="http://schemas.microsoft.com/office/drawing/2014/main" id="{732F10C4-A932-4441-8D7A-12C34E943B7E}"/>
              </a:ext>
            </a:extLst>
          </p:cNvPr>
          <p:cNvSpPr>
            <a:spLocks xmlns:a="http://schemas.openxmlformats.org/drawingml/2006/main" noGrp="1"/>
          </p:cNvSpPr>
          <p:nvPr/>
        </p:nvSpPr>
        <p:spPr>
          <a:xfrm xmlns:a="http://schemas.openxmlformats.org/drawingml/2006/main">
            <a:off x="10454655" y="6508727"/>
            <a:ext cx="2376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Calibri"/>
                <a:ea typeface="Calibri"/>
                <a:cs typeface="Calibri"/>
              </a:defRPr>
            </a:pPr>
            <a:r>
              <a:rPr sz="1404" b="0" i="0">
                <a:solidFill>
                  <a:srgbClr val="000000"/>
                </a:solidFill>
                <a:latin typeface="Calibri"/>
                <a:ea typeface="Calibri"/>
                <a:cs typeface="Calibri"/>
              </a:rPr>
              <a:t>3D</a:t>
            </a:r>
          </a:p>
        </p:txBody>
      </p:sp>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e87dd8428afe4a5e"/>
          <a:srcRect xmlns:a="http://schemas.openxmlformats.org/drawingml/2006/main" l="36" t="0" r="36" b="0"/>
          <a:stretch xmlns:a="http://schemas.openxmlformats.org/drawingml/2006/main">
            <a:fillRect l="0" t="0" r="0" b="0"/>
          </a:stretch>
        </p:blipFill>
        <p:spPr>
          <a:xfrm xmlns:a="http://schemas.openxmlformats.org/drawingml/2006/main">
            <a:off x="7109776" y="5343960"/>
            <a:ext cx="1294582" cy="1088058"/>
          </a:xfrm>
          <a:prstGeom xmlns:a="http://schemas.openxmlformats.org/drawingml/2006/main" prst="rect">
            <a:avLst/>
          </a:prstGeom>
        </p:spPr>
      </p:pic>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fa982d20a3b048f4"/>
          <a:srcRect xmlns:a="http://schemas.openxmlformats.org/drawingml/2006/main" l="38" t="0" r="38" b="0"/>
          <a:stretch xmlns:a="http://schemas.openxmlformats.org/drawingml/2006/main">
            <a:fillRect l="0" t="0" r="0" b="0"/>
          </a:stretch>
        </p:blipFill>
        <p:spPr>
          <a:xfrm xmlns:a="http://schemas.openxmlformats.org/drawingml/2006/main">
            <a:off x="9094175" y="5400156"/>
            <a:ext cx="2659929" cy="1072101"/>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125c5859436b4f2c">
            <a:extLst>
              <a:ext uri="{96DAC541-7B7A-43D3-8B79-37D633B846F1}">
                <asvg:svgBlip xmlns:asvg="http://schemas.microsoft.com/office/drawing/2016/SVG/main" r:embed="Rbc109a2e84984678"/>
              </a:ext>
            </a:extLst>
          </a:blip>
          <a:stretch xmlns:a="http://schemas.openxmlformats.org/drawingml/2006/main"/>
        </p:blipFill>
        <p:spPr>
          <a:xfrm xmlns:a="http://schemas.openxmlformats.org/drawingml/2006/main">
            <a:off x="7403621" y="3986417"/>
            <a:ext cx="1327150" cy="1236942"/>
          </a:xfrm>
          <a:prstGeom xmlns:a="http://schemas.openxmlformats.org/drawingml/2006/main" prst="rect">
            <a:avLst/>
          </a:prstGeom>
        </p:spPr>
      </p:pic>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e13d49f719394665">
            <a:extLst>
              <a:ext uri="{96DAC541-7B7A-43D3-8B79-37D633B846F1}">
                <asvg:svgBlip xmlns:asvg="http://schemas.microsoft.com/office/drawing/2016/SVG/main" r:embed="Rd34fbf4392da41c5"/>
              </a:ext>
            </a:extLst>
          </a:blip>
          <a:stretch xmlns:a="http://schemas.openxmlformats.org/drawingml/2006/main"/>
        </p:blipFill>
        <p:spPr>
          <a:xfrm xmlns:a="http://schemas.openxmlformats.org/drawingml/2006/main">
            <a:off x="8771411" y="3986417"/>
            <a:ext cx="1302385" cy="1236942"/>
          </a:xfrm>
          <a:prstGeom xmlns:a="http://schemas.openxmlformats.org/drawingml/2006/main" prst="rect">
            <a:avLst/>
          </a:prstGeom>
        </p:spPr>
      </p:pic>
      <p:sp>
        <p:nvSpPr>
          <p:cNvPr id="51" name="pdf-text-0051">
            <a:extLst xmlns:a="http://schemas.openxmlformats.org/drawingml/2006/main">
              <a:ext uri="{FF2B5EF4-FFF2-40B4-BE49-F238E27FC236}">
                <a16:creationId xmlns:a16="http://schemas.microsoft.com/office/drawing/2014/main" id="{4D58129C-5E92-42ED-8D5D-DD93F9B0650F}"/>
              </a:ext>
            </a:extLst>
          </p:cNvPr>
          <p:cNvSpPr>
            <a:spLocks xmlns:a="http://schemas.openxmlformats.org/drawingml/2006/main" noGrp="1"/>
          </p:cNvSpPr>
          <p:nvPr/>
        </p:nvSpPr>
        <p:spPr>
          <a:xfrm xmlns:a="http://schemas.openxmlformats.org/drawingml/2006/main">
            <a:off x="7628568" y="4540345"/>
            <a:ext cx="25670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3D</a:t>
            </a:r>
          </a:p>
        </p:txBody>
      </p:sp>
      <p:sp>
        <p:nvSpPr>
          <p:cNvPr id="52" name="pdf-text-0052">
            <a:extLst xmlns:a="http://schemas.openxmlformats.org/drawingml/2006/main">
              <a:ext uri="{FF2B5EF4-FFF2-40B4-BE49-F238E27FC236}">
                <a16:creationId xmlns:a16="http://schemas.microsoft.com/office/drawing/2014/main" id="{A275FBBF-18AD-4F95-B1B5-02CFFC8728AD}"/>
              </a:ext>
            </a:extLst>
          </p:cNvPr>
          <p:cNvSpPr>
            <a:spLocks xmlns:a="http://schemas.openxmlformats.org/drawingml/2006/main" noGrp="1"/>
          </p:cNvSpPr>
          <p:nvPr/>
        </p:nvSpPr>
        <p:spPr>
          <a:xfrm xmlns:a="http://schemas.openxmlformats.org/drawingml/2006/main">
            <a:off x="7846502" y="4529543"/>
            <a:ext cx="75445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量检测大</a:t>
            </a:r>
          </a:p>
        </p:txBody>
      </p:sp>
      <p:sp>
        <p:nvSpPr>
          <p:cNvPr id="53" name="pdf-text-0053">
            <a:extLst xmlns:a="http://schemas.openxmlformats.org/drawingml/2006/main">
              <a:ext uri="{FF2B5EF4-FFF2-40B4-BE49-F238E27FC236}">
                <a16:creationId xmlns:a16="http://schemas.microsoft.com/office/drawing/2014/main" id="{5200943D-2B9A-4292-B56F-FAA3979DFFB5}"/>
              </a:ext>
            </a:extLst>
          </p:cNvPr>
          <p:cNvSpPr>
            <a:spLocks xmlns:a="http://schemas.openxmlformats.org/drawingml/2006/main" noGrp="1"/>
          </p:cNvSpPr>
          <p:nvPr/>
        </p:nvSpPr>
        <p:spPr>
          <a:xfrm xmlns:a="http://schemas.openxmlformats.org/drawingml/2006/main">
            <a:off x="7649904" y="4752048"/>
            <a:ext cx="9281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幅提升缺陷</a:t>
            </a:r>
          </a:p>
        </p:txBody>
      </p:sp>
      <p:sp>
        <p:nvSpPr>
          <p:cNvPr id="54" name="pdf-text-0054">
            <a:extLst xmlns:a="http://schemas.openxmlformats.org/drawingml/2006/main">
              <a:ext uri="{FF2B5EF4-FFF2-40B4-BE49-F238E27FC236}">
                <a16:creationId xmlns:a16="http://schemas.microsoft.com/office/drawing/2014/main" id="{4A40A7AF-8FB7-4906-8A0E-39E0C586E34D}"/>
              </a:ext>
            </a:extLst>
          </p:cNvPr>
          <p:cNvSpPr>
            <a:spLocks xmlns:a="http://schemas.openxmlformats.org/drawingml/2006/main" noGrp="1"/>
          </p:cNvSpPr>
          <p:nvPr/>
        </p:nvSpPr>
        <p:spPr>
          <a:xfrm xmlns:a="http://schemas.openxmlformats.org/drawingml/2006/main">
            <a:off x="7828214" y="4956263"/>
            <a:ext cx="5730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检出率</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5696b85d70ac45cb">
            <a:extLst>
              <a:ext uri="{96DAC541-7B7A-43D3-8B79-37D633B846F1}">
                <asvg:svgBlip xmlns:asvg="http://schemas.microsoft.com/office/drawing/2016/SVG/main" r:embed="Rf8d32d47275b4919"/>
              </a:ext>
            </a:extLst>
          </a:blip>
          <a:stretch xmlns:a="http://schemas.openxmlformats.org/drawingml/2006/main"/>
        </p:blipFill>
        <p:spPr>
          <a:xfrm xmlns:a="http://schemas.openxmlformats.org/drawingml/2006/main">
            <a:off x="10098560" y="3986417"/>
            <a:ext cx="1329055" cy="1236942"/>
          </a:xfrm>
          <a:prstGeom xmlns:a="http://schemas.openxmlformats.org/drawingml/2006/main" prst="rect">
            <a:avLst/>
          </a:prstGeom>
        </p:spPr>
      </p:pic>
      <p:sp>
        <p:nvSpPr>
          <p:cNvPr id="56" name="pdf-text-0056">
            <a:extLst xmlns:a="http://schemas.openxmlformats.org/drawingml/2006/main">
              <a:ext uri="{FF2B5EF4-FFF2-40B4-BE49-F238E27FC236}">
                <a16:creationId xmlns:a16="http://schemas.microsoft.com/office/drawing/2014/main" id="{E3BBDF6D-3E23-4F50-87C9-704839DEBA5A}"/>
              </a:ext>
            </a:extLst>
          </p:cNvPr>
          <p:cNvSpPr>
            <a:spLocks xmlns:a="http://schemas.openxmlformats.org/drawingml/2006/main" noGrp="1"/>
          </p:cNvSpPr>
          <p:nvPr/>
        </p:nvSpPr>
        <p:spPr>
          <a:xfrm xmlns:a="http://schemas.openxmlformats.org/drawingml/2006/main">
            <a:off x="10208002" y="4540073"/>
            <a:ext cx="25670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3D</a:t>
            </a:r>
          </a:p>
        </p:txBody>
      </p:sp>
      <p:sp>
        <p:nvSpPr>
          <p:cNvPr id="57" name="pdf-text-0057">
            <a:extLst xmlns:a="http://schemas.openxmlformats.org/drawingml/2006/main">
              <a:ext uri="{FF2B5EF4-FFF2-40B4-BE49-F238E27FC236}">
                <a16:creationId xmlns:a16="http://schemas.microsoft.com/office/drawing/2014/main" id="{9FFEB427-2879-4BE0-BAAD-8297926EDD77}"/>
              </a:ext>
            </a:extLst>
          </p:cNvPr>
          <p:cNvSpPr>
            <a:spLocks xmlns:a="http://schemas.openxmlformats.org/drawingml/2006/main" noGrp="1"/>
          </p:cNvSpPr>
          <p:nvPr/>
        </p:nvSpPr>
        <p:spPr>
          <a:xfrm xmlns:a="http://schemas.openxmlformats.org/drawingml/2006/main">
            <a:off x="10425934" y="4529272"/>
            <a:ext cx="93116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量检测反馈</a:t>
            </a:r>
          </a:p>
        </p:txBody>
      </p:sp>
      <p:sp>
        <p:nvSpPr>
          <p:cNvPr id="58" name="pdf-text-0058">
            <a:extLst xmlns:a="http://schemas.openxmlformats.org/drawingml/2006/main">
              <a:ext uri="{FF2B5EF4-FFF2-40B4-BE49-F238E27FC236}">
                <a16:creationId xmlns:a16="http://schemas.microsoft.com/office/drawing/2014/main" id="{5B74122C-A943-4016-B1EA-09ABF4D55158}"/>
              </a:ext>
            </a:extLst>
          </p:cNvPr>
          <p:cNvSpPr>
            <a:spLocks xmlns:a="http://schemas.openxmlformats.org/drawingml/2006/main" noGrp="1"/>
          </p:cNvSpPr>
          <p:nvPr/>
        </p:nvSpPr>
        <p:spPr>
          <a:xfrm xmlns:a="http://schemas.openxmlformats.org/drawingml/2006/main">
            <a:off x="10229338" y="4751775"/>
            <a:ext cx="11064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多维缺陷信息</a:t>
            </a:r>
          </a:p>
        </p:txBody>
      </p:sp>
      <p:sp>
        <p:nvSpPr>
          <p:cNvPr id="59" name="pdf-text-0059">
            <a:extLst xmlns:a="http://schemas.openxmlformats.org/drawingml/2006/main">
              <a:ext uri="{FF2B5EF4-FFF2-40B4-BE49-F238E27FC236}">
                <a16:creationId xmlns:a16="http://schemas.microsoft.com/office/drawing/2014/main" id="{0F206324-298A-4A7D-9C8C-D2CC6A9B22A0}"/>
              </a:ext>
            </a:extLst>
          </p:cNvPr>
          <p:cNvSpPr>
            <a:spLocks xmlns:a="http://schemas.openxmlformats.org/drawingml/2006/main" noGrp="1"/>
          </p:cNvSpPr>
          <p:nvPr/>
        </p:nvSpPr>
        <p:spPr>
          <a:xfrm xmlns:a="http://schemas.openxmlformats.org/drawingml/2006/main">
            <a:off x="10407648" y="4955992"/>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优化工艺</a:t>
            </a:r>
          </a:p>
        </p:txBody>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ce2d29f8b11a47ee">
            <a:extLst>
              <a:ext uri="{96DAC541-7B7A-43D3-8B79-37D633B846F1}">
                <asvg:svgBlip xmlns:asvg="http://schemas.microsoft.com/office/drawing/2016/SVG/main" r:embed="Reb6504e653364c7d"/>
              </a:ext>
            </a:extLst>
          </a:blip>
          <a:stretch xmlns:a="http://schemas.openxmlformats.org/drawingml/2006/main"/>
        </p:blipFill>
        <p:spPr>
          <a:xfrm xmlns:a="http://schemas.openxmlformats.org/drawingml/2006/main">
            <a:off x="10207144" y="4049985"/>
            <a:ext cx="373641" cy="373613"/>
          </a:xfrm>
          <a:prstGeom xmlns:a="http://schemas.openxmlformats.org/drawingml/2006/main" prst="rect">
            <a:avLst/>
          </a:prstGeom>
        </p:spPr>
      </p:pic>
      <p:sp>
        <p:nvSpPr>
          <p:cNvPr id="61" name="pdf-text-0061">
            <a:extLst xmlns:a="http://schemas.openxmlformats.org/drawingml/2006/main">
              <a:ext uri="{FF2B5EF4-FFF2-40B4-BE49-F238E27FC236}">
                <a16:creationId xmlns:a16="http://schemas.microsoft.com/office/drawing/2014/main" id="{3FB106C6-9053-4C02-87C4-87AE1B5FF817}"/>
              </a:ext>
            </a:extLst>
          </p:cNvPr>
          <p:cNvSpPr>
            <a:spLocks xmlns:a="http://schemas.openxmlformats.org/drawingml/2006/main" noGrp="1"/>
          </p:cNvSpPr>
          <p:nvPr/>
        </p:nvSpPr>
        <p:spPr>
          <a:xfrm xmlns:a="http://schemas.openxmlformats.org/drawingml/2006/main">
            <a:off x="8985438" y="4540073"/>
            <a:ext cx="25670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3D</a:t>
            </a:r>
          </a:p>
        </p:txBody>
      </p:sp>
      <p:sp>
        <p:nvSpPr>
          <p:cNvPr id="62" name="pdf-text-0062">
            <a:extLst xmlns:a="http://schemas.openxmlformats.org/drawingml/2006/main">
              <a:ext uri="{FF2B5EF4-FFF2-40B4-BE49-F238E27FC236}">
                <a16:creationId xmlns:a16="http://schemas.microsoft.com/office/drawing/2014/main" id="{B5F4BAE9-5140-4A26-8292-3F9C1761E2E3}"/>
              </a:ext>
            </a:extLst>
          </p:cNvPr>
          <p:cNvSpPr>
            <a:spLocks xmlns:a="http://schemas.openxmlformats.org/drawingml/2006/main" noGrp="1"/>
          </p:cNvSpPr>
          <p:nvPr/>
        </p:nvSpPr>
        <p:spPr>
          <a:xfrm xmlns:a="http://schemas.openxmlformats.org/drawingml/2006/main">
            <a:off x="9203368" y="4529272"/>
            <a:ext cx="75439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量检测大</a:t>
            </a:r>
          </a:p>
        </p:txBody>
      </p:sp>
      <p:sp>
        <p:nvSpPr>
          <p:cNvPr id="63" name="pdf-text-0063">
            <a:extLst xmlns:a="http://schemas.openxmlformats.org/drawingml/2006/main">
              <a:ext uri="{FF2B5EF4-FFF2-40B4-BE49-F238E27FC236}">
                <a16:creationId xmlns:a16="http://schemas.microsoft.com/office/drawing/2014/main" id="{598AF03B-CF96-4D59-9B4D-4FFF300D2702}"/>
              </a:ext>
            </a:extLst>
          </p:cNvPr>
          <p:cNvSpPr>
            <a:spLocks xmlns:a="http://schemas.openxmlformats.org/drawingml/2006/main" noGrp="1"/>
          </p:cNvSpPr>
          <p:nvPr/>
        </p:nvSpPr>
        <p:spPr>
          <a:xfrm xmlns:a="http://schemas.openxmlformats.org/drawingml/2006/main">
            <a:off x="9008298" y="4751775"/>
            <a:ext cx="9281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幅降低缺陷</a:t>
            </a:r>
          </a:p>
        </p:txBody>
      </p:sp>
      <p:sp>
        <p:nvSpPr>
          <p:cNvPr id="64" name="pdf-text-0064">
            <a:extLst xmlns:a="http://schemas.openxmlformats.org/drawingml/2006/main">
              <a:ext uri="{FF2B5EF4-FFF2-40B4-BE49-F238E27FC236}">
                <a16:creationId xmlns:a16="http://schemas.microsoft.com/office/drawing/2014/main" id="{CC0165CB-363A-4CDF-A91C-0FCA886D1EA8}"/>
              </a:ext>
            </a:extLst>
          </p:cNvPr>
          <p:cNvSpPr>
            <a:spLocks xmlns:a="http://schemas.openxmlformats.org/drawingml/2006/main" noGrp="1"/>
          </p:cNvSpPr>
          <p:nvPr/>
        </p:nvSpPr>
        <p:spPr>
          <a:xfrm xmlns:a="http://schemas.openxmlformats.org/drawingml/2006/main">
            <a:off x="9185080" y="4955992"/>
            <a:ext cx="5730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误报率</a:t>
            </a:r>
          </a:p>
        </p:txBody>
      </p:sp>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3cb4f6cdf5424319">
            <a:extLst>
              <a:ext uri="{96DAC541-7B7A-43D3-8B79-37D633B846F1}">
                <asvg:svgBlip xmlns:asvg="http://schemas.microsoft.com/office/drawing/2016/SVG/main" r:embed="R1d44bdeef5754b8b"/>
              </a:ext>
            </a:extLst>
          </a:blip>
          <a:stretch xmlns:a="http://schemas.openxmlformats.org/drawingml/2006/main"/>
        </p:blipFill>
        <p:spPr>
          <a:xfrm xmlns:a="http://schemas.openxmlformats.org/drawingml/2006/main">
            <a:off x="8909939" y="4215225"/>
            <a:ext cx="301767" cy="195669"/>
          </a:xfrm>
          <a:prstGeom xmlns:a="http://schemas.openxmlformats.org/drawingml/2006/main" prst="rect">
            <a:avLst/>
          </a:prstGeom>
        </p:spPr>
      </p:pic>
      <p:sp>
        <p:nvSpPr>
          <p:cNvPr id="66" name="pdf-vector-0066">
            <a:extLst xmlns:a="http://schemas.openxmlformats.org/drawingml/2006/main">
              <a:ext uri="{FF2B5EF4-FFF2-40B4-BE49-F238E27FC236}">
                <a16:creationId xmlns:a16="http://schemas.microsoft.com/office/drawing/2014/main" id="{FDBBD608-B9ED-41D4-8A5F-A4E054A14B66}"/>
              </a:ext>
            </a:extLst>
          </p:cNvPr>
          <p:cNvSpPr>
            <a:spLocks xmlns:a="http://schemas.openxmlformats.org/drawingml/2006/main" noGrp="1"/>
          </p:cNvSpPr>
          <p:nvPr/>
        </p:nvSpPr>
        <p:spPr>
          <a:xfrm xmlns:a="http://schemas.openxmlformats.org/drawingml/2006/main">
            <a:off x="9158346" y="4182817"/>
            <a:ext cx="31766" cy="27954"/>
          </a:xfrm>
          <a:custGeom xmlns:a="http://schemas.openxmlformats.org/drawingml/2006/main">
            <a:pathLst>
              <a:path w="31766" h="27954">
                <a:moveTo>
                  <a:pt x="0" y="27954"/>
                </a:moveTo>
                <a:lnTo>
                  <a:pt x="31766" y="0"/>
                </a:lnTo>
              </a:path>
            </a:pathLst>
          </a:custGeom>
          <a:noFill xmlns:a="http://schemas.openxmlformats.org/drawingml/2006/main"/>
          <a:ln xmlns:a="http://schemas.openxmlformats.org/drawingml/2006/main" w="12700">
            <a:solidFill>
              <a:srgbClr val="000000"/>
            </a:solidFill>
            <a:prstDash val="solid"/>
          </a:ln>
        </p:spPr>
      </p:sp>
      <p:pic>
        <p:nvPicPr>
          <p:cNvPr id="140" name=""/>
          <p:cNvPicPr>
            <a:picLocks xmlns:a="http://schemas.openxmlformats.org/drawingml/2006/main" noChangeAspect="1"/>
          </p:cNvPicPr>
          <p:nvPr/>
        </p:nvPicPr>
        <p:blipFill>
          <a:blip xmlns:r="http://schemas.openxmlformats.org/officeDocument/2006/relationships" xmlns:a="http://schemas.openxmlformats.org/drawingml/2006/main" r:embed="R515d85a668f84f16">
            <a:extLst>
              <a:ext uri="{96DAC541-7B7A-43D3-8B79-37D633B846F1}">
                <asvg:svgBlip xmlns:asvg="http://schemas.microsoft.com/office/drawing/2016/SVG/main" r:embed="R75262b1d3b4949f1"/>
              </a:ext>
            </a:extLst>
          </a:blip>
          <a:stretch xmlns:a="http://schemas.openxmlformats.org/drawingml/2006/main"/>
        </p:blipFill>
        <p:spPr>
          <a:xfrm xmlns:a="http://schemas.openxmlformats.org/drawingml/2006/main">
            <a:off x="8862289" y="4048133"/>
            <a:ext cx="181691" cy="283980"/>
          </a:xfrm>
          <a:prstGeom xmlns:a="http://schemas.openxmlformats.org/drawingml/2006/main" prst="rect">
            <a:avLst/>
          </a:prstGeom>
        </p:spPr>
      </p:pic>
      <p:sp>
        <p:nvSpPr>
          <p:cNvPr id="68" name="pdf-vector-0068">
            <a:extLst xmlns:a="http://schemas.openxmlformats.org/drawingml/2006/main">
              <a:ext uri="{FF2B5EF4-FFF2-40B4-BE49-F238E27FC236}">
                <a16:creationId xmlns:a16="http://schemas.microsoft.com/office/drawing/2014/main" id="{2C784584-3FC5-4DD0-B10F-584929A55F14}"/>
              </a:ext>
            </a:extLst>
          </p:cNvPr>
          <p:cNvSpPr>
            <a:spLocks xmlns:a="http://schemas.openxmlformats.org/drawingml/2006/main" noGrp="1"/>
          </p:cNvSpPr>
          <p:nvPr/>
        </p:nvSpPr>
        <p:spPr>
          <a:xfrm xmlns:a="http://schemas.openxmlformats.org/drawingml/2006/main">
            <a:off x="9046528" y="4072268"/>
            <a:ext cx="52097" cy="41932"/>
          </a:xfrm>
          <a:custGeom xmlns:a="http://schemas.openxmlformats.org/drawingml/2006/main">
            <a:pathLst>
              <a:path w="52097" h="41932">
                <a:moveTo>
                  <a:pt x="0" y="41932"/>
                </a:moveTo>
                <a:lnTo>
                  <a:pt x="52097" y="0"/>
                </a:lnTo>
              </a:path>
            </a:pathLst>
          </a:custGeom>
          <a:noFill xmlns:a="http://schemas.openxmlformats.org/drawingml/2006/main"/>
          <a:ln xmlns:a="http://schemas.openxmlformats.org/drawingml/2006/main" w="12700">
            <a:solidFill>
              <a:srgbClr val="000000"/>
            </a:solidFill>
            <a:prstDash val="solid"/>
          </a:ln>
        </p:spPr>
      </p:sp>
      <p:sp>
        <p:nvSpPr>
          <p:cNvPr id="69" name="pdf-vector-0069">
            <a:extLst xmlns:a="http://schemas.openxmlformats.org/drawingml/2006/main">
              <a:ext uri="{FF2B5EF4-FFF2-40B4-BE49-F238E27FC236}">
                <a16:creationId xmlns:a16="http://schemas.microsoft.com/office/drawing/2014/main" id="{382A89BF-5344-4DAB-B90A-72A65BDF12CB}"/>
              </a:ext>
            </a:extLst>
          </p:cNvPr>
          <p:cNvSpPr>
            <a:spLocks xmlns:a="http://schemas.openxmlformats.org/drawingml/2006/main" noGrp="1"/>
          </p:cNvSpPr>
          <p:nvPr/>
        </p:nvSpPr>
        <p:spPr>
          <a:xfrm xmlns:a="http://schemas.openxmlformats.org/drawingml/2006/main">
            <a:off x="9104343" y="4148508"/>
            <a:ext cx="76239" cy="65439"/>
          </a:xfrm>
          <a:custGeom xmlns:a="http://schemas.openxmlformats.org/drawingml/2006/main">
            <a:pathLst>
              <a:path w="76239" h="65439">
                <a:moveTo>
                  <a:pt x="0" y="65439"/>
                </a:moveTo>
                <a:lnTo>
                  <a:pt x="76239" y="0"/>
                </a:lnTo>
              </a:path>
            </a:pathLst>
          </a:custGeom>
          <a:noFill xmlns:a="http://schemas.openxmlformats.org/drawingml/2006/main"/>
          <a:ln xmlns:a="http://schemas.openxmlformats.org/drawingml/2006/main" w="12700">
            <a:solidFill>
              <a:srgbClr val="000000"/>
            </a:solidFill>
            <a:prstDash val="solid"/>
          </a:ln>
        </p:spPr>
      </p:sp>
      <p:sp>
        <p:nvSpPr>
          <p:cNvPr id="70" name="pdf-vector-0070">
            <a:extLst xmlns:a="http://schemas.openxmlformats.org/drawingml/2006/main">
              <a:ext uri="{FF2B5EF4-FFF2-40B4-BE49-F238E27FC236}">
                <a16:creationId xmlns:a16="http://schemas.microsoft.com/office/drawing/2014/main" id="{D696FEC7-37C3-44B2-ADAA-C31588702C74}"/>
              </a:ext>
            </a:extLst>
          </p:cNvPr>
          <p:cNvSpPr>
            <a:spLocks xmlns:a="http://schemas.openxmlformats.org/drawingml/2006/main" noGrp="1"/>
          </p:cNvSpPr>
          <p:nvPr/>
        </p:nvSpPr>
        <p:spPr>
          <a:xfrm xmlns:a="http://schemas.openxmlformats.org/drawingml/2006/main">
            <a:off x="9046528" y="4091963"/>
            <a:ext cx="87675" cy="75604"/>
          </a:xfrm>
          <a:custGeom xmlns:a="http://schemas.openxmlformats.org/drawingml/2006/main">
            <a:pathLst>
              <a:path w="87675" h="75604">
                <a:moveTo>
                  <a:pt x="0" y="75604"/>
                </a:moveTo>
                <a:lnTo>
                  <a:pt x="87675" y="0"/>
                </a:lnTo>
              </a:path>
            </a:pathLst>
          </a:custGeom>
          <a:noFill xmlns:a="http://schemas.openxmlformats.org/drawingml/2006/main"/>
          <a:ln xmlns:a="http://schemas.openxmlformats.org/drawingml/2006/main" w="12700">
            <a:solidFill>
              <a:srgbClr val="000000"/>
            </a:solidFill>
            <a:prstDash val="solid"/>
          </a:ln>
        </p:spPr>
      </p:sp>
      <p:sp>
        <p:nvSpPr>
          <p:cNvPr id="71" name="pdf-vector-0071">
            <a:extLst xmlns:a="http://schemas.openxmlformats.org/drawingml/2006/main">
              <a:ext uri="{FF2B5EF4-FFF2-40B4-BE49-F238E27FC236}">
                <a16:creationId xmlns:a16="http://schemas.microsoft.com/office/drawing/2014/main" id="{10ACC42A-06ED-47E3-9EC1-71240CC2F833}"/>
              </a:ext>
            </a:extLst>
          </p:cNvPr>
          <p:cNvSpPr>
            <a:spLocks xmlns:a="http://schemas.openxmlformats.org/drawingml/2006/main" noGrp="1"/>
          </p:cNvSpPr>
          <p:nvPr/>
        </p:nvSpPr>
        <p:spPr>
          <a:xfrm xmlns:a="http://schemas.openxmlformats.org/drawingml/2006/main">
            <a:off x="9047163" y="4117376"/>
            <a:ext cx="114359" cy="95935"/>
          </a:xfrm>
          <a:custGeom xmlns:a="http://schemas.openxmlformats.org/drawingml/2006/main">
            <a:pathLst>
              <a:path w="114359" h="95935">
                <a:moveTo>
                  <a:pt x="0" y="95935"/>
                </a:moveTo>
                <a:lnTo>
                  <a:pt x="114359" y="0"/>
                </a:lnTo>
              </a:path>
            </a:pathLst>
          </a:custGeom>
          <a:noFill xmlns:a="http://schemas.openxmlformats.org/drawingml/2006/main"/>
          <a:ln xmlns:a="http://schemas.openxmlformats.org/drawingml/2006/main" w="12700">
            <a:solidFill>
              <a:srgbClr val="000000"/>
            </a:solidFill>
            <a:prstDash val="solid"/>
          </a:ln>
        </p:spPr>
      </p:sp>
      <p:sp>
        <p:nvSpPr>
          <p:cNvPr id="72" name="pdf-vector-0072">
            <a:extLst xmlns:a="http://schemas.openxmlformats.org/drawingml/2006/main">
              <a:ext uri="{FF2B5EF4-FFF2-40B4-BE49-F238E27FC236}">
                <a16:creationId xmlns:a16="http://schemas.microsoft.com/office/drawing/2014/main" id="{75BFA43A-710C-4AA1-B434-A6170421DF7E}"/>
              </a:ext>
            </a:extLst>
          </p:cNvPr>
          <p:cNvSpPr>
            <a:spLocks xmlns:a="http://schemas.openxmlformats.org/drawingml/2006/main" noGrp="1"/>
          </p:cNvSpPr>
          <p:nvPr/>
        </p:nvSpPr>
        <p:spPr>
          <a:xfrm xmlns:a="http://schemas.openxmlformats.org/drawingml/2006/main">
            <a:off x="9045892" y="4062738"/>
            <a:ext cx="19060" cy="15248"/>
          </a:xfrm>
          <a:custGeom xmlns:a="http://schemas.openxmlformats.org/drawingml/2006/main">
            <a:pathLst>
              <a:path w="19060" h="15248">
                <a:moveTo>
                  <a:pt x="0" y="15248"/>
                </a:moveTo>
                <a:lnTo>
                  <a:pt x="19060" y="0"/>
                </a:lnTo>
              </a:path>
            </a:pathLst>
          </a:custGeom>
          <a:noFill xmlns:a="http://schemas.openxmlformats.org/drawingml/2006/main"/>
          <a:ln xmlns:a="http://schemas.openxmlformats.org/drawingml/2006/main" w="12700">
            <a:solidFill>
              <a:srgbClr val="000000"/>
            </a:solidFill>
            <a:prstDash val="solid"/>
          </a:ln>
        </p:spPr>
      </p:sp>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4aa525cf13e84c39"/>
          <a:srcRect xmlns:a="http://schemas.openxmlformats.org/drawingml/2006/main" l="758" t="0" r="758" b="0"/>
          <a:stretch xmlns:a="http://schemas.openxmlformats.org/drawingml/2006/main">
            <a:fillRect l="0" t="0" r="0" b="0"/>
          </a:stretch>
        </p:blipFill>
        <p:spPr>
          <a:xfrm xmlns:a="http://schemas.openxmlformats.org/drawingml/2006/main" rot="-10800000">
            <a:off x="7442990" y="4027076"/>
            <a:ext cx="396240" cy="396240"/>
          </a:xfrm>
          <a:prstGeom xmlns:a="http://schemas.openxmlformats.org/drawingml/2006/main" prst="rect">
            <a:avLst/>
          </a:prstGeom>
        </p:spPr>
      </p:pic>
    </p:spTree>
    <p:extLst>
      <p:ext uri="{BB962C8B-B14F-4D97-AF65-F5344CB8AC3E}">
        <p14:creationId xmlns:p14="http://schemas.microsoft.com/office/powerpoint/2010/main" val="1467953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pdf-vector-0001">
            <a:extLst xmlns:a="http://schemas.openxmlformats.org/drawingml/2006/main">
              <a:ext uri="{FF2B5EF4-FFF2-40B4-BE49-F238E27FC236}">
                <a16:creationId xmlns:a16="http://schemas.microsoft.com/office/drawing/2014/main" id="{00F08BFC-5F7A-449C-97FF-F03C1D9217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bf74224564434ad2"/>
          <a:srcRect xmlns:a="http://schemas.openxmlformats.org/drawingml/2006/main" l="0" t="0" r="0" b="0"/>
          <a:stretch xmlns:a="http://schemas.openxmlformats.org/drawingml/2006/main">
            <a:fillRect l="0" t="0" r="0" b="0"/>
          </a:stretch>
        </p:blipFill>
        <p:spPr>
          <a:xfrm xmlns:a="http://schemas.openxmlformats.org/drawingml/2006/main">
            <a:off x="5384800" y="812800"/>
            <a:ext cx="6286500" cy="406400"/>
          </a:xfrm>
          <a:prstGeom xmlns:a="http://schemas.openxmlformats.org/drawingml/2006/main" prst="rect">
            <a:avLst/>
          </a:prstGeom>
        </p:spPr>
      </p:pic>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5ffee9bab3cd4f30"/>
          <a:srcRect xmlns:a="http://schemas.openxmlformats.org/drawingml/2006/main" l="0" t="0" r="0" b="0"/>
          <a:stretch xmlns:a="http://schemas.openxmlformats.org/drawingml/2006/main">
            <a:fillRect l="0" t="0" r="0" b="0"/>
          </a:stretch>
        </p:blipFill>
        <p:spPr>
          <a:xfrm xmlns:a="http://schemas.openxmlformats.org/drawingml/2006/main">
            <a:off x="1943100" y="203200"/>
            <a:ext cx="50800" cy="508000"/>
          </a:xfrm>
          <a:prstGeom xmlns:a="http://schemas.openxmlformats.org/drawingml/2006/main" prst="rect">
            <a:avLst/>
          </a:prstGeom>
        </p:spPr>
      </p:pic>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53c1c6cec8844726"/>
          <a:srcRect xmlns:a="http://schemas.openxmlformats.org/drawingml/2006/main" l="0" t="40" r="0" b="40"/>
          <a:stretch xmlns:a="http://schemas.openxmlformats.org/drawingml/2006/main">
            <a:fillRect l="0" t="0" r="0" b="0"/>
          </a:stretch>
        </p:blipFill>
        <p:spPr>
          <a:xfrm xmlns:a="http://schemas.openxmlformats.org/drawingml/2006/main">
            <a:off x="5103876" y="1039368"/>
            <a:ext cx="6742176" cy="5658612"/>
          </a:xfrm>
          <a:prstGeom xmlns:a="http://schemas.openxmlformats.org/drawingml/2006/main" prst="rect">
            <a:avLst/>
          </a:prstGeom>
        </p:spPr>
      </p:pic>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7e928f89164e466d">
            <a:extLst>
              <a:ext uri="{96DAC541-7B7A-43D3-8B79-37D633B846F1}">
                <asvg:svgBlip xmlns:asvg="http://schemas.microsoft.com/office/drawing/2016/SVG/main" r:embed="Re66c2676f7e44588"/>
              </a:ext>
            </a:extLst>
          </a:blip>
          <a:stretch xmlns:a="http://schemas.openxmlformats.org/drawingml/2006/main"/>
        </p:blipFill>
        <p:spPr>
          <a:xfrm xmlns:a="http://schemas.openxmlformats.org/drawingml/2006/main">
            <a:off x="5222115" y="1146125"/>
            <a:ext cx="6506845" cy="5445176"/>
          </a:xfrm>
          <a:prstGeom xmlns:a="http://schemas.openxmlformats.org/drawingml/2006/main" prst="rect">
            <a:avLst/>
          </a:prstGeom>
        </p:spPr>
      </p:pic>
      <p:sp>
        <p:nvSpPr>
          <p:cNvPr id="6" name="pdf-text-0006">
            <a:extLst xmlns:a="http://schemas.openxmlformats.org/drawingml/2006/main">
              <a:ext uri="{FF2B5EF4-FFF2-40B4-BE49-F238E27FC236}">
                <a16:creationId xmlns:a16="http://schemas.microsoft.com/office/drawing/2014/main" id="{1F1EF885-589C-409C-9F3B-297DD16603DF}"/>
              </a:ext>
            </a:extLst>
          </p:cNvPr>
          <p:cNvSpPr>
            <a:spLocks xmlns:a="http://schemas.openxmlformats.org/drawingml/2006/main" noGrp="1"/>
          </p:cNvSpPr>
          <p:nvPr/>
        </p:nvSpPr>
        <p:spPr>
          <a:xfrm xmlns:a="http://schemas.openxmlformats.org/drawingml/2006/main">
            <a:off x="2161540" y="326801"/>
            <a:ext cx="5658636"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AI及先进制程推动，量检测设备市场空间广阔</a:t>
            </a:r>
          </a:p>
        </p:txBody>
      </p:sp>
      <p:sp>
        <p:nvSpPr>
          <p:cNvPr id="7" name="pdf-text-0007">
            <a:extLst xmlns:a="http://schemas.openxmlformats.org/drawingml/2006/main">
              <a:ext uri="{FF2B5EF4-FFF2-40B4-BE49-F238E27FC236}">
                <a16:creationId xmlns:a16="http://schemas.microsoft.com/office/drawing/2014/main" id="{352B9290-4837-4684-A703-CA1A20CDCB22}"/>
              </a:ext>
            </a:extLst>
          </p:cNvPr>
          <p:cNvSpPr>
            <a:spLocks xmlns:a="http://schemas.openxmlformats.org/drawingml/2006/main" noGrp="1"/>
          </p:cNvSpPr>
          <p:nvPr/>
        </p:nvSpPr>
        <p:spPr>
          <a:xfrm xmlns:a="http://schemas.openxmlformats.org/drawingml/2006/main">
            <a:off x="6577029" y="930441"/>
            <a:ext cx="263291"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FFFFFF"/>
                </a:solidFill>
                <a:latin typeface="TimesNewRomanPSMT"/>
                <a:ea typeface="TimesNewRomanPSMT"/>
                <a:cs typeface="TimesNewRomanPSMT"/>
              </a:defRPr>
            </a:pPr>
            <a:r>
              <a:rPr sz="1596" b="1" i="0">
                <a:solidFill>
                  <a:srgbClr val="FFFFFF"/>
                </a:solidFill>
                <a:latin typeface="TimesNewRomanPSMT"/>
                <a:ea typeface="TimesNewRomanPSMT"/>
                <a:cs typeface="TimesNewRomanPSMT"/>
              </a:rPr>
              <a:t>AI</a:t>
            </a:r>
          </a:p>
        </p:txBody>
      </p:sp>
      <p:sp>
        <p:nvSpPr>
          <p:cNvPr id="8" name="pdf-text-0008">
            <a:extLst xmlns:a="http://schemas.openxmlformats.org/drawingml/2006/main">
              <a:ext uri="{FF2B5EF4-FFF2-40B4-BE49-F238E27FC236}">
                <a16:creationId xmlns:a16="http://schemas.microsoft.com/office/drawing/2014/main" id="{3700846C-E746-473F-B24A-FCF30251FED2}"/>
              </a:ext>
            </a:extLst>
          </p:cNvPr>
          <p:cNvSpPr>
            <a:spLocks xmlns:a="http://schemas.openxmlformats.org/drawingml/2006/main" noGrp="1"/>
          </p:cNvSpPr>
          <p:nvPr/>
        </p:nvSpPr>
        <p:spPr>
          <a:xfrm xmlns:a="http://schemas.openxmlformats.org/drawingml/2006/main">
            <a:off x="6802581" y="918161"/>
            <a:ext cx="371424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革命带来量检测设备需求量呈指数级上升</a:t>
            </a:r>
          </a:p>
        </p:txBody>
      </p:sp>
      <p:sp>
        <p:nvSpPr>
          <p:cNvPr id="9" name="pdf-vector-0009">
            <a:extLst xmlns:a="http://schemas.openxmlformats.org/drawingml/2006/main">
              <a:ext uri="{FF2B5EF4-FFF2-40B4-BE49-F238E27FC236}">
                <a16:creationId xmlns:a16="http://schemas.microsoft.com/office/drawing/2014/main" id="{58284F8A-EA53-4929-A0C7-1BFF55D996A3}"/>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10" name="pdf-vector-0010">
            <a:extLst xmlns:a="http://schemas.openxmlformats.org/drawingml/2006/main">
              <a:ext uri="{FF2B5EF4-FFF2-40B4-BE49-F238E27FC236}">
                <a16:creationId xmlns:a16="http://schemas.microsoft.com/office/drawing/2014/main" id="{99252181-21DC-4EA6-8CE3-B6E8E4A08264}"/>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8334227832194bf9"/>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12" name="pdf-text-0012">
            <a:extLst xmlns:a="http://schemas.openxmlformats.org/drawingml/2006/main">
              <a:ext uri="{FF2B5EF4-FFF2-40B4-BE49-F238E27FC236}">
                <a16:creationId xmlns:a16="http://schemas.microsoft.com/office/drawing/2014/main" id="{149FD605-9367-4D1B-BFD6-F69AEF08E1BD}"/>
              </a:ext>
            </a:extLst>
          </p:cNvPr>
          <p:cNvSpPr>
            <a:spLocks xmlns:a="http://schemas.openxmlformats.org/drawingml/2006/main" noGrp="1"/>
          </p:cNvSpPr>
          <p:nvPr/>
        </p:nvSpPr>
        <p:spPr>
          <a:xfrm xmlns:a="http://schemas.openxmlformats.org/drawingml/2006/main">
            <a:off x="594510" y="320541"/>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市场空间</a:t>
            </a:r>
          </a:p>
        </p:txBody>
      </p:sp>
      <p:sp>
        <p:nvSpPr>
          <p:cNvPr id="13" name="pdf-text-0013">
            <a:extLst xmlns:a="http://schemas.openxmlformats.org/drawingml/2006/main">
              <a:ext uri="{FF2B5EF4-FFF2-40B4-BE49-F238E27FC236}">
                <a16:creationId xmlns:a16="http://schemas.microsoft.com/office/drawing/2014/main" id="{15A488EF-73FB-4115-AB19-A2F27A7AD14E}"/>
              </a:ext>
            </a:extLst>
          </p:cNvPr>
          <p:cNvSpPr>
            <a:spLocks xmlns:a="http://schemas.openxmlformats.org/drawingml/2006/main" noGrp="1"/>
          </p:cNvSpPr>
          <p:nvPr/>
        </p:nvSpPr>
        <p:spPr>
          <a:xfrm xmlns:a="http://schemas.openxmlformats.org/drawingml/2006/main">
            <a:off x="440103" y="1004706"/>
            <a:ext cx="450122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全球半导体量检测设备在全球半导体制造设备中占比近</a:t>
            </a:r>
          </a:p>
        </p:txBody>
      </p:sp>
      <p:sp>
        <p:nvSpPr>
          <p:cNvPr id="14" name="pdf-text-0014">
            <a:extLst xmlns:a="http://schemas.openxmlformats.org/drawingml/2006/main">
              <a:ext uri="{FF2B5EF4-FFF2-40B4-BE49-F238E27FC236}">
                <a16:creationId xmlns:a16="http://schemas.microsoft.com/office/drawing/2014/main" id="{B15991D3-C9F1-46EE-8593-145C2C142590}"/>
              </a:ext>
            </a:extLst>
          </p:cNvPr>
          <p:cNvSpPr>
            <a:spLocks xmlns:a="http://schemas.openxmlformats.org/drawingml/2006/main" noGrp="1"/>
          </p:cNvSpPr>
          <p:nvPr/>
        </p:nvSpPr>
        <p:spPr>
          <a:xfrm xmlns:a="http://schemas.openxmlformats.org/drawingml/2006/main">
            <a:off x="440103" y="1282154"/>
            <a:ext cx="431761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13%，是仅次于刻蚀设备、薄膜沉积设备、光刻设备的</a:t>
            </a:r>
          </a:p>
        </p:txBody>
      </p:sp>
      <p:sp>
        <p:nvSpPr>
          <p:cNvPr id="15" name="pdf-text-0015">
            <a:extLst xmlns:a="http://schemas.openxmlformats.org/drawingml/2006/main">
              <a:ext uri="{FF2B5EF4-FFF2-40B4-BE49-F238E27FC236}">
                <a16:creationId xmlns:a16="http://schemas.microsoft.com/office/drawing/2014/main" id="{ED07B264-A228-4C74-9DDF-5421190E3E3C}"/>
              </a:ext>
            </a:extLst>
          </p:cNvPr>
          <p:cNvSpPr>
            <a:spLocks xmlns:a="http://schemas.openxmlformats.org/drawingml/2006/main" noGrp="1"/>
          </p:cNvSpPr>
          <p:nvPr/>
        </p:nvSpPr>
        <p:spPr>
          <a:xfrm xmlns:a="http://schemas.openxmlformats.org/drawingml/2006/main">
            <a:off x="4722543" y="1282074"/>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第</a:t>
            </a:r>
          </a:p>
        </p:txBody>
      </p:sp>
      <p:sp>
        <p:nvSpPr>
          <p:cNvPr id="16" name="pdf-text-0016">
            <a:extLst xmlns:a="http://schemas.openxmlformats.org/drawingml/2006/main">
              <a:ext uri="{FF2B5EF4-FFF2-40B4-BE49-F238E27FC236}">
                <a16:creationId xmlns:a16="http://schemas.microsoft.com/office/drawing/2014/main" id="{82A18AB5-5D2F-456C-8507-5C3E57A12728}"/>
              </a:ext>
            </a:extLst>
          </p:cNvPr>
          <p:cNvSpPr>
            <a:spLocks xmlns:a="http://schemas.openxmlformats.org/drawingml/2006/main" noGrp="1"/>
          </p:cNvSpPr>
          <p:nvPr/>
        </p:nvSpPr>
        <p:spPr>
          <a:xfrm xmlns:a="http://schemas.openxmlformats.org/drawingml/2006/main">
            <a:off x="440103" y="1559443"/>
            <a:ext cx="11064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四大细分赛道</a:t>
            </a:r>
          </a:p>
        </p:txBody>
      </p:sp>
      <p:sp>
        <p:nvSpPr>
          <p:cNvPr id="17" name="pdf-text-0017">
            <a:extLst xmlns:a="http://schemas.openxmlformats.org/drawingml/2006/main">
              <a:ext uri="{FF2B5EF4-FFF2-40B4-BE49-F238E27FC236}">
                <a16:creationId xmlns:a16="http://schemas.microsoft.com/office/drawing/2014/main" id="{0ADF5E62-1021-460A-BF2C-9370E773AC7B}"/>
              </a:ext>
            </a:extLst>
          </p:cNvPr>
          <p:cNvSpPr>
            <a:spLocks xmlns:a="http://schemas.openxmlformats.org/drawingml/2006/main" noGrp="1"/>
          </p:cNvSpPr>
          <p:nvPr/>
        </p:nvSpPr>
        <p:spPr>
          <a:xfrm xmlns:a="http://schemas.openxmlformats.org/drawingml/2006/main">
            <a:off x="1508427" y="1559443"/>
            <a:ext cx="234840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，市场空间广阔且持续增长。</a:t>
            </a:r>
          </a:p>
        </p:txBody>
      </p:sp>
      <p:sp>
        <p:nvSpPr>
          <p:cNvPr id="18" name="pdf-text-0018">
            <a:extLst xmlns:a="http://schemas.openxmlformats.org/drawingml/2006/main">
              <a:ext uri="{FF2B5EF4-FFF2-40B4-BE49-F238E27FC236}">
                <a16:creationId xmlns:a16="http://schemas.microsoft.com/office/drawing/2014/main" id="{24FC290F-C579-4E4D-9DC2-3CEE4ED87981}"/>
              </a:ext>
            </a:extLst>
          </p:cNvPr>
          <p:cNvSpPr>
            <a:spLocks xmlns:a="http://schemas.openxmlformats.org/drawingml/2006/main" noGrp="1"/>
          </p:cNvSpPr>
          <p:nvPr/>
        </p:nvSpPr>
        <p:spPr>
          <a:xfrm xmlns:a="http://schemas.openxmlformats.org/drawingml/2006/main">
            <a:off x="440103" y="1847807"/>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Arial"/>
                <a:ea typeface="Arial"/>
                <a:cs typeface="Arial"/>
              </a:defRPr>
            </a:pPr>
            <a:r>
              <a:rPr sz="1404" b="0" i="0">
                <a:solidFill>
                  <a:srgbClr val="0168B7"/>
                </a:solidFill>
                <a:latin typeface="Arial"/>
                <a:ea typeface="Arial"/>
                <a:cs typeface="Arial"/>
              </a:rPr>
              <a:t>•</a:t>
            </a:r>
          </a:p>
        </p:txBody>
      </p:sp>
      <p:sp>
        <p:nvSpPr>
          <p:cNvPr id="19" name="pdf-text-0019">
            <a:extLst xmlns:a="http://schemas.openxmlformats.org/drawingml/2006/main">
              <a:ext uri="{FF2B5EF4-FFF2-40B4-BE49-F238E27FC236}">
                <a16:creationId xmlns:a16="http://schemas.microsoft.com/office/drawing/2014/main" id="{9BD10A95-290A-4625-BD34-BF282241EC2C}"/>
              </a:ext>
            </a:extLst>
          </p:cNvPr>
          <p:cNvSpPr>
            <a:spLocks xmlns:a="http://schemas.openxmlformats.org/drawingml/2006/main" noGrp="1"/>
          </p:cNvSpPr>
          <p:nvPr/>
        </p:nvSpPr>
        <p:spPr>
          <a:xfrm xmlns:a="http://schemas.openxmlformats.org/drawingml/2006/main">
            <a:off x="726615" y="1836809"/>
            <a:ext cx="94818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全球市场：</a:t>
            </a:r>
          </a:p>
        </p:txBody>
      </p:sp>
      <p:sp>
        <p:nvSpPr>
          <p:cNvPr id="20" name="pdf-text-0020">
            <a:extLst xmlns:a="http://schemas.openxmlformats.org/drawingml/2006/main">
              <a:ext uri="{FF2B5EF4-FFF2-40B4-BE49-F238E27FC236}">
                <a16:creationId xmlns:a16="http://schemas.microsoft.com/office/drawing/2014/main" id="{9C635A92-AAA4-4A32-9801-10DBE97F426B}"/>
              </a:ext>
            </a:extLst>
          </p:cNvPr>
          <p:cNvSpPr>
            <a:spLocks xmlns:a="http://schemas.openxmlformats.org/drawingml/2006/main" noGrp="1"/>
          </p:cNvSpPr>
          <p:nvPr/>
        </p:nvSpPr>
        <p:spPr>
          <a:xfrm xmlns:a="http://schemas.openxmlformats.org/drawingml/2006/main">
            <a:off x="1642539" y="1836809"/>
            <a:ext cx="32981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120.8亿美元，预计2025-2031年复合年增</a:t>
            </a:r>
          </a:p>
        </p:txBody>
      </p:sp>
      <p:sp>
        <p:nvSpPr>
          <p:cNvPr id="21" name="pdf-text-0021">
            <a:extLst xmlns:a="http://schemas.openxmlformats.org/drawingml/2006/main">
              <a:ext uri="{FF2B5EF4-FFF2-40B4-BE49-F238E27FC236}">
                <a16:creationId xmlns:a16="http://schemas.microsoft.com/office/drawing/2014/main" id="{E6BD3839-53FB-4D4F-B2A4-D4643232A2DE}"/>
              </a:ext>
            </a:extLst>
          </p:cNvPr>
          <p:cNvSpPr>
            <a:spLocks xmlns:a="http://schemas.openxmlformats.org/drawingml/2006/main" noGrp="1"/>
          </p:cNvSpPr>
          <p:nvPr/>
        </p:nvSpPr>
        <p:spPr>
          <a:xfrm xmlns:a="http://schemas.openxmlformats.org/drawingml/2006/main">
            <a:off x="726571" y="2114257"/>
            <a:ext cx="421567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长率（CAGR）将达4.9%，2031年有望增至168.3亿美</a:t>
            </a:r>
          </a:p>
        </p:txBody>
      </p:sp>
      <p:sp>
        <p:nvSpPr>
          <p:cNvPr id="22" name="pdf-text-0022">
            <a:extLst xmlns:a="http://schemas.openxmlformats.org/drawingml/2006/main">
              <a:ext uri="{FF2B5EF4-FFF2-40B4-BE49-F238E27FC236}">
                <a16:creationId xmlns:a16="http://schemas.microsoft.com/office/drawing/2014/main" id="{563EFD6F-DE63-4B6F-A87F-B97CFF3DF2AC}"/>
              </a:ext>
            </a:extLst>
          </p:cNvPr>
          <p:cNvSpPr>
            <a:spLocks xmlns:a="http://schemas.openxmlformats.org/drawingml/2006/main" noGrp="1"/>
          </p:cNvSpPr>
          <p:nvPr/>
        </p:nvSpPr>
        <p:spPr>
          <a:xfrm xmlns:a="http://schemas.openxmlformats.org/drawingml/2006/main">
            <a:off x="726749" y="2391704"/>
            <a:ext cx="3947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元。</a:t>
            </a:r>
          </a:p>
        </p:txBody>
      </p:sp>
      <p:sp>
        <p:nvSpPr>
          <p:cNvPr id="23" name="pdf-text-0023">
            <a:extLst xmlns:a="http://schemas.openxmlformats.org/drawingml/2006/main">
              <a:ext uri="{FF2B5EF4-FFF2-40B4-BE49-F238E27FC236}">
                <a16:creationId xmlns:a16="http://schemas.microsoft.com/office/drawing/2014/main" id="{247E10A2-E8DD-474B-A4D1-103F882C3E53}"/>
              </a:ext>
            </a:extLst>
          </p:cNvPr>
          <p:cNvSpPr>
            <a:spLocks xmlns:a="http://schemas.openxmlformats.org/drawingml/2006/main" noGrp="1"/>
          </p:cNvSpPr>
          <p:nvPr/>
        </p:nvSpPr>
        <p:spPr>
          <a:xfrm xmlns:a="http://schemas.openxmlformats.org/drawingml/2006/main">
            <a:off x="440103" y="2679913"/>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Arial"/>
                <a:ea typeface="Arial"/>
                <a:cs typeface="Arial"/>
              </a:defRPr>
            </a:pPr>
            <a:r>
              <a:rPr sz="1404" b="0" i="0">
                <a:solidFill>
                  <a:srgbClr val="0168B7"/>
                </a:solidFill>
                <a:latin typeface="Arial"/>
                <a:ea typeface="Arial"/>
                <a:cs typeface="Arial"/>
              </a:rPr>
              <a:t>•</a:t>
            </a:r>
          </a:p>
        </p:txBody>
      </p:sp>
      <p:sp>
        <p:nvSpPr>
          <p:cNvPr id="24" name="pdf-text-0024">
            <a:extLst xmlns:a="http://schemas.openxmlformats.org/drawingml/2006/main">
              <a:ext uri="{FF2B5EF4-FFF2-40B4-BE49-F238E27FC236}">
                <a16:creationId xmlns:a16="http://schemas.microsoft.com/office/drawing/2014/main" id="{D8783A67-2554-4B9C-9AC4-0A9C584648D7}"/>
              </a:ext>
            </a:extLst>
          </p:cNvPr>
          <p:cNvSpPr>
            <a:spLocks xmlns:a="http://schemas.openxmlformats.org/drawingml/2006/main" noGrp="1"/>
          </p:cNvSpPr>
          <p:nvPr/>
        </p:nvSpPr>
        <p:spPr>
          <a:xfrm xmlns:a="http://schemas.openxmlformats.org/drawingml/2006/main">
            <a:off x="726615" y="2668915"/>
            <a:ext cx="94329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中国市场：</a:t>
            </a:r>
          </a:p>
        </p:txBody>
      </p:sp>
      <p:sp>
        <p:nvSpPr>
          <p:cNvPr id="25" name="pdf-text-0025">
            <a:extLst xmlns:a="http://schemas.openxmlformats.org/drawingml/2006/main">
              <a:ext uri="{FF2B5EF4-FFF2-40B4-BE49-F238E27FC236}">
                <a16:creationId xmlns:a16="http://schemas.microsoft.com/office/drawing/2014/main" id="{4406DF52-89BA-4F58-BEA7-AB19501F30D0}"/>
              </a:ext>
            </a:extLst>
          </p:cNvPr>
          <p:cNvSpPr>
            <a:spLocks xmlns:a="http://schemas.openxmlformats.org/drawingml/2006/main" noGrp="1"/>
          </p:cNvSpPr>
          <p:nvPr/>
        </p:nvSpPr>
        <p:spPr>
          <a:xfrm xmlns:a="http://schemas.openxmlformats.org/drawingml/2006/main">
            <a:off x="1636443" y="2668915"/>
            <a:ext cx="330559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已成为全球最大的半导体设备市场之一。</a:t>
            </a:r>
          </a:p>
        </p:txBody>
      </p:sp>
      <p:sp>
        <p:nvSpPr>
          <p:cNvPr id="26" name="pdf-text-0026">
            <a:extLst xmlns:a="http://schemas.openxmlformats.org/drawingml/2006/main">
              <a:ext uri="{FF2B5EF4-FFF2-40B4-BE49-F238E27FC236}">
                <a16:creationId xmlns:a16="http://schemas.microsoft.com/office/drawing/2014/main" id="{43DB01F5-6A3D-46E7-9103-15FCC73CF654}"/>
              </a:ext>
            </a:extLst>
          </p:cNvPr>
          <p:cNvSpPr>
            <a:spLocks xmlns:a="http://schemas.openxmlformats.org/drawingml/2006/main" noGrp="1"/>
          </p:cNvSpPr>
          <p:nvPr/>
        </p:nvSpPr>
        <p:spPr>
          <a:xfrm xmlns:a="http://schemas.openxmlformats.org/drawingml/2006/main">
            <a:off x="726615" y="2946281"/>
            <a:ext cx="75757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2024年约</a:t>
            </a:r>
          </a:p>
        </p:txBody>
      </p:sp>
      <p:sp>
        <p:nvSpPr>
          <p:cNvPr id="27" name="pdf-text-0027">
            <a:extLst xmlns:a="http://schemas.openxmlformats.org/drawingml/2006/main">
              <a:ext uri="{FF2B5EF4-FFF2-40B4-BE49-F238E27FC236}">
                <a16:creationId xmlns:a16="http://schemas.microsoft.com/office/drawing/2014/main" id="{DECA1B39-ADD1-4F8E-97BE-62BEA2D218A2}"/>
              </a:ext>
            </a:extLst>
          </p:cNvPr>
          <p:cNvSpPr>
            <a:spLocks xmlns:a="http://schemas.openxmlformats.org/drawingml/2006/main" noGrp="1"/>
          </p:cNvSpPr>
          <p:nvPr/>
        </p:nvSpPr>
        <p:spPr>
          <a:xfrm xmlns:a="http://schemas.openxmlformats.org/drawingml/2006/main">
            <a:off x="1448991" y="2946281"/>
            <a:ext cx="4861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168B7"/>
                </a:solidFill>
                <a:latin typeface="KaiTi"/>
                <a:ea typeface="KaiTi"/>
                <a:cs typeface="KaiTi"/>
              </a:defRPr>
            </a:pPr>
            <a:r>
              <a:rPr sz="1404" b="0" i="0">
                <a:solidFill>
                  <a:srgbClr val="0168B7"/>
                </a:solidFill>
                <a:latin typeface="KaiTi"/>
                <a:ea typeface="KaiTi"/>
                <a:cs typeface="KaiTi"/>
              </a:rPr>
              <a:t>400亿</a:t>
            </a:r>
          </a:p>
        </p:txBody>
      </p:sp>
      <p:sp>
        <p:nvSpPr>
          <p:cNvPr id="28" name="pdf-text-0028">
            <a:extLst xmlns:a="http://schemas.openxmlformats.org/drawingml/2006/main">
              <a:ext uri="{FF2B5EF4-FFF2-40B4-BE49-F238E27FC236}">
                <a16:creationId xmlns:a16="http://schemas.microsoft.com/office/drawing/2014/main" id="{8625DB09-CCC7-4A43-BCAD-2FDD9D002F45}"/>
              </a:ext>
            </a:extLst>
          </p:cNvPr>
          <p:cNvSpPr>
            <a:spLocks xmlns:a="http://schemas.openxmlformats.org/drawingml/2006/main" noGrp="1"/>
          </p:cNvSpPr>
          <p:nvPr/>
        </p:nvSpPr>
        <p:spPr>
          <a:xfrm xmlns:a="http://schemas.openxmlformats.org/drawingml/2006/main">
            <a:off x="1901619" y="2946281"/>
            <a:ext cx="321719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人民币，占全球市场的比重提升至35%。</a:t>
            </a:r>
          </a:p>
        </p:txBody>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55e814cf19594990"/>
          <a:srcRect xmlns:a="http://schemas.openxmlformats.org/drawingml/2006/main" l="0" t="8" r="0" b="8"/>
          <a:stretch xmlns:a="http://schemas.openxmlformats.org/drawingml/2006/main">
            <a:fillRect l="0" t="0" r="0" b="0"/>
          </a:stretch>
        </p:blipFill>
        <p:spPr>
          <a:xfrm xmlns:a="http://schemas.openxmlformats.org/drawingml/2006/main">
            <a:off x="334352" y="3307503"/>
            <a:ext cx="4513531" cy="3243988"/>
          </a:xfrm>
          <a:prstGeom xmlns:a="http://schemas.openxmlformats.org/drawingml/2006/main" prst="rect">
            <a:avLst/>
          </a:prstGeom>
        </p:spPr>
      </p:pic>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db0f40c4c68c473d"/>
          <a:srcRect xmlns:a="http://schemas.openxmlformats.org/drawingml/2006/main" l="0" t="181" r="0" b="181"/>
          <a:stretch xmlns:a="http://schemas.openxmlformats.org/drawingml/2006/main">
            <a:fillRect l="0" t="0" r="0" b="0"/>
          </a:stretch>
        </p:blipFill>
        <p:spPr>
          <a:xfrm xmlns:a="http://schemas.openxmlformats.org/drawingml/2006/main">
            <a:off x="8462012" y="3110495"/>
            <a:ext cx="2783766" cy="1207806"/>
          </a:xfrm>
          <a:prstGeom xmlns:a="http://schemas.openxmlformats.org/drawingml/2006/main" prst="rect">
            <a:avLst/>
          </a:prstGeom>
        </p:spPr>
      </p:pic>
      <p:sp>
        <p:nvSpPr>
          <p:cNvPr id="31" name="pdf-text-0031">
            <a:extLst xmlns:a="http://schemas.openxmlformats.org/drawingml/2006/main">
              <a:ext uri="{FF2B5EF4-FFF2-40B4-BE49-F238E27FC236}">
                <a16:creationId xmlns:a16="http://schemas.microsoft.com/office/drawing/2014/main" id="{27479264-637D-4888-A366-59527BC5F990}"/>
              </a:ext>
            </a:extLst>
          </p:cNvPr>
          <p:cNvSpPr>
            <a:spLocks xmlns:a="http://schemas.openxmlformats.org/drawingml/2006/main" noGrp="1"/>
          </p:cNvSpPr>
          <p:nvPr/>
        </p:nvSpPr>
        <p:spPr>
          <a:xfrm xmlns:a="http://schemas.openxmlformats.org/drawingml/2006/main">
            <a:off x="9557257" y="4338695"/>
            <a:ext cx="640128" cy="167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056" b="0" i="0">
                <a:solidFill>
                  <a:srgbClr val="000000"/>
                </a:solidFill>
                <a:latin typeface="KaiTi"/>
                <a:ea typeface="KaiTi"/>
                <a:cs typeface="KaiTi"/>
              </a:defRPr>
            </a:pPr>
            <a:r>
              <a:rPr sz="1056" b="0" i="0">
                <a:solidFill>
                  <a:srgbClr val="000000"/>
                </a:solidFill>
                <a:latin typeface="KaiTi"/>
                <a:ea typeface="KaiTi"/>
                <a:cs typeface="KaiTi"/>
              </a:rPr>
              <a:t>CoWos封装</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8bc6575675a64b03"/>
          <a:srcRect xmlns:a="http://schemas.openxmlformats.org/drawingml/2006/main" l="0" t="0" r="0" b="0"/>
          <a:stretch xmlns:a="http://schemas.openxmlformats.org/drawingml/2006/main">
            <a:fillRect l="0" t="0" r="0" b="0"/>
          </a:stretch>
        </p:blipFill>
        <p:spPr>
          <a:xfrm xmlns:a="http://schemas.openxmlformats.org/drawingml/2006/main">
            <a:off x="5740184" y="3297150"/>
            <a:ext cx="2485248" cy="1012509"/>
          </a:xfrm>
          <a:prstGeom xmlns:a="http://schemas.openxmlformats.org/drawingml/2006/main" prst="rect">
            <a:avLst/>
          </a:prstGeom>
        </p:spPr>
      </p:pic>
      <p:sp>
        <p:nvSpPr>
          <p:cNvPr id="33" name="pdf-text-0033">
            <a:extLst xmlns:a="http://schemas.openxmlformats.org/drawingml/2006/main">
              <a:ext uri="{FF2B5EF4-FFF2-40B4-BE49-F238E27FC236}">
                <a16:creationId xmlns:a16="http://schemas.microsoft.com/office/drawing/2014/main" id="{EE64E21C-2D3F-4708-96DA-A832DDEB2ED4}"/>
              </a:ext>
            </a:extLst>
          </p:cNvPr>
          <p:cNvSpPr>
            <a:spLocks xmlns:a="http://schemas.openxmlformats.org/drawingml/2006/main" noGrp="1"/>
          </p:cNvSpPr>
          <p:nvPr/>
        </p:nvSpPr>
        <p:spPr>
          <a:xfrm xmlns:a="http://schemas.openxmlformats.org/drawingml/2006/main">
            <a:off x="6777296" y="4357863"/>
            <a:ext cx="438962" cy="167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056" b="0" i="0">
                <a:solidFill>
                  <a:srgbClr val="000000"/>
                </a:solidFill>
                <a:latin typeface="KaiTi"/>
                <a:ea typeface="KaiTi"/>
                <a:cs typeface="KaiTi"/>
              </a:defRPr>
            </a:pPr>
            <a:r>
              <a:rPr sz="1056" b="0" i="0">
                <a:solidFill>
                  <a:srgbClr val="000000"/>
                </a:solidFill>
                <a:latin typeface="KaiTi"/>
                <a:ea typeface="KaiTi"/>
                <a:cs typeface="KaiTi"/>
              </a:rPr>
              <a:t>3D封装</a:t>
            </a:r>
          </a:p>
        </p:txBody>
      </p:sp>
      <p:sp>
        <p:nvSpPr>
          <p:cNvPr id="34" name="pdf-text-0034">
            <a:extLst xmlns:a="http://schemas.openxmlformats.org/drawingml/2006/main">
              <a:ext uri="{FF2B5EF4-FFF2-40B4-BE49-F238E27FC236}">
                <a16:creationId xmlns:a16="http://schemas.microsoft.com/office/drawing/2014/main" id="{C120694F-3ECD-4DAF-A6D1-3E8983440AF2}"/>
              </a:ext>
            </a:extLst>
          </p:cNvPr>
          <p:cNvSpPr>
            <a:spLocks xmlns:a="http://schemas.openxmlformats.org/drawingml/2006/main" noGrp="1"/>
          </p:cNvSpPr>
          <p:nvPr/>
        </p:nvSpPr>
        <p:spPr>
          <a:xfrm xmlns:a="http://schemas.openxmlformats.org/drawingml/2006/main">
            <a:off x="8774805" y="1561533"/>
            <a:ext cx="253691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AI算力与HBM需求共振，2.5D/3D</a:t>
            </a:r>
          </a:p>
        </p:txBody>
      </p:sp>
      <p:sp>
        <p:nvSpPr>
          <p:cNvPr id="35" name="pdf-text-0035">
            <a:extLst xmlns:a="http://schemas.openxmlformats.org/drawingml/2006/main">
              <a:ext uri="{FF2B5EF4-FFF2-40B4-BE49-F238E27FC236}">
                <a16:creationId xmlns:a16="http://schemas.microsoft.com/office/drawing/2014/main" id="{7F57A8E8-C346-4D60-A48C-1EBCA1695B8E}"/>
              </a:ext>
            </a:extLst>
          </p:cNvPr>
          <p:cNvSpPr>
            <a:spLocks xmlns:a="http://schemas.openxmlformats.org/drawingml/2006/main" noGrp="1"/>
          </p:cNvSpPr>
          <p:nvPr/>
        </p:nvSpPr>
        <p:spPr>
          <a:xfrm xmlns:a="http://schemas.openxmlformats.org/drawingml/2006/main">
            <a:off x="8774805" y="1824915"/>
            <a:ext cx="876233"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70C0"/>
                </a:solidFill>
                <a:latin typeface="KaiTi"/>
                <a:ea typeface="KaiTi"/>
                <a:cs typeface="KaiTi"/>
              </a:defRPr>
            </a:pPr>
            <a:r>
              <a:rPr sz="1596" b="0" i="0">
                <a:solidFill>
                  <a:srgbClr val="0070C0"/>
                </a:solidFill>
                <a:latin typeface="KaiTi"/>
                <a:ea typeface="KaiTi"/>
                <a:cs typeface="KaiTi"/>
              </a:rPr>
              <a:t>先进封装</a:t>
            </a:r>
          </a:p>
        </p:txBody>
      </p:sp>
      <p:sp>
        <p:nvSpPr>
          <p:cNvPr id="36" name="pdf-text-0036">
            <a:extLst xmlns:a="http://schemas.openxmlformats.org/drawingml/2006/main">
              <a:ext uri="{FF2B5EF4-FFF2-40B4-BE49-F238E27FC236}">
                <a16:creationId xmlns:a16="http://schemas.microsoft.com/office/drawing/2014/main" id="{5C79F5CF-4D4D-4B93-B829-32B0FCE08A93}"/>
              </a:ext>
            </a:extLst>
          </p:cNvPr>
          <p:cNvSpPr>
            <a:spLocks xmlns:a="http://schemas.openxmlformats.org/drawingml/2006/main" noGrp="1"/>
          </p:cNvSpPr>
          <p:nvPr/>
        </p:nvSpPr>
        <p:spPr>
          <a:xfrm xmlns:a="http://schemas.openxmlformats.org/drawingml/2006/main">
            <a:off x="9620624" y="1844997"/>
            <a:ext cx="169012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迎来爆发式增长，成</a:t>
            </a:r>
          </a:p>
        </p:txBody>
      </p:sp>
      <p:sp>
        <p:nvSpPr>
          <p:cNvPr id="37" name="pdf-text-0037">
            <a:extLst xmlns:a="http://schemas.openxmlformats.org/drawingml/2006/main">
              <a:ext uri="{FF2B5EF4-FFF2-40B4-BE49-F238E27FC236}">
                <a16:creationId xmlns:a16="http://schemas.microsoft.com/office/drawing/2014/main" id="{9BE4C82C-C3EC-42BE-880A-9FC5E9347E98}"/>
              </a:ext>
            </a:extLst>
          </p:cNvPr>
          <p:cNvSpPr>
            <a:spLocks xmlns:a="http://schemas.openxmlformats.org/drawingml/2006/main" noGrp="1"/>
          </p:cNvSpPr>
          <p:nvPr/>
        </p:nvSpPr>
        <p:spPr>
          <a:xfrm xmlns:a="http://schemas.openxmlformats.org/drawingml/2006/main">
            <a:off x="8774731" y="2110141"/>
            <a:ext cx="25359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为后摩尔时代提升性能的关键，</a:t>
            </a:r>
          </a:p>
        </p:txBody>
      </p:sp>
      <p:sp>
        <p:nvSpPr>
          <p:cNvPr id="38" name="pdf-text-0038">
            <a:extLst xmlns:a="http://schemas.openxmlformats.org/drawingml/2006/main">
              <a:ext uri="{FF2B5EF4-FFF2-40B4-BE49-F238E27FC236}">
                <a16:creationId xmlns:a16="http://schemas.microsoft.com/office/drawing/2014/main" id="{0E172221-97E2-45F3-B72D-255F2096E6BB}"/>
              </a:ext>
            </a:extLst>
          </p:cNvPr>
          <p:cNvSpPr>
            <a:spLocks xmlns:a="http://schemas.openxmlformats.org/drawingml/2006/main" noGrp="1"/>
          </p:cNvSpPr>
          <p:nvPr/>
        </p:nvSpPr>
        <p:spPr>
          <a:xfrm xmlns:a="http://schemas.openxmlformats.org/drawingml/2006/main">
            <a:off x="8774731" y="2366191"/>
            <a:ext cx="243919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但也带来了全新的检测难题。 </a:t>
            </a:r>
          </a:p>
        </p:txBody>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1594c78b80a84a37"/>
          <a:srcRect xmlns:a="http://schemas.openxmlformats.org/drawingml/2006/main" l="0" t="0" r="0" b="0"/>
          <a:stretch xmlns:a="http://schemas.openxmlformats.org/drawingml/2006/main">
            <a:fillRect l="0" t="0" r="0" b="0"/>
          </a:stretch>
        </p:blipFill>
        <p:spPr>
          <a:xfrm xmlns:a="http://schemas.openxmlformats.org/drawingml/2006/main">
            <a:off x="5591083" y="1408990"/>
            <a:ext cx="1303740" cy="1212771"/>
          </a:xfrm>
          <a:prstGeom xmlns:a="http://schemas.openxmlformats.org/drawingml/2006/main" prst="rect">
            <a:avLst/>
          </a:prstGeom>
        </p:spPr>
      </p:pic>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47d3c44850b14e58"/>
          <a:srcRect xmlns:a="http://schemas.openxmlformats.org/drawingml/2006/main" l="0" t="17" r="0" b="17"/>
          <a:stretch xmlns:a="http://schemas.openxmlformats.org/drawingml/2006/main">
            <a:fillRect l="0" t="0" r="0" b="0"/>
          </a:stretch>
        </p:blipFill>
        <p:spPr>
          <a:xfrm xmlns:a="http://schemas.openxmlformats.org/drawingml/2006/main">
            <a:off x="6895080" y="1409253"/>
            <a:ext cx="1615835" cy="1212508"/>
          </a:xfrm>
          <a:prstGeom xmlns:a="http://schemas.openxmlformats.org/drawingml/2006/main" prst="rect">
            <a:avLst/>
          </a:prstGeom>
        </p:spPr>
      </p:pic>
      <p:sp>
        <p:nvSpPr>
          <p:cNvPr id="41" name="pdf-vector-0041">
            <a:extLst xmlns:a="http://schemas.openxmlformats.org/drawingml/2006/main">
              <a:ext uri="{FF2B5EF4-FFF2-40B4-BE49-F238E27FC236}">
                <a16:creationId xmlns:a16="http://schemas.microsoft.com/office/drawing/2014/main" id="{7BFDA181-E469-4D1F-9182-FA982D4A7B47}"/>
              </a:ext>
            </a:extLst>
          </p:cNvPr>
          <p:cNvSpPr>
            <a:spLocks xmlns:a="http://schemas.openxmlformats.org/drawingml/2006/main" noGrp="1"/>
          </p:cNvSpPr>
          <p:nvPr/>
        </p:nvSpPr>
        <p:spPr>
          <a:xfrm xmlns:a="http://schemas.openxmlformats.org/drawingml/2006/main">
            <a:off x="5496208" y="4627730"/>
            <a:ext cx="5868149" cy="953"/>
          </a:xfrm>
          <a:custGeom xmlns:a="http://schemas.openxmlformats.org/drawingml/2006/main">
            <a:pathLst>
              <a:path w="5868149" h="953">
                <a:moveTo>
                  <a:pt x="0" y="0"/>
                </a:moveTo>
                <a:lnTo>
                  <a:pt x="5868149" y="0"/>
                </a:lnTo>
              </a:path>
            </a:pathLst>
          </a:custGeom>
          <a:noFill xmlns:a="http://schemas.openxmlformats.org/drawingml/2006/main"/>
          <a:ln xmlns:a="http://schemas.openxmlformats.org/drawingml/2006/main" w="9525">
            <a:solidFill>
              <a:srgbClr val="4A7EBB"/>
            </a:solidFill>
            <a:prstDash val="solid"/>
          </a:ln>
        </p:spPr>
      </p:sp>
      <p:sp>
        <p:nvSpPr>
          <p:cNvPr id="42" name="pdf-text-0042">
            <a:extLst xmlns:a="http://schemas.openxmlformats.org/drawingml/2006/main">
              <a:ext uri="{FF2B5EF4-FFF2-40B4-BE49-F238E27FC236}">
                <a16:creationId xmlns:a16="http://schemas.microsoft.com/office/drawing/2014/main" id="{ABBE033A-53FA-4026-87C8-EB82AC5C152C}"/>
              </a:ext>
            </a:extLst>
          </p:cNvPr>
          <p:cNvSpPr>
            <a:spLocks xmlns:a="http://schemas.openxmlformats.org/drawingml/2006/main" noGrp="1"/>
          </p:cNvSpPr>
          <p:nvPr/>
        </p:nvSpPr>
        <p:spPr>
          <a:xfrm xmlns:a="http://schemas.openxmlformats.org/drawingml/2006/main">
            <a:off x="8329064" y="4911286"/>
            <a:ext cx="172642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AI算力带动核心组件</a:t>
            </a:r>
          </a:p>
        </p:txBody>
      </p:sp>
      <p:sp>
        <p:nvSpPr>
          <p:cNvPr id="43" name="pdf-text-0043">
            <a:extLst xmlns:a="http://schemas.openxmlformats.org/drawingml/2006/main">
              <a:ext uri="{FF2B5EF4-FFF2-40B4-BE49-F238E27FC236}">
                <a16:creationId xmlns:a16="http://schemas.microsoft.com/office/drawing/2014/main" id="{38B42EA0-7DEA-4F5D-82CE-3D2BE1956047}"/>
              </a:ext>
            </a:extLst>
          </p:cNvPr>
          <p:cNvSpPr>
            <a:spLocks xmlns:a="http://schemas.openxmlformats.org/drawingml/2006/main" noGrp="1"/>
          </p:cNvSpPr>
          <p:nvPr/>
        </p:nvSpPr>
        <p:spPr>
          <a:xfrm xmlns:a="http://schemas.openxmlformats.org/drawingml/2006/main">
            <a:off x="10028323" y="4891204"/>
            <a:ext cx="67049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70C0"/>
                </a:solidFill>
                <a:latin typeface="KaiTi"/>
                <a:ea typeface="KaiTi"/>
                <a:cs typeface="KaiTi"/>
              </a:defRPr>
            </a:pPr>
            <a:r>
              <a:rPr sz="1596" b="0" i="0">
                <a:solidFill>
                  <a:srgbClr val="0070C0"/>
                </a:solidFill>
                <a:latin typeface="KaiTi"/>
                <a:ea typeface="KaiTi"/>
                <a:cs typeface="KaiTi"/>
              </a:rPr>
              <a:t>光模块</a:t>
            </a:r>
          </a:p>
        </p:txBody>
      </p:sp>
      <p:sp>
        <p:nvSpPr>
          <p:cNvPr id="44" name="pdf-text-0044">
            <a:extLst xmlns:a="http://schemas.openxmlformats.org/drawingml/2006/main">
              <a:ext uri="{FF2B5EF4-FFF2-40B4-BE49-F238E27FC236}">
                <a16:creationId xmlns:a16="http://schemas.microsoft.com/office/drawing/2014/main" id="{8AB7C747-E881-41BE-A3A1-168ACB8236BA}"/>
              </a:ext>
            </a:extLst>
          </p:cNvPr>
          <p:cNvSpPr>
            <a:spLocks xmlns:a="http://schemas.openxmlformats.org/drawingml/2006/main" noGrp="1"/>
          </p:cNvSpPr>
          <p:nvPr/>
        </p:nvSpPr>
        <p:spPr>
          <a:xfrm xmlns:a="http://schemas.openxmlformats.org/drawingml/2006/main">
            <a:off x="10671453" y="4911286"/>
            <a:ext cx="96922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需求爆发，</a:t>
            </a:r>
          </a:p>
        </p:txBody>
      </p:sp>
      <p:sp>
        <p:nvSpPr>
          <p:cNvPr id="45" name="pdf-text-0045">
            <a:extLst xmlns:a="http://schemas.openxmlformats.org/drawingml/2006/main">
              <a:ext uri="{FF2B5EF4-FFF2-40B4-BE49-F238E27FC236}">
                <a16:creationId xmlns:a16="http://schemas.microsoft.com/office/drawing/2014/main" id="{2CCD68EA-C320-43EE-8951-6768DE53E28D}"/>
              </a:ext>
            </a:extLst>
          </p:cNvPr>
          <p:cNvSpPr>
            <a:spLocks xmlns:a="http://schemas.openxmlformats.org/drawingml/2006/main" noGrp="1"/>
          </p:cNvSpPr>
          <p:nvPr/>
        </p:nvSpPr>
        <p:spPr>
          <a:xfrm xmlns:a="http://schemas.openxmlformats.org/drawingml/2006/main">
            <a:off x="8329021" y="5176430"/>
            <a:ext cx="312568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头部光模块厂商加速扩产。行业精度</a:t>
            </a:r>
          </a:p>
        </p:txBody>
      </p:sp>
      <p:sp>
        <p:nvSpPr>
          <p:cNvPr id="46" name="pdf-text-0046">
            <a:extLst xmlns:a="http://schemas.openxmlformats.org/drawingml/2006/main">
              <a:ext uri="{FF2B5EF4-FFF2-40B4-BE49-F238E27FC236}">
                <a16:creationId xmlns:a16="http://schemas.microsoft.com/office/drawing/2014/main" id="{313D94F2-2175-41B6-B4C6-60EBC835B167}"/>
              </a:ext>
            </a:extLst>
          </p:cNvPr>
          <p:cNvSpPr>
            <a:spLocks xmlns:a="http://schemas.openxmlformats.org/drawingml/2006/main" noGrp="1"/>
          </p:cNvSpPr>
          <p:nvPr/>
        </p:nvSpPr>
        <p:spPr>
          <a:xfrm xmlns:a="http://schemas.openxmlformats.org/drawingml/2006/main">
            <a:off x="8329021" y="5432480"/>
            <a:ext cx="312568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要求提升与规模化扩产拉高成本，驱</a:t>
            </a:r>
          </a:p>
        </p:txBody>
      </p:sp>
      <p:sp>
        <p:nvSpPr>
          <p:cNvPr id="47" name="pdf-text-0047">
            <a:extLst xmlns:a="http://schemas.openxmlformats.org/drawingml/2006/main">
              <a:ext uri="{FF2B5EF4-FFF2-40B4-BE49-F238E27FC236}">
                <a16:creationId xmlns:a16="http://schemas.microsoft.com/office/drawing/2014/main" id="{8A0D86E4-291B-4A33-893D-539F0243C9D4}"/>
              </a:ext>
            </a:extLst>
          </p:cNvPr>
          <p:cNvSpPr>
            <a:spLocks xmlns:a="http://schemas.openxmlformats.org/drawingml/2006/main" noGrp="1"/>
          </p:cNvSpPr>
          <p:nvPr/>
        </p:nvSpPr>
        <p:spPr>
          <a:xfrm xmlns:a="http://schemas.openxmlformats.org/drawingml/2006/main">
            <a:off x="8329020" y="5688531"/>
            <a:ext cx="200385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动AOI检测设备的刚需。</a:t>
            </a:r>
          </a:p>
        </p:txBody>
      </p:sp>
      <p:sp>
        <p:nvSpPr>
          <p:cNvPr id="48" name="pdf-text-0048">
            <a:extLst xmlns:a="http://schemas.openxmlformats.org/drawingml/2006/main">
              <a:ext uri="{FF2B5EF4-FFF2-40B4-BE49-F238E27FC236}">
                <a16:creationId xmlns:a16="http://schemas.microsoft.com/office/drawing/2014/main" id="{D31CE29E-5728-4275-8D30-C99B3864CBAC}"/>
              </a:ext>
            </a:extLst>
          </p:cNvPr>
          <p:cNvSpPr>
            <a:spLocks xmlns:a="http://schemas.openxmlformats.org/drawingml/2006/main" noGrp="1"/>
          </p:cNvSpPr>
          <p:nvPr/>
        </p:nvSpPr>
        <p:spPr>
          <a:xfrm xmlns:a="http://schemas.openxmlformats.org/drawingml/2006/main">
            <a:off x="10302645" y="5688526"/>
            <a:ext cx="115047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70C0"/>
                </a:solidFill>
                <a:latin typeface="KaiTi"/>
                <a:ea typeface="KaiTi"/>
                <a:cs typeface="KaiTi"/>
              </a:defRPr>
            </a:pPr>
            <a:r>
              <a:rPr sz="1404" b="0" i="0">
                <a:solidFill>
                  <a:srgbClr val="0070C0"/>
                </a:solidFill>
                <a:latin typeface="KaiTi"/>
                <a:ea typeface="KaiTi"/>
                <a:cs typeface="KaiTi"/>
              </a:rPr>
              <a:t>当前行业检测</a:t>
            </a:r>
          </a:p>
        </p:txBody>
      </p:sp>
      <p:sp>
        <p:nvSpPr>
          <p:cNvPr id="49" name="pdf-text-0049">
            <a:extLst xmlns:a="http://schemas.openxmlformats.org/drawingml/2006/main">
              <a:ext uri="{FF2B5EF4-FFF2-40B4-BE49-F238E27FC236}">
                <a16:creationId xmlns:a16="http://schemas.microsoft.com/office/drawing/2014/main" id="{203327F1-2DBE-4DE2-B15C-14E8E9471107}"/>
              </a:ext>
            </a:extLst>
          </p:cNvPr>
          <p:cNvSpPr>
            <a:spLocks xmlns:a="http://schemas.openxmlformats.org/drawingml/2006/main" noGrp="1"/>
          </p:cNvSpPr>
          <p:nvPr/>
        </p:nvSpPr>
        <p:spPr>
          <a:xfrm xmlns:a="http://schemas.openxmlformats.org/drawingml/2006/main">
            <a:off x="8329064" y="5944558"/>
            <a:ext cx="31181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70C0"/>
                </a:solidFill>
                <a:latin typeface="KaiTi"/>
                <a:ea typeface="KaiTi"/>
                <a:cs typeface="KaiTi"/>
              </a:defRPr>
            </a:pPr>
            <a:r>
              <a:rPr sz="1404" b="0" i="0">
                <a:solidFill>
                  <a:srgbClr val="0070C0"/>
                </a:solidFill>
                <a:latin typeface="KaiTi"/>
                <a:ea typeface="KaiTi"/>
                <a:cs typeface="KaiTi"/>
              </a:rPr>
              <a:t>以人工目检为主，是巨大的空白市场</a:t>
            </a:r>
          </a:p>
        </p:txBody>
      </p:sp>
      <p:sp>
        <p:nvSpPr>
          <p:cNvPr id="50" name="pdf-text-0050">
            <a:extLst xmlns:a="http://schemas.openxmlformats.org/drawingml/2006/main">
              <a:ext uri="{FF2B5EF4-FFF2-40B4-BE49-F238E27FC236}">
                <a16:creationId xmlns:a16="http://schemas.microsoft.com/office/drawing/2014/main" id="{310C1FD7-CB5D-4638-A058-3B60D4159874}"/>
              </a:ext>
            </a:extLst>
          </p:cNvPr>
          <p:cNvSpPr>
            <a:spLocks xmlns:a="http://schemas.openxmlformats.org/drawingml/2006/main" noGrp="1"/>
          </p:cNvSpPr>
          <p:nvPr/>
        </p:nvSpPr>
        <p:spPr>
          <a:xfrm xmlns:a="http://schemas.openxmlformats.org/drawingml/2006/main">
            <a:off x="11422785" y="5944558"/>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a:t>
            </a:r>
          </a:p>
        </p:txBody>
      </p:sp>
      <p:sp>
        <p:nvSpPr>
          <p:cNvPr id="51" name="pdf-text-0051">
            <a:extLst xmlns:a="http://schemas.openxmlformats.org/drawingml/2006/main">
              <a:ext uri="{FF2B5EF4-FFF2-40B4-BE49-F238E27FC236}">
                <a16:creationId xmlns:a16="http://schemas.microsoft.com/office/drawing/2014/main" id="{0E7AB01C-E602-4835-B0AD-BFF05359C4C4}"/>
              </a:ext>
            </a:extLst>
          </p:cNvPr>
          <p:cNvSpPr>
            <a:spLocks xmlns:a="http://schemas.openxmlformats.org/drawingml/2006/main" noGrp="1"/>
          </p:cNvSpPr>
          <p:nvPr/>
        </p:nvSpPr>
        <p:spPr>
          <a:xfrm xmlns:a="http://schemas.openxmlformats.org/drawingml/2006/main">
            <a:off x="5605536" y="5525011"/>
            <a:ext cx="64779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75万支</a:t>
            </a:r>
          </a:p>
        </p:txBody>
      </p:sp>
      <p:sp>
        <p:nvSpPr>
          <p:cNvPr id="52" name="pdf-text-0052">
            <a:extLst xmlns:a="http://schemas.openxmlformats.org/drawingml/2006/main">
              <a:ext uri="{FF2B5EF4-FFF2-40B4-BE49-F238E27FC236}">
                <a16:creationId xmlns:a16="http://schemas.microsoft.com/office/drawing/2014/main" id="{8BCF4D0E-42DA-4EF8-8854-E71211FB8158}"/>
              </a:ext>
            </a:extLst>
          </p:cNvPr>
          <p:cNvSpPr>
            <a:spLocks xmlns:a="http://schemas.openxmlformats.org/drawingml/2006/main" noGrp="1"/>
          </p:cNvSpPr>
          <p:nvPr/>
        </p:nvSpPr>
        <p:spPr>
          <a:xfrm xmlns:a="http://schemas.openxmlformats.org/drawingml/2006/main">
            <a:off x="7079107" y="5072400"/>
            <a:ext cx="749853"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805万支</a:t>
            </a:r>
          </a:p>
        </p:txBody>
      </p:sp>
      <p:sp>
        <p:nvSpPr>
          <p:cNvPr id="53" name="pdf-text-0053">
            <a:extLst xmlns:a="http://schemas.openxmlformats.org/drawingml/2006/main">
              <a:ext uri="{FF2B5EF4-FFF2-40B4-BE49-F238E27FC236}">
                <a16:creationId xmlns:a16="http://schemas.microsoft.com/office/drawing/2014/main" id="{33434AF1-CAE1-42AE-819C-41E6C69F65DD}"/>
              </a:ext>
            </a:extLst>
          </p:cNvPr>
          <p:cNvSpPr>
            <a:spLocks xmlns:a="http://schemas.openxmlformats.org/drawingml/2006/main" noGrp="1"/>
          </p:cNvSpPr>
          <p:nvPr/>
        </p:nvSpPr>
        <p:spPr>
          <a:xfrm xmlns:a="http://schemas.openxmlformats.org/drawingml/2006/main">
            <a:off x="5555268" y="5854994"/>
            <a:ext cx="749853"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735万支</a:t>
            </a:r>
          </a:p>
        </p:txBody>
      </p:sp>
      <p:sp>
        <p:nvSpPr>
          <p:cNvPr id="54" name="pdf-text-0054">
            <a:extLst xmlns:a="http://schemas.openxmlformats.org/drawingml/2006/main">
              <a:ext uri="{FF2B5EF4-FFF2-40B4-BE49-F238E27FC236}">
                <a16:creationId xmlns:a16="http://schemas.microsoft.com/office/drawing/2014/main" id="{2B4AB85E-6D05-47C0-9D3B-A4086D559A0A}"/>
              </a:ext>
            </a:extLst>
          </p:cNvPr>
          <p:cNvSpPr>
            <a:spLocks xmlns:a="http://schemas.openxmlformats.org/drawingml/2006/main" noGrp="1"/>
          </p:cNvSpPr>
          <p:nvPr/>
        </p:nvSpPr>
        <p:spPr>
          <a:xfrm xmlns:a="http://schemas.openxmlformats.org/drawingml/2006/main">
            <a:off x="6987490" y="5387586"/>
            <a:ext cx="850490"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1456万支</a:t>
            </a:r>
          </a:p>
        </p:txBody>
      </p:sp>
      <p:sp>
        <p:nvSpPr>
          <p:cNvPr id="55" name="pdf-vector-0055">
            <a:extLst xmlns:a="http://schemas.openxmlformats.org/drawingml/2006/main">
              <a:ext uri="{FF2B5EF4-FFF2-40B4-BE49-F238E27FC236}">
                <a16:creationId xmlns:a16="http://schemas.microsoft.com/office/drawing/2014/main" id="{8DA6B780-B710-4D8B-8FB2-048930D8DEC1}"/>
              </a:ext>
            </a:extLst>
          </p:cNvPr>
          <p:cNvSpPr>
            <a:spLocks xmlns:a="http://schemas.openxmlformats.org/drawingml/2006/main" noGrp="1"/>
          </p:cNvSpPr>
          <p:nvPr/>
        </p:nvSpPr>
        <p:spPr>
          <a:xfrm xmlns:a="http://schemas.openxmlformats.org/drawingml/2006/main">
            <a:off x="6335512" y="5312180"/>
            <a:ext cx="502158" cy="475526"/>
          </a:xfrm>
          <a:custGeom xmlns:a="http://schemas.openxmlformats.org/drawingml/2006/main">
            <a:pathLst>
              <a:path w="502158" h="475526">
                <a:moveTo>
                  <a:pt x="0" y="323990"/>
                </a:moveTo>
                <a:lnTo>
                  <a:pt x="284518" y="75768"/>
                </a:lnTo>
                <a:lnTo>
                  <a:pt x="218415" y="0"/>
                </a:lnTo>
                <a:lnTo>
                  <a:pt x="502158" y="19329"/>
                </a:lnTo>
                <a:lnTo>
                  <a:pt x="482816" y="303060"/>
                </a:lnTo>
                <a:lnTo>
                  <a:pt x="416725" y="227304"/>
                </a:lnTo>
                <a:lnTo>
                  <a:pt x="132207" y="475526"/>
                </a:lnTo>
                <a:lnTo>
                  <a:pt x="0" y="323990"/>
                </a:lnTo>
                <a:close/>
              </a:path>
            </a:pathLst>
          </a:custGeom>
          <a:solidFill xmlns:a="http://schemas.openxmlformats.org/drawingml/2006/main">
            <a:srgbClr val="0168B7"/>
          </a:solidFill>
          <a:ln xmlns:a="http://schemas.openxmlformats.org/drawingml/2006/main" w="0">
            <a:noFill/>
            <a:prstDash val="solid"/>
          </a:ln>
        </p:spPr>
      </p:sp>
      <p:sp>
        <p:nvSpPr>
          <p:cNvPr id="56" name="pdf-text-0056">
            <a:extLst xmlns:a="http://schemas.openxmlformats.org/drawingml/2006/main">
              <a:ext uri="{FF2B5EF4-FFF2-40B4-BE49-F238E27FC236}">
                <a16:creationId xmlns:a16="http://schemas.microsoft.com/office/drawing/2014/main" id="{24C9CA8C-02DB-4B20-900C-9EE6D807C3B4}"/>
              </a:ext>
            </a:extLst>
          </p:cNvPr>
          <p:cNvSpPr>
            <a:spLocks xmlns:a="http://schemas.openxmlformats.org/drawingml/2006/main" noGrp="1"/>
          </p:cNvSpPr>
          <p:nvPr/>
        </p:nvSpPr>
        <p:spPr>
          <a:xfrm xmlns:a="http://schemas.openxmlformats.org/drawingml/2006/main">
            <a:off x="5829196" y="6222954"/>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1.6T/800G光模块出货量预期</a:t>
            </a:r>
          </a:p>
        </p:txBody>
      </p:sp>
      <p:sp>
        <p:nvSpPr>
          <p:cNvPr id="57" name="pdf-text-0057">
            <a:extLst xmlns:a="http://schemas.openxmlformats.org/drawingml/2006/main">
              <a:ext uri="{FF2B5EF4-FFF2-40B4-BE49-F238E27FC236}">
                <a16:creationId xmlns:a16="http://schemas.microsoft.com/office/drawing/2014/main" id="{A0910AC2-1E39-4777-B220-6995357AF9C4}"/>
              </a:ext>
            </a:extLst>
          </p:cNvPr>
          <p:cNvSpPr>
            <a:spLocks xmlns:a="http://schemas.openxmlformats.org/drawingml/2006/main" noGrp="1"/>
          </p:cNvSpPr>
          <p:nvPr/>
        </p:nvSpPr>
        <p:spPr>
          <a:xfrm xmlns:a="http://schemas.openxmlformats.org/drawingml/2006/main">
            <a:off x="5743394" y="47510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2025</a:t>
            </a:r>
          </a:p>
        </p:txBody>
      </p:sp>
      <p:sp>
        <p:nvSpPr>
          <p:cNvPr id="58" name="pdf-text-0058">
            <a:extLst xmlns:a="http://schemas.openxmlformats.org/drawingml/2006/main">
              <a:ext uri="{FF2B5EF4-FFF2-40B4-BE49-F238E27FC236}">
                <a16:creationId xmlns:a16="http://schemas.microsoft.com/office/drawing/2014/main" id="{A839DB38-5DB0-42F7-A535-6E811D036E71}"/>
              </a:ext>
            </a:extLst>
          </p:cNvPr>
          <p:cNvSpPr>
            <a:spLocks xmlns:a="http://schemas.openxmlformats.org/drawingml/2006/main" noGrp="1"/>
          </p:cNvSpPr>
          <p:nvPr/>
        </p:nvSpPr>
        <p:spPr>
          <a:xfrm xmlns:a="http://schemas.openxmlformats.org/drawingml/2006/main">
            <a:off x="7173821" y="4747417"/>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2026E</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ecbaf07fa2ce4d61"/>
          <a:srcRect xmlns:a="http://schemas.openxmlformats.org/drawingml/2006/main" l="0" t="493" r="0" b="493"/>
          <a:stretch xmlns:a="http://schemas.openxmlformats.org/drawingml/2006/main">
            <a:fillRect l="0" t="0" r="0" b="0"/>
          </a:stretch>
        </p:blipFill>
        <p:spPr>
          <a:xfrm xmlns:a="http://schemas.openxmlformats.org/drawingml/2006/main">
            <a:off x="5259006" y="4929496"/>
            <a:ext cx="1287938" cy="354899"/>
          </a:xfrm>
          <a:prstGeom xmlns:a="http://schemas.openxmlformats.org/drawingml/2006/main" prst="rect">
            <a:avLst/>
          </a:prstGeom>
        </p:spPr>
      </p:pic>
    </p:spTree>
    <p:extLst>
      <p:ext uri="{BB962C8B-B14F-4D97-AF65-F5344CB8AC3E}">
        <p14:creationId xmlns:p14="http://schemas.microsoft.com/office/powerpoint/2010/main" val="9138958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53dbec01ed7744f4"/>
          <a:srcRect xmlns:a="http://schemas.openxmlformats.org/drawingml/2006/main" l="0" t="0" r="0" b="0"/>
          <a:stretch xmlns:a="http://schemas.openxmlformats.org/drawingml/2006/main">
            <a:fillRect l="0" t="0" r="0" b="0"/>
          </a:stretch>
        </p:blipFill>
        <p:spPr>
          <a:xfrm xmlns:a="http://schemas.openxmlformats.org/drawingml/2006/main">
            <a:off x="1943100" y="203200"/>
            <a:ext cx="50800" cy="508000"/>
          </a:xfrm>
          <a:prstGeom xmlns:a="http://schemas.openxmlformats.org/drawingml/2006/main" prst="rect">
            <a:avLst/>
          </a:prstGeom>
        </p:spPr>
      </p:pic>
      <p:sp>
        <p:nvSpPr>
          <p:cNvPr id="2" name="pdf-text-0002">
            <a:extLst xmlns:a="http://schemas.openxmlformats.org/drawingml/2006/main">
              <a:ext uri="{FF2B5EF4-FFF2-40B4-BE49-F238E27FC236}">
                <a16:creationId xmlns:a16="http://schemas.microsoft.com/office/drawing/2014/main" id="{1943F2E2-DC0B-4D65-A0CD-334B5525E4AD}"/>
              </a:ext>
            </a:extLst>
          </p:cNvPr>
          <p:cNvSpPr>
            <a:spLocks xmlns:a="http://schemas.openxmlformats.org/drawingml/2006/main" noGrp="1"/>
          </p:cNvSpPr>
          <p:nvPr/>
        </p:nvSpPr>
        <p:spPr>
          <a:xfrm xmlns:a="http://schemas.openxmlformats.org/drawingml/2006/main">
            <a:off x="483235" y="1561316"/>
            <a:ext cx="67546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全球半导体量测和检测市场呈现出高度集中的竞争格局。前五大占据超80%市场份额。</a:t>
            </a:r>
          </a:p>
        </p:txBody>
      </p:sp>
      <p:sp>
        <p:nvSpPr>
          <p:cNvPr id="3" name="pdf-text-0003">
            <a:extLst xmlns:a="http://schemas.openxmlformats.org/drawingml/2006/main">
              <a:ext uri="{FF2B5EF4-FFF2-40B4-BE49-F238E27FC236}">
                <a16:creationId xmlns:a16="http://schemas.microsoft.com/office/drawing/2014/main" id="{F7C1C9E5-3F5A-463F-8F66-87398C53FD1F}"/>
              </a:ext>
            </a:extLst>
          </p:cNvPr>
          <p:cNvSpPr>
            <a:spLocks xmlns:a="http://schemas.openxmlformats.org/drawingml/2006/main" noGrp="1"/>
          </p:cNvSpPr>
          <p:nvPr/>
        </p:nvSpPr>
        <p:spPr>
          <a:xfrm xmlns:a="http://schemas.openxmlformats.org/drawingml/2006/main">
            <a:off x="483235" y="1838684"/>
            <a:ext cx="657754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尽管中国大陆是全球最大的量检测设备需求市场，但国产化率仍处于极低水平。目</a:t>
            </a:r>
          </a:p>
        </p:txBody>
      </p:sp>
      <p:sp>
        <p:nvSpPr>
          <p:cNvPr id="4" name="pdf-text-0004">
            <a:extLst xmlns:a="http://schemas.openxmlformats.org/drawingml/2006/main">
              <a:ext uri="{FF2B5EF4-FFF2-40B4-BE49-F238E27FC236}">
                <a16:creationId xmlns:a16="http://schemas.microsoft.com/office/drawing/2014/main" id="{1C9041DA-CA7B-4394-B856-6BC7DE87E2AA}"/>
              </a:ext>
            </a:extLst>
          </p:cNvPr>
          <p:cNvSpPr>
            <a:spLocks xmlns:a="http://schemas.openxmlformats.org/drawingml/2006/main" noGrp="1"/>
          </p:cNvSpPr>
          <p:nvPr/>
        </p:nvSpPr>
        <p:spPr>
          <a:xfrm xmlns:a="http://schemas.openxmlformats.org/drawingml/2006/main">
            <a:off x="483235" y="2175508"/>
            <a:ext cx="341680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前国产半导体检测仪器厂商合计市场份额仍</a:t>
            </a:r>
          </a:p>
        </p:txBody>
      </p:sp>
      <p:sp>
        <p:nvSpPr>
          <p:cNvPr id="5" name="pdf-text-0005">
            <a:extLst xmlns:a="http://schemas.openxmlformats.org/drawingml/2006/main">
              <a:ext uri="{FF2B5EF4-FFF2-40B4-BE49-F238E27FC236}">
                <a16:creationId xmlns:a16="http://schemas.microsoft.com/office/drawing/2014/main" id="{4F17028D-B9D7-41D3-8CE9-16F795F92EB2}"/>
              </a:ext>
            </a:extLst>
          </p:cNvPr>
          <p:cNvSpPr>
            <a:spLocks xmlns:a="http://schemas.openxmlformats.org/drawingml/2006/main" noGrp="1"/>
          </p:cNvSpPr>
          <p:nvPr/>
        </p:nvSpPr>
        <p:spPr>
          <a:xfrm xmlns:a="http://schemas.openxmlformats.org/drawingml/2006/main">
            <a:off x="3861943" y="2134068"/>
            <a:ext cx="728472"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168B7"/>
                </a:solidFill>
                <a:latin typeface="KaiTi"/>
                <a:ea typeface="KaiTi"/>
                <a:cs typeface="KaiTi"/>
              </a:defRPr>
            </a:pPr>
            <a:r>
              <a:rPr sz="1800" b="0" i="0">
                <a:solidFill>
                  <a:srgbClr val="0168B7"/>
                </a:solidFill>
                <a:latin typeface="KaiTi"/>
                <a:ea typeface="KaiTi"/>
                <a:cs typeface="KaiTi"/>
              </a:rPr>
              <a:t>不到5%</a:t>
            </a:r>
          </a:p>
        </p:txBody>
      </p:sp>
      <p:sp>
        <p:nvSpPr>
          <p:cNvPr id="6" name="pdf-text-0006">
            <a:extLst xmlns:a="http://schemas.openxmlformats.org/drawingml/2006/main">
              <a:ext uri="{FF2B5EF4-FFF2-40B4-BE49-F238E27FC236}">
                <a16:creationId xmlns:a16="http://schemas.microsoft.com/office/drawing/2014/main" id="{D726E9D4-2E80-4D0F-A284-D0BF8CA32FB5}"/>
              </a:ext>
            </a:extLst>
          </p:cNvPr>
          <p:cNvSpPr>
            <a:spLocks xmlns:a="http://schemas.openxmlformats.org/drawingml/2006/main" noGrp="1"/>
          </p:cNvSpPr>
          <p:nvPr/>
        </p:nvSpPr>
        <p:spPr>
          <a:xfrm xmlns:a="http://schemas.openxmlformats.org/drawingml/2006/main">
            <a:off x="4552315" y="2175488"/>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68de56401e0b4dfe">
            <a:extLst>
              <a:ext uri="{96DAC541-7B7A-43D3-8B79-37D633B846F1}">
                <asvg:svgBlip xmlns:asvg="http://schemas.microsoft.com/office/drawing/2016/SVG/main" r:embed="R172d12d21bea4212"/>
              </a:ext>
            </a:extLst>
          </a:blip>
          <a:stretch xmlns:a="http://schemas.openxmlformats.org/drawingml/2006/main"/>
        </p:blipFill>
        <p:spPr>
          <a:xfrm xmlns:a="http://schemas.openxmlformats.org/drawingml/2006/main">
            <a:off x="9764836" y="1669852"/>
            <a:ext cx="1464107" cy="2896463"/>
          </a:xfrm>
          <a:prstGeom xmlns:a="http://schemas.openxmlformats.org/drawingml/2006/main" prst="rect">
            <a:avLst/>
          </a:prstGeom>
        </p:spPr>
      </p:pic>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93c89724e1724568">
            <a:extLst>
              <a:ext uri="{96DAC541-7B7A-43D3-8B79-37D633B846F1}">
                <asvg:svgBlip xmlns:asvg="http://schemas.microsoft.com/office/drawing/2016/SVG/main" r:embed="R7653fd47228f4faa"/>
              </a:ext>
            </a:extLst>
          </a:blip>
          <a:stretch xmlns:a="http://schemas.openxmlformats.org/drawingml/2006/main"/>
        </p:blipFill>
        <p:spPr>
          <a:xfrm xmlns:a="http://schemas.openxmlformats.org/drawingml/2006/main">
            <a:off x="8784320" y="3102208"/>
            <a:ext cx="1012266" cy="1464107"/>
          </a:xfrm>
          <a:prstGeom xmlns:a="http://schemas.openxmlformats.org/drawingml/2006/main" prst="rect">
            <a:avLst/>
          </a:prstGeom>
        </p:spPr>
      </p:pic>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98f3c4734ae5451a">
            <a:extLst>
              <a:ext uri="{96DAC541-7B7A-43D3-8B79-37D633B846F1}">
                <asvg:svgBlip xmlns:asvg="http://schemas.microsoft.com/office/drawing/2016/SVG/main" r:embed="Rc73b9cfa22b54bfc"/>
              </a:ext>
            </a:extLst>
          </a:blip>
          <a:stretch xmlns:a="http://schemas.openxmlformats.org/drawingml/2006/main"/>
        </p:blipFill>
        <p:spPr>
          <a:xfrm xmlns:a="http://schemas.openxmlformats.org/drawingml/2006/main">
            <a:off x="8377476" y="3102206"/>
            <a:ext cx="1419110" cy="1075893"/>
          </a:xfrm>
          <a:prstGeom xmlns:a="http://schemas.openxmlformats.org/drawingml/2006/main" prst="rect">
            <a:avLst/>
          </a:prstGeom>
        </p:spPr>
      </p:pic>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fc96357674714e0f">
            <a:extLst>
              <a:ext uri="{96DAC541-7B7A-43D3-8B79-37D633B846F1}">
                <asvg:svgBlip xmlns:asvg="http://schemas.microsoft.com/office/drawing/2016/SVG/main" r:embed="R35cdce84ef5d4555"/>
              </a:ext>
            </a:extLst>
          </a:blip>
          <a:stretch xmlns:a="http://schemas.openxmlformats.org/drawingml/2006/main"/>
        </p:blipFill>
        <p:spPr>
          <a:xfrm xmlns:a="http://schemas.openxmlformats.org/drawingml/2006/main">
            <a:off x="8321145" y="2922684"/>
            <a:ext cx="1475448" cy="567487"/>
          </a:xfrm>
          <a:prstGeom xmlns:a="http://schemas.openxmlformats.org/drawingml/2006/main" prst="rect">
            <a:avLst/>
          </a:prstGeom>
        </p:spPr>
      </p:pic>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7c854dfdc9064307">
            <a:extLst>
              <a:ext uri="{96DAC541-7B7A-43D3-8B79-37D633B846F1}">
                <asvg:svgBlip xmlns:asvg="http://schemas.microsoft.com/office/drawing/2016/SVG/main" r:embed="R6ea40635819b4ebe"/>
              </a:ext>
            </a:extLst>
          </a:blip>
          <a:stretch xmlns:a="http://schemas.openxmlformats.org/drawingml/2006/main"/>
        </p:blipFill>
        <p:spPr>
          <a:xfrm xmlns:a="http://schemas.openxmlformats.org/drawingml/2006/main">
            <a:off x="8343774" y="2412172"/>
            <a:ext cx="1452817" cy="721779"/>
          </a:xfrm>
          <a:prstGeom xmlns:a="http://schemas.openxmlformats.org/drawingml/2006/main" prst="rect">
            <a:avLst/>
          </a:prstGeom>
        </p:spPr>
      </p:pic>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46242a5b6e8d43d1">
            <a:extLst>
              <a:ext uri="{96DAC541-7B7A-43D3-8B79-37D633B846F1}">
                <asvg:svgBlip xmlns:asvg="http://schemas.microsoft.com/office/drawing/2016/SVG/main" r:embed="R29614c336b2b45c0"/>
              </a:ext>
            </a:extLst>
          </a:blip>
          <a:stretch xmlns:a="http://schemas.openxmlformats.org/drawingml/2006/main"/>
        </p:blipFill>
        <p:spPr>
          <a:xfrm xmlns:a="http://schemas.openxmlformats.org/drawingml/2006/main">
            <a:off x="8509654" y="1669849"/>
            <a:ext cx="1286929" cy="1464107"/>
          </a:xfrm>
          <a:prstGeom xmlns:a="http://schemas.openxmlformats.org/drawingml/2006/main" prst="rect">
            <a:avLst/>
          </a:prstGeom>
        </p:spPr>
      </p:pic>
      <p:sp>
        <p:nvSpPr>
          <p:cNvPr id="13" name="pdf-text-0013">
            <a:extLst xmlns:a="http://schemas.openxmlformats.org/drawingml/2006/main">
              <a:ext uri="{FF2B5EF4-FFF2-40B4-BE49-F238E27FC236}">
                <a16:creationId xmlns:a16="http://schemas.microsoft.com/office/drawing/2014/main" id="{7E955748-1794-4C6E-8CBC-B06C3032F4CC}"/>
              </a:ext>
            </a:extLst>
          </p:cNvPr>
          <p:cNvSpPr>
            <a:spLocks xmlns:a="http://schemas.openxmlformats.org/drawingml/2006/main" noGrp="1"/>
          </p:cNvSpPr>
          <p:nvPr/>
        </p:nvSpPr>
        <p:spPr>
          <a:xfrm xmlns:a="http://schemas.openxmlformats.org/drawingml/2006/main">
            <a:off x="10520448" y="3067783"/>
            <a:ext cx="63894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Microsoft YaHei"/>
                <a:ea typeface="Microsoft YaHei"/>
                <a:cs typeface="Microsoft YaHei"/>
              </a:defRPr>
            </a:pPr>
            <a:r>
              <a:rPr sz="996" b="1" i="0">
                <a:solidFill>
                  <a:srgbClr val="000000"/>
                </a:solidFill>
                <a:latin typeface="Microsoft YaHei"/>
                <a:ea typeface="Microsoft YaHei"/>
                <a:cs typeface="Microsoft YaHei"/>
              </a:rPr>
              <a:t>KLA, 50%</a:t>
            </a:r>
          </a:p>
        </p:txBody>
      </p:sp>
      <p:sp>
        <p:nvSpPr>
          <p:cNvPr id="14" name="pdf-text-0014">
            <a:extLst xmlns:a="http://schemas.openxmlformats.org/drawingml/2006/main">
              <a:ext uri="{FF2B5EF4-FFF2-40B4-BE49-F238E27FC236}">
                <a16:creationId xmlns:a16="http://schemas.microsoft.com/office/drawing/2014/main" id="{676BE87A-57E2-4D6B-826A-98BBB5E8D797}"/>
              </a:ext>
            </a:extLst>
          </p:cNvPr>
          <p:cNvSpPr>
            <a:spLocks xmlns:a="http://schemas.openxmlformats.org/drawingml/2006/main" noGrp="1"/>
          </p:cNvSpPr>
          <p:nvPr/>
        </p:nvSpPr>
        <p:spPr>
          <a:xfrm xmlns:a="http://schemas.openxmlformats.org/drawingml/2006/main">
            <a:off x="9023035" y="4222276"/>
            <a:ext cx="63894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Microsoft YaHei"/>
                <a:ea typeface="Microsoft YaHei"/>
                <a:cs typeface="Microsoft YaHei"/>
              </a:defRPr>
            </a:pPr>
            <a:r>
              <a:rPr sz="996" b="1" i="0">
                <a:solidFill>
                  <a:srgbClr val="000000"/>
                </a:solidFill>
                <a:latin typeface="Microsoft YaHei"/>
                <a:ea typeface="Microsoft YaHei"/>
                <a:cs typeface="Microsoft YaHei"/>
              </a:rPr>
              <a:t>应材, 12%</a:t>
            </a:r>
          </a:p>
        </p:txBody>
      </p:sp>
      <p:sp>
        <p:nvSpPr>
          <p:cNvPr id="15" name="pdf-text-0015">
            <a:extLst xmlns:a="http://schemas.openxmlformats.org/drawingml/2006/main">
              <a:ext uri="{FF2B5EF4-FFF2-40B4-BE49-F238E27FC236}">
                <a16:creationId xmlns:a16="http://schemas.microsoft.com/office/drawing/2014/main" id="{B8BB0688-DAA1-41BF-AF4B-7E2131715544}"/>
              </a:ext>
            </a:extLst>
          </p:cNvPr>
          <p:cNvSpPr>
            <a:spLocks xmlns:a="http://schemas.openxmlformats.org/drawingml/2006/main" noGrp="1"/>
          </p:cNvSpPr>
          <p:nvPr/>
        </p:nvSpPr>
        <p:spPr>
          <a:xfrm xmlns:a="http://schemas.openxmlformats.org/drawingml/2006/main">
            <a:off x="8547298" y="3641930"/>
            <a:ext cx="56122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Microsoft YaHei"/>
                <a:ea typeface="Microsoft YaHei"/>
                <a:cs typeface="Microsoft YaHei"/>
              </a:defRPr>
            </a:pPr>
            <a:r>
              <a:rPr sz="996" b="1" i="0">
                <a:solidFill>
                  <a:srgbClr val="000000"/>
                </a:solidFill>
                <a:latin typeface="Microsoft YaHei"/>
                <a:ea typeface="Microsoft YaHei"/>
                <a:cs typeface="Microsoft YaHei"/>
              </a:rPr>
              <a:t>日立, 9%</a:t>
            </a:r>
          </a:p>
        </p:txBody>
      </p:sp>
      <p:sp>
        <p:nvSpPr>
          <p:cNvPr id="16" name="pdf-text-0016">
            <a:extLst xmlns:a="http://schemas.openxmlformats.org/drawingml/2006/main">
              <a:ext uri="{FF2B5EF4-FFF2-40B4-BE49-F238E27FC236}">
                <a16:creationId xmlns:a16="http://schemas.microsoft.com/office/drawing/2014/main" id="{792A14A5-1973-4ADB-80A0-B37E29729B29}"/>
              </a:ext>
            </a:extLst>
          </p:cNvPr>
          <p:cNvSpPr>
            <a:spLocks xmlns:a="http://schemas.openxmlformats.org/drawingml/2006/main" noGrp="1"/>
          </p:cNvSpPr>
          <p:nvPr/>
        </p:nvSpPr>
        <p:spPr>
          <a:xfrm xmlns:a="http://schemas.openxmlformats.org/drawingml/2006/main">
            <a:off x="8442563" y="3133306"/>
            <a:ext cx="62978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Microsoft YaHei"/>
                <a:ea typeface="Microsoft YaHei"/>
                <a:cs typeface="Microsoft YaHei"/>
              </a:defRPr>
            </a:pPr>
            <a:r>
              <a:rPr sz="996" b="1" i="0">
                <a:solidFill>
                  <a:srgbClr val="000000"/>
                </a:solidFill>
                <a:latin typeface="Microsoft YaHei"/>
                <a:ea typeface="Microsoft YaHei"/>
                <a:cs typeface="Microsoft YaHei"/>
              </a:rPr>
              <a:t>Onto, 6%</a:t>
            </a:r>
          </a:p>
        </p:txBody>
      </p:sp>
      <p:sp>
        <p:nvSpPr>
          <p:cNvPr id="17" name="pdf-text-0017">
            <a:extLst xmlns:a="http://schemas.openxmlformats.org/drawingml/2006/main">
              <a:ext uri="{FF2B5EF4-FFF2-40B4-BE49-F238E27FC236}">
                <a16:creationId xmlns:a16="http://schemas.microsoft.com/office/drawing/2014/main" id="{E97E244E-6B56-4760-92E2-AA5177A568B2}"/>
              </a:ext>
            </a:extLst>
          </p:cNvPr>
          <p:cNvSpPr>
            <a:spLocks xmlns:a="http://schemas.openxmlformats.org/drawingml/2006/main" noGrp="1"/>
          </p:cNvSpPr>
          <p:nvPr/>
        </p:nvSpPr>
        <p:spPr>
          <a:xfrm xmlns:a="http://schemas.openxmlformats.org/drawingml/2006/main">
            <a:off x="8464572" y="2769515"/>
            <a:ext cx="83242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Microsoft YaHei"/>
                <a:ea typeface="Microsoft YaHei"/>
                <a:cs typeface="Microsoft YaHei"/>
              </a:defRPr>
            </a:pPr>
            <a:r>
              <a:rPr sz="996" b="1" i="0">
                <a:solidFill>
                  <a:srgbClr val="000000"/>
                </a:solidFill>
                <a:latin typeface="Microsoft YaHei"/>
                <a:ea typeface="Microsoft YaHei"/>
                <a:cs typeface="Microsoft YaHei"/>
              </a:rPr>
              <a:t>Lasertec, 6%</a:t>
            </a:r>
          </a:p>
        </p:txBody>
      </p:sp>
      <p:sp>
        <p:nvSpPr>
          <p:cNvPr id="18" name="pdf-text-0018">
            <a:extLst xmlns:a="http://schemas.openxmlformats.org/drawingml/2006/main">
              <a:ext uri="{FF2B5EF4-FFF2-40B4-BE49-F238E27FC236}">
                <a16:creationId xmlns:a16="http://schemas.microsoft.com/office/drawing/2014/main" id="{D79F4294-846C-4480-A4A2-D8392DD209F3}"/>
              </a:ext>
            </a:extLst>
          </p:cNvPr>
          <p:cNvSpPr>
            <a:spLocks xmlns:a="http://schemas.openxmlformats.org/drawingml/2006/main" noGrp="1"/>
          </p:cNvSpPr>
          <p:nvPr/>
        </p:nvSpPr>
        <p:spPr>
          <a:xfrm xmlns:a="http://schemas.openxmlformats.org/drawingml/2006/main">
            <a:off x="8853408" y="2008539"/>
            <a:ext cx="63894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Microsoft YaHei"/>
                <a:ea typeface="Microsoft YaHei"/>
                <a:cs typeface="Microsoft YaHei"/>
              </a:defRPr>
            </a:pPr>
            <a:r>
              <a:rPr sz="996" b="1" i="0">
                <a:solidFill>
                  <a:srgbClr val="000000"/>
                </a:solidFill>
                <a:latin typeface="Microsoft YaHei"/>
                <a:ea typeface="Microsoft YaHei"/>
                <a:cs typeface="Microsoft YaHei"/>
              </a:rPr>
              <a:t>其他, 17%</a:t>
            </a:r>
          </a:p>
        </p:txBody>
      </p:sp>
      <p:sp>
        <p:nvSpPr>
          <p:cNvPr id="19" name="pdf-text-0019">
            <a:extLst xmlns:a="http://schemas.openxmlformats.org/drawingml/2006/main">
              <a:ext uri="{FF2B5EF4-FFF2-40B4-BE49-F238E27FC236}">
                <a16:creationId xmlns:a16="http://schemas.microsoft.com/office/drawing/2014/main" id="{B1203D00-6A0A-4106-8333-A55C2986C70C}"/>
              </a:ext>
            </a:extLst>
          </p:cNvPr>
          <p:cNvSpPr>
            <a:spLocks xmlns:a="http://schemas.openxmlformats.org/drawingml/2006/main" noGrp="1"/>
          </p:cNvSpPr>
          <p:nvPr/>
        </p:nvSpPr>
        <p:spPr>
          <a:xfrm xmlns:a="http://schemas.openxmlformats.org/drawingml/2006/main">
            <a:off x="8767341" y="1230505"/>
            <a:ext cx="18166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主要国际厂商市场份额</a:t>
            </a:r>
          </a:p>
        </p:txBody>
      </p:sp>
      <p:sp>
        <p:nvSpPr>
          <p:cNvPr id="20" name="pdf-vector-0020">
            <a:extLst xmlns:a="http://schemas.openxmlformats.org/drawingml/2006/main">
              <a:ext uri="{FF2B5EF4-FFF2-40B4-BE49-F238E27FC236}">
                <a16:creationId xmlns:a16="http://schemas.microsoft.com/office/drawing/2014/main" id="{873D99DC-C88B-4D18-AD43-D3282DD6DBB5}"/>
              </a:ext>
            </a:extLst>
          </p:cNvPr>
          <p:cNvSpPr>
            <a:spLocks xmlns:a="http://schemas.openxmlformats.org/drawingml/2006/main" noGrp="1"/>
          </p:cNvSpPr>
          <p:nvPr/>
        </p:nvSpPr>
        <p:spPr>
          <a:xfrm xmlns:a="http://schemas.openxmlformats.org/drawingml/2006/main">
            <a:off x="1805813" y="1061758"/>
            <a:ext cx="3272371" cy="369329"/>
          </a:xfrm>
          <a:prstGeom xmlns:a="http://schemas.openxmlformats.org/drawingml/2006/main" prst="rect">
            <a:avLst/>
          </a:prstGeom>
          <a:solidFill xmlns:a="http://schemas.openxmlformats.org/drawingml/2006/main">
            <a:srgbClr val="0168B7"/>
          </a:solidFill>
          <a:ln xmlns:a="http://schemas.openxmlformats.org/drawingml/2006/main" w="0">
            <a:noFill/>
            <a:prstDash val="solid"/>
          </a:ln>
        </p:spPr>
      </p:sp>
      <p:sp>
        <p:nvSpPr>
          <p:cNvPr id="21" name="pdf-text-0021">
            <a:extLst xmlns:a="http://schemas.openxmlformats.org/drawingml/2006/main">
              <a:ext uri="{FF2B5EF4-FFF2-40B4-BE49-F238E27FC236}">
                <a16:creationId xmlns:a16="http://schemas.microsoft.com/office/drawing/2014/main" id="{F7A636A6-3256-4D8E-9B6D-C6B9070F31E9}"/>
              </a:ext>
            </a:extLst>
          </p:cNvPr>
          <p:cNvSpPr>
            <a:spLocks xmlns:a="http://schemas.openxmlformats.org/drawingml/2006/main" noGrp="1"/>
          </p:cNvSpPr>
          <p:nvPr/>
        </p:nvSpPr>
        <p:spPr>
          <a:xfrm xmlns:a="http://schemas.openxmlformats.org/drawingml/2006/main">
            <a:off x="2060434" y="1155433"/>
            <a:ext cx="279890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海外巨头主导，国产化不足</a:t>
            </a:r>
          </a:p>
        </p:txBody>
      </p:sp>
      <p:sp>
        <p:nvSpPr>
          <p:cNvPr id="22" name="pdf-vector-0022">
            <a:extLst xmlns:a="http://schemas.openxmlformats.org/drawingml/2006/main">
              <a:ext uri="{FF2B5EF4-FFF2-40B4-BE49-F238E27FC236}">
                <a16:creationId xmlns:a16="http://schemas.microsoft.com/office/drawing/2014/main" id="{18310EFB-58CB-40AD-A5F4-8DC56E44CE85}"/>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23" name="pdf-vector-0023">
            <a:extLst xmlns:a="http://schemas.openxmlformats.org/drawingml/2006/main">
              <a:ext uri="{FF2B5EF4-FFF2-40B4-BE49-F238E27FC236}">
                <a16:creationId xmlns:a16="http://schemas.microsoft.com/office/drawing/2014/main" id="{662F77EC-5852-4F01-B76B-DF8678939984}"/>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24" name="pdf-text-0024">
            <a:extLst xmlns:a="http://schemas.openxmlformats.org/drawingml/2006/main">
              <a:ext uri="{FF2B5EF4-FFF2-40B4-BE49-F238E27FC236}">
                <a16:creationId xmlns:a16="http://schemas.microsoft.com/office/drawing/2014/main" id="{9F70C0F5-88DF-4BC7-BE40-C2B3BD0E9601}"/>
              </a:ext>
            </a:extLst>
          </p:cNvPr>
          <p:cNvSpPr>
            <a:spLocks xmlns:a="http://schemas.openxmlformats.org/drawingml/2006/main" noGrp="1"/>
          </p:cNvSpPr>
          <p:nvPr/>
        </p:nvSpPr>
        <p:spPr>
          <a:xfrm xmlns:a="http://schemas.openxmlformats.org/drawingml/2006/main">
            <a:off x="2119036" y="356556"/>
            <a:ext cx="4251963"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国外巨头主导，国产替代需求强烈</a:t>
            </a:r>
          </a:p>
        </p:txBody>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5835de2bd5854229"/>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26" name="pdf-text-0026">
            <a:extLst xmlns:a="http://schemas.openxmlformats.org/drawingml/2006/main">
              <a:ext uri="{FF2B5EF4-FFF2-40B4-BE49-F238E27FC236}">
                <a16:creationId xmlns:a16="http://schemas.microsoft.com/office/drawing/2014/main" id="{8423B11A-BEC7-4806-A4C0-23B2791B7768}"/>
              </a:ext>
            </a:extLst>
          </p:cNvPr>
          <p:cNvSpPr>
            <a:spLocks xmlns:a="http://schemas.openxmlformats.org/drawingml/2006/main" noGrp="1"/>
          </p:cNvSpPr>
          <p:nvPr/>
        </p:nvSpPr>
        <p:spPr>
          <a:xfrm xmlns:a="http://schemas.openxmlformats.org/drawingml/2006/main">
            <a:off x="590172" y="330348"/>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市场现状</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4af837f8d8564142"/>
          <a:srcRect xmlns:a="http://schemas.openxmlformats.org/drawingml/2006/main" l="0" t="0" r="0" b="0"/>
          <a:stretch xmlns:a="http://schemas.openxmlformats.org/drawingml/2006/main">
            <a:fillRect l="0" t="0" r="0" b="0"/>
          </a:stretch>
        </p:blipFill>
        <p:spPr>
          <a:xfrm xmlns:a="http://schemas.openxmlformats.org/drawingml/2006/main">
            <a:off x="7592757" y="4751937"/>
            <a:ext cx="1298994" cy="522422"/>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790cd06cf8e64b5b"/>
          <a:srcRect xmlns:a="http://schemas.openxmlformats.org/drawingml/2006/main" l="0" t="0" r="0" b="0"/>
          <a:stretch xmlns:a="http://schemas.openxmlformats.org/drawingml/2006/main">
            <a:fillRect l="0" t="0" r="0" b="0"/>
          </a:stretch>
        </p:blipFill>
        <p:spPr>
          <a:xfrm xmlns:a="http://schemas.openxmlformats.org/drawingml/2006/main">
            <a:off x="7594605" y="5420878"/>
            <a:ext cx="1298993" cy="656634"/>
          </a:xfrm>
          <a:prstGeom xmlns:a="http://schemas.openxmlformats.org/drawingml/2006/main" prst="rect">
            <a:avLst/>
          </a:prstGeom>
        </p:spPr>
      </p:pic>
      <p:sp>
        <p:nvSpPr>
          <p:cNvPr id="29" name="pdf-text-0029">
            <a:extLst xmlns:a="http://schemas.openxmlformats.org/drawingml/2006/main">
              <a:ext uri="{FF2B5EF4-FFF2-40B4-BE49-F238E27FC236}">
                <a16:creationId xmlns:a16="http://schemas.microsoft.com/office/drawing/2014/main" id="{4455EEB1-AA2B-4422-9507-BB915A2C7D59}"/>
              </a:ext>
            </a:extLst>
          </p:cNvPr>
          <p:cNvSpPr>
            <a:spLocks xmlns:a="http://schemas.openxmlformats.org/drawingml/2006/main" noGrp="1"/>
          </p:cNvSpPr>
          <p:nvPr/>
        </p:nvSpPr>
        <p:spPr>
          <a:xfrm xmlns:a="http://schemas.openxmlformats.org/drawingml/2006/main">
            <a:off x="9226355" y="5710129"/>
            <a:ext cx="235100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在中国封装AOI市场占比超50%</a:t>
            </a:r>
          </a:p>
        </p:txBody>
      </p:sp>
      <p:sp>
        <p:nvSpPr>
          <p:cNvPr id="30" name="pdf-text-0030">
            <a:extLst xmlns:a="http://schemas.openxmlformats.org/drawingml/2006/main">
              <a:ext uri="{FF2B5EF4-FFF2-40B4-BE49-F238E27FC236}">
                <a16:creationId xmlns:a16="http://schemas.microsoft.com/office/drawing/2014/main" id="{3751263E-EA09-4F78-8CFC-986548F5B9C5}"/>
              </a:ext>
            </a:extLst>
          </p:cNvPr>
          <p:cNvSpPr>
            <a:spLocks xmlns:a="http://schemas.openxmlformats.org/drawingml/2006/main" noGrp="1"/>
          </p:cNvSpPr>
          <p:nvPr/>
        </p:nvSpPr>
        <p:spPr>
          <a:xfrm xmlns:a="http://schemas.openxmlformats.org/drawingml/2006/main">
            <a:off x="9154496" y="4953925"/>
            <a:ext cx="279434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绝对龙头，先进制程国内占比超70%</a:t>
            </a:r>
          </a:p>
        </p:txBody>
      </p:sp>
      <p:sp>
        <p:nvSpPr>
          <p:cNvPr id="31" name="pdf-text-0031">
            <a:extLst xmlns:a="http://schemas.openxmlformats.org/drawingml/2006/main">
              <a:ext uri="{FF2B5EF4-FFF2-40B4-BE49-F238E27FC236}">
                <a16:creationId xmlns:a16="http://schemas.microsoft.com/office/drawing/2014/main" id="{C2E15177-9640-43A7-9BEA-F62DFA0C9767}"/>
              </a:ext>
            </a:extLst>
          </p:cNvPr>
          <p:cNvSpPr>
            <a:spLocks xmlns:a="http://schemas.openxmlformats.org/drawingml/2006/main" noGrp="1"/>
          </p:cNvSpPr>
          <p:nvPr/>
        </p:nvSpPr>
        <p:spPr>
          <a:xfrm xmlns:a="http://schemas.openxmlformats.org/drawingml/2006/main">
            <a:off x="591433" y="6008438"/>
            <a:ext cx="672081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这种高度依赖进口的现状，在当前的国际技术封锁和供应链安全背景下，为国产设备</a:t>
            </a:r>
          </a:p>
        </p:txBody>
      </p:sp>
      <p:sp>
        <p:nvSpPr>
          <p:cNvPr id="32" name="pdf-text-0032">
            <a:extLst xmlns:a="http://schemas.openxmlformats.org/drawingml/2006/main">
              <a:ext uri="{FF2B5EF4-FFF2-40B4-BE49-F238E27FC236}">
                <a16:creationId xmlns:a16="http://schemas.microsoft.com/office/drawing/2014/main" id="{DC123D67-5F1B-4960-B9C7-B7961426C8E1}"/>
              </a:ext>
            </a:extLst>
          </p:cNvPr>
          <p:cNvSpPr>
            <a:spLocks xmlns:a="http://schemas.openxmlformats.org/drawingml/2006/main" noGrp="1"/>
          </p:cNvSpPr>
          <p:nvPr/>
        </p:nvSpPr>
        <p:spPr>
          <a:xfrm xmlns:a="http://schemas.openxmlformats.org/drawingml/2006/main">
            <a:off x="591433" y="6285886"/>
            <a:ext cx="377186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商创造了历史性的替代窗口和紧迫的市场需求。</a:t>
            </a:r>
          </a:p>
        </p:txBody>
      </p:sp>
      <p:sp>
        <p:nvSpPr>
          <p:cNvPr id="33" name="pdf-vector-0033">
            <a:extLst xmlns:a="http://schemas.openxmlformats.org/drawingml/2006/main">
              <a:ext uri="{FF2B5EF4-FFF2-40B4-BE49-F238E27FC236}">
                <a16:creationId xmlns:a16="http://schemas.microsoft.com/office/drawing/2014/main" id="{7D9369EF-18F9-4DE0-8273-DF18B95DB7FF}"/>
              </a:ext>
            </a:extLst>
          </p:cNvPr>
          <p:cNvSpPr>
            <a:spLocks xmlns:a="http://schemas.openxmlformats.org/drawingml/2006/main" noGrp="1"/>
          </p:cNvSpPr>
          <p:nvPr/>
        </p:nvSpPr>
        <p:spPr>
          <a:xfrm xmlns:a="http://schemas.openxmlformats.org/drawingml/2006/main">
            <a:off x="664921" y="2527084"/>
            <a:ext cx="3488182" cy="314096"/>
          </a:xfrm>
          <a:prstGeom xmlns:a="http://schemas.openxmlformats.org/drawingml/2006/main" prst="rect">
            <a:avLst/>
          </a:prstGeom>
          <a:solidFill xmlns:a="http://schemas.openxmlformats.org/drawingml/2006/main">
            <a:srgbClr val="0168B7"/>
          </a:solidFill>
          <a:ln xmlns:a="http://schemas.openxmlformats.org/drawingml/2006/main" w="0">
            <a:noFill/>
            <a:prstDash val="solid"/>
          </a:ln>
        </p:spPr>
      </p:sp>
      <p:sp>
        <p:nvSpPr>
          <p:cNvPr id="34" name="pdf-vector-0034">
            <a:extLst xmlns:a="http://schemas.openxmlformats.org/drawingml/2006/main">
              <a:ext uri="{FF2B5EF4-FFF2-40B4-BE49-F238E27FC236}">
                <a16:creationId xmlns:a16="http://schemas.microsoft.com/office/drawing/2014/main" id="{6975C726-9AA8-4A65-94D5-0AA3E02DD3E0}"/>
              </a:ext>
            </a:extLst>
          </p:cNvPr>
          <p:cNvSpPr>
            <a:spLocks xmlns:a="http://schemas.openxmlformats.org/drawingml/2006/main" noGrp="1"/>
          </p:cNvSpPr>
          <p:nvPr/>
        </p:nvSpPr>
        <p:spPr>
          <a:xfrm xmlns:a="http://schemas.openxmlformats.org/drawingml/2006/main">
            <a:off x="4153116" y="2527084"/>
            <a:ext cx="3212808" cy="314096"/>
          </a:xfrm>
          <a:prstGeom xmlns:a="http://schemas.openxmlformats.org/drawingml/2006/main" prst="rect">
            <a:avLst/>
          </a:prstGeom>
          <a:solidFill xmlns:a="http://schemas.openxmlformats.org/drawingml/2006/main">
            <a:srgbClr val="0168B7"/>
          </a:solidFill>
          <a:ln xmlns:a="http://schemas.openxmlformats.org/drawingml/2006/main" w="0">
            <a:noFill/>
            <a:prstDash val="solid"/>
          </a:ln>
        </p:spPr>
      </p:sp>
      <p:sp>
        <p:nvSpPr>
          <p:cNvPr id="35" name="pdf-vector-0035">
            <a:extLst xmlns:a="http://schemas.openxmlformats.org/drawingml/2006/main">
              <a:ext uri="{FF2B5EF4-FFF2-40B4-BE49-F238E27FC236}">
                <a16:creationId xmlns:a16="http://schemas.microsoft.com/office/drawing/2014/main" id="{CAAF60D3-8EF9-45AF-840D-BBB9F42D8BA0}"/>
              </a:ext>
            </a:extLst>
          </p:cNvPr>
          <p:cNvSpPr>
            <a:spLocks xmlns:a="http://schemas.openxmlformats.org/drawingml/2006/main" noGrp="1"/>
          </p:cNvSpPr>
          <p:nvPr/>
        </p:nvSpPr>
        <p:spPr>
          <a:xfrm xmlns:a="http://schemas.openxmlformats.org/drawingml/2006/main">
            <a:off x="664921" y="2841180"/>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 name="pdf-vector-0036">
            <a:extLst xmlns:a="http://schemas.openxmlformats.org/drawingml/2006/main">
              <a:ext uri="{FF2B5EF4-FFF2-40B4-BE49-F238E27FC236}">
                <a16:creationId xmlns:a16="http://schemas.microsoft.com/office/drawing/2014/main" id="{148D9628-BC10-4D7D-8EC4-619E749428A8}"/>
              </a:ext>
            </a:extLst>
          </p:cNvPr>
          <p:cNvSpPr>
            <a:spLocks xmlns:a="http://schemas.openxmlformats.org/drawingml/2006/main" noGrp="1"/>
          </p:cNvSpPr>
          <p:nvPr/>
        </p:nvSpPr>
        <p:spPr>
          <a:xfrm xmlns:a="http://schemas.openxmlformats.org/drawingml/2006/main">
            <a:off x="4153116" y="2841180"/>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7" name="pdf-vector-0037">
            <a:extLst xmlns:a="http://schemas.openxmlformats.org/drawingml/2006/main">
              <a:ext uri="{FF2B5EF4-FFF2-40B4-BE49-F238E27FC236}">
                <a16:creationId xmlns:a16="http://schemas.microsoft.com/office/drawing/2014/main" id="{972E230B-8516-4882-BBA6-FEE32E73A7D5}"/>
              </a:ext>
            </a:extLst>
          </p:cNvPr>
          <p:cNvSpPr>
            <a:spLocks xmlns:a="http://schemas.openxmlformats.org/drawingml/2006/main" noGrp="1"/>
          </p:cNvSpPr>
          <p:nvPr/>
        </p:nvSpPr>
        <p:spPr>
          <a:xfrm xmlns:a="http://schemas.openxmlformats.org/drawingml/2006/main">
            <a:off x="664921" y="3155277"/>
            <a:ext cx="3488182" cy="336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8" name="pdf-vector-0038">
            <a:extLst xmlns:a="http://schemas.openxmlformats.org/drawingml/2006/main">
              <a:ext uri="{FF2B5EF4-FFF2-40B4-BE49-F238E27FC236}">
                <a16:creationId xmlns:a16="http://schemas.microsoft.com/office/drawing/2014/main" id="{166481CF-0AD2-4EA5-AD2A-5420536C1B8D}"/>
              </a:ext>
            </a:extLst>
          </p:cNvPr>
          <p:cNvSpPr>
            <a:spLocks xmlns:a="http://schemas.openxmlformats.org/drawingml/2006/main" noGrp="1"/>
          </p:cNvSpPr>
          <p:nvPr/>
        </p:nvSpPr>
        <p:spPr>
          <a:xfrm xmlns:a="http://schemas.openxmlformats.org/drawingml/2006/main">
            <a:off x="4153116" y="3155277"/>
            <a:ext cx="3212808" cy="336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9" name="pdf-vector-0039">
            <a:extLst xmlns:a="http://schemas.openxmlformats.org/drawingml/2006/main">
              <a:ext uri="{FF2B5EF4-FFF2-40B4-BE49-F238E27FC236}">
                <a16:creationId xmlns:a16="http://schemas.microsoft.com/office/drawing/2014/main" id="{17A8924E-1178-42E5-8E05-84C73BA3F7C6}"/>
              </a:ext>
            </a:extLst>
          </p:cNvPr>
          <p:cNvSpPr>
            <a:spLocks xmlns:a="http://schemas.openxmlformats.org/drawingml/2006/main" noGrp="1"/>
          </p:cNvSpPr>
          <p:nvPr/>
        </p:nvSpPr>
        <p:spPr>
          <a:xfrm xmlns:a="http://schemas.openxmlformats.org/drawingml/2006/main">
            <a:off x="664921" y="3491827"/>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0" name="pdf-vector-0040">
            <a:extLst xmlns:a="http://schemas.openxmlformats.org/drawingml/2006/main">
              <a:ext uri="{FF2B5EF4-FFF2-40B4-BE49-F238E27FC236}">
                <a16:creationId xmlns:a16="http://schemas.microsoft.com/office/drawing/2014/main" id="{476B4643-3404-426F-8350-8497DCE7384F}"/>
              </a:ext>
            </a:extLst>
          </p:cNvPr>
          <p:cNvSpPr>
            <a:spLocks xmlns:a="http://schemas.openxmlformats.org/drawingml/2006/main" noGrp="1"/>
          </p:cNvSpPr>
          <p:nvPr/>
        </p:nvSpPr>
        <p:spPr>
          <a:xfrm xmlns:a="http://schemas.openxmlformats.org/drawingml/2006/main">
            <a:off x="4153116" y="3491827"/>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1" name="pdf-vector-0041">
            <a:extLst xmlns:a="http://schemas.openxmlformats.org/drawingml/2006/main">
              <a:ext uri="{FF2B5EF4-FFF2-40B4-BE49-F238E27FC236}">
                <a16:creationId xmlns:a16="http://schemas.microsoft.com/office/drawing/2014/main" id="{6D1602E1-222C-4812-B221-5DD26C9886CF}"/>
              </a:ext>
            </a:extLst>
          </p:cNvPr>
          <p:cNvSpPr>
            <a:spLocks xmlns:a="http://schemas.openxmlformats.org/drawingml/2006/main" noGrp="1"/>
          </p:cNvSpPr>
          <p:nvPr/>
        </p:nvSpPr>
        <p:spPr>
          <a:xfrm xmlns:a="http://schemas.openxmlformats.org/drawingml/2006/main">
            <a:off x="664921" y="3805924"/>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2" name="pdf-vector-0042">
            <a:extLst xmlns:a="http://schemas.openxmlformats.org/drawingml/2006/main">
              <a:ext uri="{FF2B5EF4-FFF2-40B4-BE49-F238E27FC236}">
                <a16:creationId xmlns:a16="http://schemas.microsoft.com/office/drawing/2014/main" id="{1058DCC7-B75B-4C10-8671-639FD1D70A8A}"/>
              </a:ext>
            </a:extLst>
          </p:cNvPr>
          <p:cNvSpPr>
            <a:spLocks xmlns:a="http://schemas.openxmlformats.org/drawingml/2006/main" noGrp="1"/>
          </p:cNvSpPr>
          <p:nvPr/>
        </p:nvSpPr>
        <p:spPr>
          <a:xfrm xmlns:a="http://schemas.openxmlformats.org/drawingml/2006/main">
            <a:off x="4153116" y="3805924"/>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3" name="pdf-vector-0043">
            <a:extLst xmlns:a="http://schemas.openxmlformats.org/drawingml/2006/main">
              <a:ext uri="{FF2B5EF4-FFF2-40B4-BE49-F238E27FC236}">
                <a16:creationId xmlns:a16="http://schemas.microsoft.com/office/drawing/2014/main" id="{B2D08479-C0A0-4EEA-9C2C-A71D88382CCC}"/>
              </a:ext>
            </a:extLst>
          </p:cNvPr>
          <p:cNvSpPr>
            <a:spLocks xmlns:a="http://schemas.openxmlformats.org/drawingml/2006/main" noGrp="1"/>
          </p:cNvSpPr>
          <p:nvPr/>
        </p:nvSpPr>
        <p:spPr>
          <a:xfrm xmlns:a="http://schemas.openxmlformats.org/drawingml/2006/main">
            <a:off x="664921" y="4120020"/>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4" name="pdf-vector-0044">
            <a:extLst xmlns:a="http://schemas.openxmlformats.org/drawingml/2006/main">
              <a:ext uri="{FF2B5EF4-FFF2-40B4-BE49-F238E27FC236}">
                <a16:creationId xmlns:a16="http://schemas.microsoft.com/office/drawing/2014/main" id="{BE121004-1942-4441-934B-443D7628DB55}"/>
              </a:ext>
            </a:extLst>
          </p:cNvPr>
          <p:cNvSpPr>
            <a:spLocks xmlns:a="http://schemas.openxmlformats.org/drawingml/2006/main" noGrp="1"/>
          </p:cNvSpPr>
          <p:nvPr/>
        </p:nvSpPr>
        <p:spPr>
          <a:xfrm xmlns:a="http://schemas.openxmlformats.org/drawingml/2006/main">
            <a:off x="4153116" y="4120020"/>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5" name="pdf-vector-0045">
            <a:extLst xmlns:a="http://schemas.openxmlformats.org/drawingml/2006/main">
              <a:ext uri="{FF2B5EF4-FFF2-40B4-BE49-F238E27FC236}">
                <a16:creationId xmlns:a16="http://schemas.microsoft.com/office/drawing/2014/main" id="{88465540-278E-4A79-9246-2809E33867A1}"/>
              </a:ext>
            </a:extLst>
          </p:cNvPr>
          <p:cNvSpPr>
            <a:spLocks xmlns:a="http://schemas.openxmlformats.org/drawingml/2006/main" noGrp="1"/>
          </p:cNvSpPr>
          <p:nvPr/>
        </p:nvSpPr>
        <p:spPr>
          <a:xfrm xmlns:a="http://schemas.openxmlformats.org/drawingml/2006/main">
            <a:off x="664921" y="4434116"/>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6" name="pdf-vector-0046">
            <a:extLst xmlns:a="http://schemas.openxmlformats.org/drawingml/2006/main">
              <a:ext uri="{FF2B5EF4-FFF2-40B4-BE49-F238E27FC236}">
                <a16:creationId xmlns:a16="http://schemas.microsoft.com/office/drawing/2014/main" id="{0A1C33E8-1760-4D85-9A3C-33AE0E3C67A2}"/>
              </a:ext>
            </a:extLst>
          </p:cNvPr>
          <p:cNvSpPr>
            <a:spLocks xmlns:a="http://schemas.openxmlformats.org/drawingml/2006/main" noGrp="1"/>
          </p:cNvSpPr>
          <p:nvPr/>
        </p:nvSpPr>
        <p:spPr>
          <a:xfrm xmlns:a="http://schemas.openxmlformats.org/drawingml/2006/main">
            <a:off x="4153116" y="4434116"/>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7" name="pdf-vector-0047">
            <a:extLst xmlns:a="http://schemas.openxmlformats.org/drawingml/2006/main">
              <a:ext uri="{FF2B5EF4-FFF2-40B4-BE49-F238E27FC236}">
                <a16:creationId xmlns:a16="http://schemas.microsoft.com/office/drawing/2014/main" id="{A60ED257-DC78-45A3-8598-40A907859C75}"/>
              </a:ext>
            </a:extLst>
          </p:cNvPr>
          <p:cNvSpPr>
            <a:spLocks xmlns:a="http://schemas.openxmlformats.org/drawingml/2006/main" noGrp="1"/>
          </p:cNvSpPr>
          <p:nvPr/>
        </p:nvSpPr>
        <p:spPr>
          <a:xfrm xmlns:a="http://schemas.openxmlformats.org/drawingml/2006/main">
            <a:off x="664921" y="4748213"/>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8" name="pdf-vector-0048">
            <a:extLst xmlns:a="http://schemas.openxmlformats.org/drawingml/2006/main">
              <a:ext uri="{FF2B5EF4-FFF2-40B4-BE49-F238E27FC236}">
                <a16:creationId xmlns:a16="http://schemas.microsoft.com/office/drawing/2014/main" id="{B788274D-CF6C-4E14-9131-0FBD6EDAFFC6}"/>
              </a:ext>
            </a:extLst>
          </p:cNvPr>
          <p:cNvSpPr>
            <a:spLocks xmlns:a="http://schemas.openxmlformats.org/drawingml/2006/main" noGrp="1"/>
          </p:cNvSpPr>
          <p:nvPr/>
        </p:nvSpPr>
        <p:spPr>
          <a:xfrm xmlns:a="http://schemas.openxmlformats.org/drawingml/2006/main">
            <a:off x="4153116" y="4748213"/>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9" name="pdf-vector-0049">
            <a:extLst xmlns:a="http://schemas.openxmlformats.org/drawingml/2006/main">
              <a:ext uri="{FF2B5EF4-FFF2-40B4-BE49-F238E27FC236}">
                <a16:creationId xmlns:a16="http://schemas.microsoft.com/office/drawing/2014/main" id="{0F57BC12-9A0E-49B4-9278-C6DF90E14F56}"/>
              </a:ext>
            </a:extLst>
          </p:cNvPr>
          <p:cNvSpPr>
            <a:spLocks xmlns:a="http://schemas.openxmlformats.org/drawingml/2006/main" noGrp="1"/>
          </p:cNvSpPr>
          <p:nvPr/>
        </p:nvSpPr>
        <p:spPr>
          <a:xfrm xmlns:a="http://schemas.openxmlformats.org/drawingml/2006/main">
            <a:off x="664921" y="5062309"/>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0" name="pdf-vector-0050">
            <a:extLst xmlns:a="http://schemas.openxmlformats.org/drawingml/2006/main">
              <a:ext uri="{FF2B5EF4-FFF2-40B4-BE49-F238E27FC236}">
                <a16:creationId xmlns:a16="http://schemas.microsoft.com/office/drawing/2014/main" id="{9E1F9950-293D-47BE-B7FF-5F017F5EED56}"/>
              </a:ext>
            </a:extLst>
          </p:cNvPr>
          <p:cNvSpPr>
            <a:spLocks xmlns:a="http://schemas.openxmlformats.org/drawingml/2006/main" noGrp="1"/>
          </p:cNvSpPr>
          <p:nvPr/>
        </p:nvSpPr>
        <p:spPr>
          <a:xfrm xmlns:a="http://schemas.openxmlformats.org/drawingml/2006/main">
            <a:off x="4153116" y="5062309"/>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1" name="pdf-vector-0051">
            <a:extLst xmlns:a="http://schemas.openxmlformats.org/drawingml/2006/main">
              <a:ext uri="{FF2B5EF4-FFF2-40B4-BE49-F238E27FC236}">
                <a16:creationId xmlns:a16="http://schemas.microsoft.com/office/drawing/2014/main" id="{0691211F-3B99-4616-821D-85F9B6F4827A}"/>
              </a:ext>
            </a:extLst>
          </p:cNvPr>
          <p:cNvSpPr>
            <a:spLocks xmlns:a="http://schemas.openxmlformats.org/drawingml/2006/main" noGrp="1"/>
          </p:cNvSpPr>
          <p:nvPr/>
        </p:nvSpPr>
        <p:spPr>
          <a:xfrm xmlns:a="http://schemas.openxmlformats.org/drawingml/2006/main">
            <a:off x="664921" y="5376405"/>
            <a:ext cx="3488182"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2" name="pdf-vector-0052">
            <a:extLst xmlns:a="http://schemas.openxmlformats.org/drawingml/2006/main">
              <a:ext uri="{FF2B5EF4-FFF2-40B4-BE49-F238E27FC236}">
                <a16:creationId xmlns:a16="http://schemas.microsoft.com/office/drawing/2014/main" id="{813D1E63-C2AA-47FF-895D-5A8AAB6B5DBD}"/>
              </a:ext>
            </a:extLst>
          </p:cNvPr>
          <p:cNvSpPr>
            <a:spLocks xmlns:a="http://schemas.openxmlformats.org/drawingml/2006/main" noGrp="1"/>
          </p:cNvSpPr>
          <p:nvPr/>
        </p:nvSpPr>
        <p:spPr>
          <a:xfrm xmlns:a="http://schemas.openxmlformats.org/drawingml/2006/main">
            <a:off x="4153116" y="5376405"/>
            <a:ext cx="3212808" cy="314096"/>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3" name="pdf-text-0053">
            <a:extLst xmlns:a="http://schemas.openxmlformats.org/drawingml/2006/main">
              <a:ext uri="{FF2B5EF4-FFF2-40B4-BE49-F238E27FC236}">
                <a16:creationId xmlns:a16="http://schemas.microsoft.com/office/drawing/2014/main" id="{84348FB8-DB7E-451A-A348-185B8AFD3016}"/>
              </a:ext>
            </a:extLst>
          </p:cNvPr>
          <p:cNvSpPr>
            <a:spLocks xmlns:a="http://schemas.openxmlformats.org/drawingml/2006/main" noGrp="1"/>
          </p:cNvSpPr>
          <p:nvPr/>
        </p:nvSpPr>
        <p:spPr>
          <a:xfrm xmlns:a="http://schemas.openxmlformats.org/drawingml/2006/main">
            <a:off x="2085865" y="2625511"/>
            <a:ext cx="697999"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EEECE1"/>
                </a:solidFill>
                <a:latin typeface="KaiTi"/>
                <a:ea typeface="KaiTi"/>
                <a:cs typeface="KaiTi"/>
              </a:defRPr>
            </a:pPr>
            <a:r>
              <a:rPr sz="1296" b="0" i="0">
                <a:solidFill>
                  <a:srgbClr val="EEECE1"/>
                </a:solidFill>
                <a:latin typeface="KaiTi"/>
                <a:ea typeface="KaiTi"/>
                <a:cs typeface="KaiTi"/>
              </a:rPr>
              <a:t>设备种类</a:t>
            </a:r>
          </a:p>
        </p:txBody>
      </p:sp>
      <p:sp>
        <p:nvSpPr>
          <p:cNvPr id="54" name="pdf-text-0054">
            <a:extLst xmlns:a="http://schemas.openxmlformats.org/drawingml/2006/main">
              <a:ext uri="{FF2B5EF4-FFF2-40B4-BE49-F238E27FC236}">
                <a16:creationId xmlns:a16="http://schemas.microsoft.com/office/drawing/2014/main" id="{39E9F6DD-E8DC-4CE3-ADB5-B087882B3AC9}"/>
              </a:ext>
            </a:extLst>
          </p:cNvPr>
          <p:cNvSpPr>
            <a:spLocks xmlns:a="http://schemas.openxmlformats.org/drawingml/2006/main" noGrp="1"/>
          </p:cNvSpPr>
          <p:nvPr/>
        </p:nvSpPr>
        <p:spPr>
          <a:xfrm xmlns:a="http://schemas.openxmlformats.org/drawingml/2006/main">
            <a:off x="5429376" y="2625511"/>
            <a:ext cx="697998"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EEECE1"/>
                </a:solidFill>
                <a:latin typeface="KaiTi"/>
                <a:ea typeface="KaiTi"/>
                <a:cs typeface="KaiTi"/>
              </a:defRPr>
            </a:pPr>
            <a:r>
              <a:rPr sz="1296" b="0" i="0">
                <a:solidFill>
                  <a:srgbClr val="EEECE1"/>
                </a:solidFill>
                <a:latin typeface="KaiTi"/>
                <a:ea typeface="KaiTi"/>
                <a:cs typeface="KaiTi"/>
              </a:rPr>
              <a:t>国产化率</a:t>
            </a:r>
          </a:p>
        </p:txBody>
      </p:sp>
      <p:sp>
        <p:nvSpPr>
          <p:cNvPr id="55" name="pdf-text-0055">
            <a:extLst xmlns:a="http://schemas.openxmlformats.org/drawingml/2006/main">
              <a:ext uri="{FF2B5EF4-FFF2-40B4-BE49-F238E27FC236}">
                <a16:creationId xmlns:a16="http://schemas.microsoft.com/office/drawing/2014/main" id="{D11C318E-3139-4A09-BBAE-8CFFCEECAC0C}"/>
              </a:ext>
            </a:extLst>
          </p:cNvPr>
          <p:cNvSpPr>
            <a:spLocks xmlns:a="http://schemas.openxmlformats.org/drawingml/2006/main" noGrp="1"/>
          </p:cNvSpPr>
          <p:nvPr/>
        </p:nvSpPr>
        <p:spPr>
          <a:xfrm xmlns:a="http://schemas.openxmlformats.org/drawingml/2006/main">
            <a:off x="2168161" y="2939606"/>
            <a:ext cx="53187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光刻机</a:t>
            </a:r>
          </a:p>
        </p:txBody>
      </p:sp>
      <p:sp>
        <p:nvSpPr>
          <p:cNvPr id="56" name="pdf-text-0056">
            <a:extLst xmlns:a="http://schemas.openxmlformats.org/drawingml/2006/main">
              <a:ext uri="{FF2B5EF4-FFF2-40B4-BE49-F238E27FC236}">
                <a16:creationId xmlns:a16="http://schemas.microsoft.com/office/drawing/2014/main" id="{93D0D94D-F266-4501-8E14-6BA586F825BA}"/>
              </a:ext>
            </a:extLst>
          </p:cNvPr>
          <p:cNvSpPr>
            <a:spLocks xmlns:a="http://schemas.openxmlformats.org/drawingml/2006/main" noGrp="1"/>
          </p:cNvSpPr>
          <p:nvPr/>
        </p:nvSpPr>
        <p:spPr>
          <a:xfrm xmlns:a="http://schemas.openxmlformats.org/drawingml/2006/main">
            <a:off x="5635127" y="2939606"/>
            <a:ext cx="284989"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&lt;1%</a:t>
            </a:r>
          </a:p>
        </p:txBody>
      </p:sp>
      <p:sp>
        <p:nvSpPr>
          <p:cNvPr id="57" name="pdf-text-0057">
            <a:extLst xmlns:a="http://schemas.openxmlformats.org/drawingml/2006/main">
              <a:ext uri="{FF2B5EF4-FFF2-40B4-BE49-F238E27FC236}">
                <a16:creationId xmlns:a16="http://schemas.microsoft.com/office/drawing/2014/main" id="{584CBE4D-5766-4DE9-BDD5-DBE924FF5275}"/>
              </a:ext>
            </a:extLst>
          </p:cNvPr>
          <p:cNvSpPr>
            <a:spLocks xmlns:a="http://schemas.openxmlformats.org/drawingml/2006/main" noGrp="1"/>
          </p:cNvSpPr>
          <p:nvPr/>
        </p:nvSpPr>
        <p:spPr>
          <a:xfrm xmlns:a="http://schemas.openxmlformats.org/drawingml/2006/main">
            <a:off x="1852694" y="3243234"/>
            <a:ext cx="116433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168B7"/>
                </a:solidFill>
                <a:latin typeface="KaiTi"/>
                <a:ea typeface="KaiTi"/>
                <a:cs typeface="KaiTi"/>
              </a:defRPr>
            </a:pPr>
            <a:r>
              <a:rPr sz="1596" b="0" i="0">
                <a:solidFill>
                  <a:srgbClr val="0168B7"/>
                </a:solidFill>
                <a:latin typeface="KaiTi"/>
                <a:ea typeface="KaiTi"/>
                <a:cs typeface="KaiTi"/>
              </a:rPr>
              <a:t>量/检测设备</a:t>
            </a:r>
          </a:p>
        </p:txBody>
      </p:sp>
      <p:sp>
        <p:nvSpPr>
          <p:cNvPr id="58" name="pdf-text-0058">
            <a:extLst xmlns:a="http://schemas.openxmlformats.org/drawingml/2006/main">
              <a:ext uri="{FF2B5EF4-FFF2-40B4-BE49-F238E27FC236}">
                <a16:creationId xmlns:a16="http://schemas.microsoft.com/office/drawing/2014/main" id="{1FDA7E25-6DD9-4491-93A2-5CB36A73ACAC}"/>
              </a:ext>
            </a:extLst>
          </p:cNvPr>
          <p:cNvSpPr>
            <a:spLocks xmlns:a="http://schemas.openxmlformats.org/drawingml/2006/main" noGrp="1"/>
          </p:cNvSpPr>
          <p:nvPr/>
        </p:nvSpPr>
        <p:spPr>
          <a:xfrm xmlns:a="http://schemas.openxmlformats.org/drawingml/2006/main">
            <a:off x="5604605" y="3243234"/>
            <a:ext cx="346597"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168B7"/>
                </a:solidFill>
                <a:latin typeface="KaiTi"/>
                <a:ea typeface="KaiTi"/>
                <a:cs typeface="KaiTi"/>
              </a:defRPr>
            </a:pPr>
            <a:r>
              <a:rPr sz="1596" b="0" i="0">
                <a:solidFill>
                  <a:srgbClr val="0168B7"/>
                </a:solidFill>
                <a:latin typeface="KaiTi"/>
                <a:ea typeface="KaiTi"/>
                <a:cs typeface="KaiTi"/>
              </a:rPr>
              <a:t>&lt;5%</a:t>
            </a:r>
          </a:p>
        </p:txBody>
      </p:sp>
      <p:sp>
        <p:nvSpPr>
          <p:cNvPr id="59" name="pdf-text-0059">
            <a:extLst xmlns:a="http://schemas.openxmlformats.org/drawingml/2006/main">
              <a:ext uri="{FF2B5EF4-FFF2-40B4-BE49-F238E27FC236}">
                <a16:creationId xmlns:a16="http://schemas.microsoft.com/office/drawing/2014/main" id="{40C1B7F1-61DF-4281-819B-D6E0EBAC60C1}"/>
              </a:ext>
            </a:extLst>
          </p:cNvPr>
          <p:cNvSpPr>
            <a:spLocks xmlns:a="http://schemas.openxmlformats.org/drawingml/2006/main" noGrp="1"/>
          </p:cNvSpPr>
          <p:nvPr/>
        </p:nvSpPr>
        <p:spPr>
          <a:xfrm xmlns:a="http://schemas.openxmlformats.org/drawingml/2006/main">
            <a:off x="1921273" y="3590252"/>
            <a:ext cx="102718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涂胶显影设备</a:t>
            </a:r>
          </a:p>
        </p:txBody>
      </p:sp>
      <p:sp>
        <p:nvSpPr>
          <p:cNvPr id="60" name="pdf-text-0060">
            <a:extLst xmlns:a="http://schemas.openxmlformats.org/drawingml/2006/main">
              <a:ext uri="{FF2B5EF4-FFF2-40B4-BE49-F238E27FC236}">
                <a16:creationId xmlns:a16="http://schemas.microsoft.com/office/drawing/2014/main" id="{607F1650-AA72-4B22-955B-FD7A7A95ECC4}"/>
              </a:ext>
            </a:extLst>
          </p:cNvPr>
          <p:cNvSpPr>
            <a:spLocks xmlns:a="http://schemas.openxmlformats.org/drawingml/2006/main" noGrp="1"/>
          </p:cNvSpPr>
          <p:nvPr/>
        </p:nvSpPr>
        <p:spPr>
          <a:xfrm xmlns:a="http://schemas.openxmlformats.org/drawingml/2006/main">
            <a:off x="5593978" y="3590252"/>
            <a:ext cx="367285"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&lt;10%</a:t>
            </a:r>
          </a:p>
        </p:txBody>
      </p:sp>
      <p:sp>
        <p:nvSpPr>
          <p:cNvPr id="61" name="pdf-text-0061">
            <a:extLst xmlns:a="http://schemas.openxmlformats.org/drawingml/2006/main">
              <a:ext uri="{FF2B5EF4-FFF2-40B4-BE49-F238E27FC236}">
                <a16:creationId xmlns:a16="http://schemas.microsoft.com/office/drawing/2014/main" id="{8837A739-78B1-4B01-8FBE-22507B452924}"/>
              </a:ext>
            </a:extLst>
          </p:cNvPr>
          <p:cNvSpPr>
            <a:spLocks xmlns:a="http://schemas.openxmlformats.org/drawingml/2006/main" noGrp="1"/>
          </p:cNvSpPr>
          <p:nvPr/>
        </p:nvSpPr>
        <p:spPr>
          <a:xfrm xmlns:a="http://schemas.openxmlformats.org/drawingml/2006/main">
            <a:off x="1921272" y="3904294"/>
            <a:ext cx="102718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离子注入设备</a:t>
            </a:r>
          </a:p>
        </p:txBody>
      </p:sp>
      <p:sp>
        <p:nvSpPr>
          <p:cNvPr id="62" name="pdf-text-0062">
            <a:extLst xmlns:a="http://schemas.openxmlformats.org/drawingml/2006/main">
              <a:ext uri="{FF2B5EF4-FFF2-40B4-BE49-F238E27FC236}">
                <a16:creationId xmlns:a16="http://schemas.microsoft.com/office/drawing/2014/main" id="{00070D6F-422D-4A43-B288-AA83CC9187EC}"/>
              </a:ext>
            </a:extLst>
          </p:cNvPr>
          <p:cNvSpPr>
            <a:spLocks xmlns:a="http://schemas.openxmlformats.org/drawingml/2006/main" noGrp="1"/>
          </p:cNvSpPr>
          <p:nvPr/>
        </p:nvSpPr>
        <p:spPr>
          <a:xfrm xmlns:a="http://schemas.openxmlformats.org/drawingml/2006/main">
            <a:off x="5593978" y="3904294"/>
            <a:ext cx="367285"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&lt;20%</a:t>
            </a:r>
          </a:p>
        </p:txBody>
      </p:sp>
      <p:sp>
        <p:nvSpPr>
          <p:cNvPr id="63" name="pdf-text-0063">
            <a:extLst xmlns:a="http://schemas.openxmlformats.org/drawingml/2006/main">
              <a:ext uri="{FF2B5EF4-FFF2-40B4-BE49-F238E27FC236}">
                <a16:creationId xmlns:a16="http://schemas.microsoft.com/office/drawing/2014/main" id="{4415A129-F46C-49D8-9F4E-68B0941191A6}"/>
              </a:ext>
            </a:extLst>
          </p:cNvPr>
          <p:cNvSpPr>
            <a:spLocks xmlns:a="http://schemas.openxmlformats.org/drawingml/2006/main" noGrp="1"/>
          </p:cNvSpPr>
          <p:nvPr/>
        </p:nvSpPr>
        <p:spPr>
          <a:xfrm xmlns:a="http://schemas.openxmlformats.org/drawingml/2006/main">
            <a:off x="1921272" y="4218335"/>
            <a:ext cx="102718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薄膜沉积设备</a:t>
            </a:r>
          </a:p>
        </p:txBody>
      </p:sp>
      <p:sp>
        <p:nvSpPr>
          <p:cNvPr id="64" name="pdf-text-0064">
            <a:extLst xmlns:a="http://schemas.openxmlformats.org/drawingml/2006/main">
              <a:ext uri="{FF2B5EF4-FFF2-40B4-BE49-F238E27FC236}">
                <a16:creationId xmlns:a16="http://schemas.microsoft.com/office/drawing/2014/main" id="{75E7EEAC-5DAB-493B-81A5-B9A6F0F98C6B}"/>
              </a:ext>
            </a:extLst>
          </p:cNvPr>
          <p:cNvSpPr>
            <a:spLocks xmlns:a="http://schemas.openxmlformats.org/drawingml/2006/main" noGrp="1"/>
          </p:cNvSpPr>
          <p:nvPr/>
        </p:nvSpPr>
        <p:spPr>
          <a:xfrm xmlns:a="http://schemas.openxmlformats.org/drawingml/2006/main">
            <a:off x="5635126" y="4218335"/>
            <a:ext cx="284989"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25%</a:t>
            </a:r>
          </a:p>
        </p:txBody>
      </p:sp>
      <p:sp>
        <p:nvSpPr>
          <p:cNvPr id="65" name="pdf-text-0065">
            <a:extLst xmlns:a="http://schemas.openxmlformats.org/drawingml/2006/main">
              <a:ext uri="{FF2B5EF4-FFF2-40B4-BE49-F238E27FC236}">
                <a16:creationId xmlns:a16="http://schemas.microsoft.com/office/drawing/2014/main" id="{79502895-DBA7-4050-A45E-2F2B99B0AA04}"/>
              </a:ext>
            </a:extLst>
          </p:cNvPr>
          <p:cNvSpPr>
            <a:spLocks xmlns:a="http://schemas.openxmlformats.org/drawingml/2006/main" noGrp="1"/>
          </p:cNvSpPr>
          <p:nvPr/>
        </p:nvSpPr>
        <p:spPr>
          <a:xfrm xmlns:a="http://schemas.openxmlformats.org/drawingml/2006/main">
            <a:off x="2127012" y="4532377"/>
            <a:ext cx="61417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CMP设备</a:t>
            </a:r>
          </a:p>
        </p:txBody>
      </p:sp>
      <p:sp>
        <p:nvSpPr>
          <p:cNvPr id="66" name="pdf-text-0066">
            <a:extLst xmlns:a="http://schemas.openxmlformats.org/drawingml/2006/main">
              <a:ext uri="{FF2B5EF4-FFF2-40B4-BE49-F238E27FC236}">
                <a16:creationId xmlns:a16="http://schemas.microsoft.com/office/drawing/2014/main" id="{A06F232F-A5FF-4A49-95A8-24C3C9851F8B}"/>
              </a:ext>
            </a:extLst>
          </p:cNvPr>
          <p:cNvSpPr>
            <a:spLocks xmlns:a="http://schemas.openxmlformats.org/drawingml/2006/main" noGrp="1"/>
          </p:cNvSpPr>
          <p:nvPr/>
        </p:nvSpPr>
        <p:spPr>
          <a:xfrm xmlns:a="http://schemas.openxmlformats.org/drawingml/2006/main">
            <a:off x="5511682" y="4532377"/>
            <a:ext cx="53187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30-40%</a:t>
            </a:r>
          </a:p>
        </p:txBody>
      </p:sp>
      <p:sp>
        <p:nvSpPr>
          <p:cNvPr id="67" name="pdf-text-0067">
            <a:extLst xmlns:a="http://schemas.openxmlformats.org/drawingml/2006/main">
              <a:ext uri="{FF2B5EF4-FFF2-40B4-BE49-F238E27FC236}">
                <a16:creationId xmlns:a16="http://schemas.microsoft.com/office/drawing/2014/main" id="{5C626E0D-65A2-4B05-BC6A-53B912AFE640}"/>
              </a:ext>
            </a:extLst>
          </p:cNvPr>
          <p:cNvSpPr>
            <a:spLocks xmlns:a="http://schemas.openxmlformats.org/drawingml/2006/main" noGrp="1"/>
          </p:cNvSpPr>
          <p:nvPr/>
        </p:nvSpPr>
        <p:spPr>
          <a:xfrm xmlns:a="http://schemas.openxmlformats.org/drawingml/2006/main">
            <a:off x="2003568" y="4846418"/>
            <a:ext cx="862591"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热处理设备</a:t>
            </a:r>
          </a:p>
        </p:txBody>
      </p:sp>
      <p:sp>
        <p:nvSpPr>
          <p:cNvPr id="68" name="pdf-text-0068">
            <a:extLst xmlns:a="http://schemas.openxmlformats.org/drawingml/2006/main">
              <a:ext uri="{FF2B5EF4-FFF2-40B4-BE49-F238E27FC236}">
                <a16:creationId xmlns:a16="http://schemas.microsoft.com/office/drawing/2014/main" id="{93E249B1-3497-4033-B842-A470F4EB86C2}"/>
              </a:ext>
            </a:extLst>
          </p:cNvPr>
          <p:cNvSpPr>
            <a:spLocks xmlns:a="http://schemas.openxmlformats.org/drawingml/2006/main" noGrp="1"/>
          </p:cNvSpPr>
          <p:nvPr/>
        </p:nvSpPr>
        <p:spPr>
          <a:xfrm xmlns:a="http://schemas.openxmlformats.org/drawingml/2006/main">
            <a:off x="5511682" y="4846418"/>
            <a:ext cx="53187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30-40%</a:t>
            </a:r>
          </a:p>
        </p:txBody>
      </p:sp>
      <p:sp>
        <p:nvSpPr>
          <p:cNvPr id="69" name="pdf-text-0069">
            <a:extLst xmlns:a="http://schemas.openxmlformats.org/drawingml/2006/main">
              <a:ext uri="{FF2B5EF4-FFF2-40B4-BE49-F238E27FC236}">
                <a16:creationId xmlns:a16="http://schemas.microsoft.com/office/drawing/2014/main" id="{BC64B86B-7814-4802-B5CD-FDAF586A80F8}"/>
              </a:ext>
            </a:extLst>
          </p:cNvPr>
          <p:cNvSpPr>
            <a:spLocks xmlns:a="http://schemas.openxmlformats.org/drawingml/2006/main" noGrp="1"/>
          </p:cNvSpPr>
          <p:nvPr/>
        </p:nvSpPr>
        <p:spPr>
          <a:xfrm xmlns:a="http://schemas.openxmlformats.org/drawingml/2006/main">
            <a:off x="2085865" y="5160460"/>
            <a:ext cx="696468"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清洗设备</a:t>
            </a:r>
          </a:p>
        </p:txBody>
      </p:sp>
      <p:sp>
        <p:nvSpPr>
          <p:cNvPr id="70" name="pdf-text-0070">
            <a:extLst xmlns:a="http://schemas.openxmlformats.org/drawingml/2006/main">
              <a:ext uri="{FF2B5EF4-FFF2-40B4-BE49-F238E27FC236}">
                <a16:creationId xmlns:a16="http://schemas.microsoft.com/office/drawing/2014/main" id="{1E6F4183-B1B8-453A-94AA-67728B8C8930}"/>
              </a:ext>
            </a:extLst>
          </p:cNvPr>
          <p:cNvSpPr>
            <a:spLocks xmlns:a="http://schemas.openxmlformats.org/drawingml/2006/main" noGrp="1"/>
          </p:cNvSpPr>
          <p:nvPr/>
        </p:nvSpPr>
        <p:spPr>
          <a:xfrm xmlns:a="http://schemas.openxmlformats.org/drawingml/2006/main">
            <a:off x="5511682" y="5160460"/>
            <a:ext cx="53187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50-60%</a:t>
            </a:r>
          </a:p>
        </p:txBody>
      </p:sp>
      <p:sp>
        <p:nvSpPr>
          <p:cNvPr id="71" name="pdf-text-0071">
            <a:extLst xmlns:a="http://schemas.openxmlformats.org/drawingml/2006/main">
              <a:ext uri="{FF2B5EF4-FFF2-40B4-BE49-F238E27FC236}">
                <a16:creationId xmlns:a16="http://schemas.microsoft.com/office/drawing/2014/main" id="{36AFEB26-2C8F-4A7E-BE62-0763A0BF1CFE}"/>
              </a:ext>
            </a:extLst>
          </p:cNvPr>
          <p:cNvSpPr>
            <a:spLocks xmlns:a="http://schemas.openxmlformats.org/drawingml/2006/main" noGrp="1"/>
          </p:cNvSpPr>
          <p:nvPr/>
        </p:nvSpPr>
        <p:spPr>
          <a:xfrm xmlns:a="http://schemas.openxmlformats.org/drawingml/2006/main">
            <a:off x="2085865" y="5474501"/>
            <a:ext cx="696468"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刻蚀设备</a:t>
            </a:r>
          </a:p>
        </p:txBody>
      </p:sp>
      <p:sp>
        <p:nvSpPr>
          <p:cNvPr id="72" name="pdf-text-0072">
            <a:extLst xmlns:a="http://schemas.openxmlformats.org/drawingml/2006/main">
              <a:ext uri="{FF2B5EF4-FFF2-40B4-BE49-F238E27FC236}">
                <a16:creationId xmlns:a16="http://schemas.microsoft.com/office/drawing/2014/main" id="{DFE896EE-6787-4871-B85F-B2314B8CE77E}"/>
              </a:ext>
            </a:extLst>
          </p:cNvPr>
          <p:cNvSpPr>
            <a:spLocks xmlns:a="http://schemas.openxmlformats.org/drawingml/2006/main" noGrp="1"/>
          </p:cNvSpPr>
          <p:nvPr/>
        </p:nvSpPr>
        <p:spPr>
          <a:xfrm xmlns:a="http://schemas.openxmlformats.org/drawingml/2006/main">
            <a:off x="5511682" y="5474501"/>
            <a:ext cx="53187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808080"/>
                </a:solidFill>
                <a:latin typeface="KaiTi"/>
                <a:ea typeface="KaiTi"/>
                <a:cs typeface="KaiTi"/>
              </a:defRPr>
            </a:pPr>
            <a:r>
              <a:rPr sz="1296" b="0" i="0">
                <a:solidFill>
                  <a:srgbClr val="808080"/>
                </a:solidFill>
                <a:latin typeface="KaiTi"/>
                <a:ea typeface="KaiTi"/>
                <a:cs typeface="KaiTi"/>
              </a:rPr>
              <a:t>55-65%</a:t>
            </a:r>
          </a:p>
        </p:txBody>
      </p:sp>
    </p:spTree>
    <p:extLst>
      <p:ext uri="{BB962C8B-B14F-4D97-AF65-F5344CB8AC3E}">
        <p14:creationId xmlns:p14="http://schemas.microsoft.com/office/powerpoint/2010/main" val="18002100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df-vector-0001">
            <a:extLst xmlns:a="http://schemas.openxmlformats.org/drawingml/2006/main">
              <a:ext uri="{FF2B5EF4-FFF2-40B4-BE49-F238E27FC236}">
                <a16:creationId xmlns:a16="http://schemas.microsoft.com/office/drawing/2014/main" id="{5F540B7F-A04B-406B-B938-5C6FA098FF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6b61e8970fa4891"/>
          <a:srcRect xmlns:a="http://schemas.openxmlformats.org/drawingml/2006/main" l="0" t="179" r="0" b="179"/>
          <a:stretch xmlns:a="http://schemas.openxmlformats.org/drawingml/2006/main">
            <a:fillRect l="0" t="0" r="0" b="0"/>
          </a:stretch>
        </p:blipFill>
        <p:spPr>
          <a:xfrm xmlns:a="http://schemas.openxmlformats.org/drawingml/2006/main">
            <a:off x="9978765" y="245716"/>
            <a:ext cx="1756035" cy="414631"/>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685A8E3B-AD56-40FE-8228-5A6A3C3653DA}"/>
              </a:ext>
            </a:extLst>
          </p:cNvPr>
          <p:cNvSpPr>
            <a:spLocks xmlns:a="http://schemas.openxmlformats.org/drawingml/2006/main" noGrp="1"/>
          </p:cNvSpPr>
          <p:nvPr/>
        </p:nvSpPr>
        <p:spPr>
          <a:xfrm xmlns:a="http://schemas.openxmlformats.org/drawingml/2006/main">
            <a:off x="1130174" y="2974909"/>
            <a:ext cx="12664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70C0"/>
                </a:solidFill>
                <a:latin typeface="KaiTi"/>
                <a:ea typeface="KaiTi"/>
                <a:cs typeface="KaiTi"/>
              </a:defRPr>
            </a:pPr>
            <a:r>
              <a:rPr sz="4800" b="0" i="0">
                <a:solidFill>
                  <a:srgbClr val="0070C0"/>
                </a:solidFill>
                <a:latin typeface="KaiTi"/>
                <a:ea typeface="KaiTi"/>
                <a:cs typeface="KaiTi"/>
              </a:rPr>
              <a:t>02. </a:t>
            </a:r>
          </a:p>
        </p:txBody>
      </p:sp>
      <p:sp>
        <p:nvSpPr>
          <p:cNvPr id="4" name="pdf-text-0004">
            <a:extLst xmlns:a="http://schemas.openxmlformats.org/drawingml/2006/main">
              <a:ext uri="{FF2B5EF4-FFF2-40B4-BE49-F238E27FC236}">
                <a16:creationId xmlns:a16="http://schemas.microsoft.com/office/drawing/2014/main" id="{E23BD8F7-2643-4171-894E-49518B3415A8}"/>
              </a:ext>
            </a:extLst>
          </p:cNvPr>
          <p:cNvSpPr>
            <a:spLocks xmlns:a="http://schemas.openxmlformats.org/drawingml/2006/main" noGrp="1"/>
          </p:cNvSpPr>
          <p:nvPr/>
        </p:nvSpPr>
        <p:spPr>
          <a:xfrm xmlns:a="http://schemas.openxmlformats.org/drawingml/2006/main">
            <a:off x="2361566" y="2974909"/>
            <a:ext cx="24856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0000"/>
                </a:solidFill>
                <a:latin typeface="KaiTi"/>
                <a:ea typeface="KaiTi"/>
                <a:cs typeface="KaiTi"/>
              </a:defRPr>
            </a:pPr>
            <a:r>
              <a:rPr sz="4800" b="0" i="0">
                <a:solidFill>
                  <a:srgbClr val="000000"/>
                </a:solidFill>
                <a:latin typeface="KaiTi"/>
                <a:ea typeface="KaiTi"/>
                <a:cs typeface="KaiTi"/>
              </a:rPr>
              <a:t>公司介绍</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3d8e341ffa04db8"/>
          <a:srcRect xmlns:a="http://schemas.openxmlformats.org/drawingml/2006/main" l="23664" t="0" r="23664" b="0"/>
          <a:stretch xmlns:a="http://schemas.openxmlformats.org/drawingml/2006/main">
            <a:fillRect l="0" t="0" r="0" b="0"/>
          </a:stretch>
        </p:blipFill>
        <p:spPr>
          <a:xfrm xmlns:a="http://schemas.openxmlformats.org/drawingml/2006/main">
            <a:off x="6654798" y="1"/>
            <a:ext cx="5537199" cy="6857999"/>
          </a:xfrm>
          <a:prstGeom xmlns:a="http://schemas.openxmlformats.org/drawingml/2006/main" prst="rect">
            <a:avLst/>
          </a:prstGeom>
        </p:spPr>
      </p:pic>
      <p:sp>
        <p:nvSpPr>
          <p:cNvPr id="6" name="pdf-vector-0006">
            <a:extLst xmlns:a="http://schemas.openxmlformats.org/drawingml/2006/main">
              <a:ext uri="{FF2B5EF4-FFF2-40B4-BE49-F238E27FC236}">
                <a16:creationId xmlns:a16="http://schemas.microsoft.com/office/drawing/2014/main" id="{AD4E9EFC-A9BF-4756-AA3D-F982323A1B15}"/>
              </a:ext>
            </a:extLst>
          </p:cNvPr>
          <p:cNvSpPr>
            <a:spLocks xmlns:a="http://schemas.openxmlformats.org/drawingml/2006/main" noGrp="1"/>
          </p:cNvSpPr>
          <p:nvPr/>
        </p:nvSpPr>
        <p:spPr>
          <a:xfrm xmlns:a="http://schemas.openxmlformats.org/drawingml/2006/main">
            <a:off x="6460757" y="0"/>
            <a:ext cx="5731243" cy="6858000"/>
          </a:xfrm>
          <a:prstGeom xmlns:a="http://schemas.openxmlformats.org/drawingml/2006/main" prst="rect">
            <a:avLst/>
          </a:prstGeom>
          <a:solidFill xmlns:a="http://schemas.openxmlformats.org/drawingml/2006/main">
            <a:srgbClr val="FFFFFF">
              <a:alpha val="15000"/>
            </a:srgbClr>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7f96a22c634b67"/>
          <a:srcRect xmlns:a="http://schemas.openxmlformats.org/drawingml/2006/main" l="305" t="0" r="305" b="0"/>
          <a:stretch xmlns:a="http://schemas.openxmlformats.org/drawingml/2006/main">
            <a:fillRect l="0" t="0" r="0" b="0"/>
          </a:stretch>
        </p:blipFill>
        <p:spPr>
          <a:xfrm xmlns:a="http://schemas.openxmlformats.org/drawingml/2006/main">
            <a:off x="8078036" y="2590800"/>
            <a:ext cx="2690726" cy="1042032"/>
          </a:xfrm>
          <a:prstGeom xmlns:a="http://schemas.openxmlformats.org/drawingml/2006/main" prst="rect">
            <a:avLst/>
          </a:prstGeom>
        </p:spPr>
      </p:pic>
    </p:spTree>
    <p:extLst>
      <p:ext uri="{BB962C8B-B14F-4D97-AF65-F5344CB8AC3E}">
        <p14:creationId xmlns:p14="http://schemas.microsoft.com/office/powerpoint/2010/main" val="12018332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pdf-vector-0001">
            <a:extLst xmlns:a="http://schemas.openxmlformats.org/drawingml/2006/main">
              <a:ext uri="{FF2B5EF4-FFF2-40B4-BE49-F238E27FC236}">
                <a16:creationId xmlns:a16="http://schemas.microsoft.com/office/drawing/2014/main" id="{4CA8AE7F-DA05-467D-8BCD-6B39EAC79E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085ec990f5a4bae"/>
          <a:srcRect xmlns:a="http://schemas.openxmlformats.org/drawingml/2006/main" l="0" t="0" r="0" b="0"/>
          <a:stretch xmlns:a="http://schemas.openxmlformats.org/drawingml/2006/main">
            <a:fillRect l="0" t="0" r="0" b="0"/>
          </a:stretch>
        </p:blipFill>
        <p:spPr>
          <a:xfrm xmlns:a="http://schemas.openxmlformats.org/drawingml/2006/main">
            <a:off x="6388100" y="1282700"/>
            <a:ext cx="1803400" cy="381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333b2f264a243b8"/>
          <a:srcRect xmlns:a="http://schemas.openxmlformats.org/drawingml/2006/main" l="0" t="0" r="0" b="0"/>
          <a:stretch xmlns:a="http://schemas.openxmlformats.org/drawingml/2006/main">
            <a:fillRect l="0" t="0" r="0" b="0"/>
          </a:stretch>
        </p:blipFill>
        <p:spPr>
          <a:xfrm xmlns:a="http://schemas.openxmlformats.org/drawingml/2006/main">
            <a:off x="9906000" y="1295400"/>
            <a:ext cx="1816100" cy="3810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ae2bd62c2a7548f2"/>
          <a:srcRect xmlns:a="http://schemas.openxmlformats.org/drawingml/2006/main" l="0" t="49" r="0" b="49"/>
          <a:stretch xmlns:a="http://schemas.openxmlformats.org/drawingml/2006/main">
            <a:fillRect l="0" t="0" r="0" b="0"/>
          </a:stretch>
        </p:blipFill>
        <p:spPr>
          <a:xfrm xmlns:a="http://schemas.openxmlformats.org/drawingml/2006/main">
            <a:off x="3897159" y="4237989"/>
            <a:ext cx="2336729" cy="1939302"/>
          </a:xfrm>
          <a:prstGeom xmlns:a="http://schemas.openxmlformats.org/drawingml/2006/main" prst="rect">
            <a:avLst/>
          </a:prstGeom>
        </p:spPr>
      </p:pic>
      <p:sp>
        <p:nvSpPr>
          <p:cNvPr id="5" name="pdf-text-0005">
            <a:extLst xmlns:a="http://schemas.openxmlformats.org/drawingml/2006/main">
              <a:ext uri="{FF2B5EF4-FFF2-40B4-BE49-F238E27FC236}">
                <a16:creationId xmlns:a16="http://schemas.microsoft.com/office/drawing/2014/main" id="{01156699-35AE-42B2-8236-F592605DEF6F}"/>
              </a:ext>
            </a:extLst>
          </p:cNvPr>
          <p:cNvSpPr>
            <a:spLocks xmlns:a="http://schemas.openxmlformats.org/drawingml/2006/main" noGrp="1"/>
          </p:cNvSpPr>
          <p:nvPr/>
        </p:nvSpPr>
        <p:spPr>
          <a:xfrm xmlns:a="http://schemas.openxmlformats.org/drawingml/2006/main">
            <a:off x="639445" y="352475"/>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轻蜓光电</a:t>
            </a:r>
          </a:p>
        </p:txBody>
      </p:sp>
      <p:sp>
        <p:nvSpPr>
          <p:cNvPr id="6" name="pdf-text-0006">
            <a:extLst xmlns:a="http://schemas.openxmlformats.org/drawingml/2006/main">
              <a:ext uri="{FF2B5EF4-FFF2-40B4-BE49-F238E27FC236}">
                <a16:creationId xmlns:a16="http://schemas.microsoft.com/office/drawing/2014/main" id="{8F76FF81-22FC-4E7E-9F36-B3675DD4B903}"/>
              </a:ext>
            </a:extLst>
          </p:cNvPr>
          <p:cNvSpPr>
            <a:spLocks xmlns:a="http://schemas.openxmlformats.org/drawingml/2006/main" noGrp="1"/>
          </p:cNvSpPr>
          <p:nvPr/>
        </p:nvSpPr>
        <p:spPr>
          <a:xfrm xmlns:a="http://schemas.openxmlformats.org/drawingml/2006/main">
            <a:off x="1864741" y="373812"/>
            <a:ext cx="8186939"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：致力于成为国际一流，国内跨越式领先的半导体量检测设备公司</a:t>
            </a:r>
          </a:p>
        </p:txBody>
      </p:sp>
      <p:sp>
        <p:nvSpPr>
          <p:cNvPr id="7" name="pdf-vector-0007">
            <a:extLst xmlns:a="http://schemas.openxmlformats.org/drawingml/2006/main">
              <a:ext uri="{FF2B5EF4-FFF2-40B4-BE49-F238E27FC236}">
                <a16:creationId xmlns:a16="http://schemas.microsoft.com/office/drawing/2014/main" id="{BD1C8F0E-9182-4DCA-8C73-B02F1954FBDA}"/>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D9CF55BC-95EB-4257-B470-E9E46AD842F5}"/>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d625c4933f2a4886"/>
          <a:srcRect xmlns:a="http://schemas.openxmlformats.org/drawingml/2006/main" l="12" t="0" r="12" b="0"/>
          <a:stretch xmlns:a="http://schemas.openxmlformats.org/drawingml/2006/main">
            <a:fillRect l="0" t="0" r="0" b="0"/>
          </a:stretch>
        </p:blipFill>
        <p:spPr>
          <a:xfrm xmlns:a="http://schemas.openxmlformats.org/drawingml/2006/main">
            <a:off x="131064" y="989076"/>
            <a:ext cx="6118859" cy="3101340"/>
          </a:xfrm>
          <a:prstGeom xmlns:a="http://schemas.openxmlformats.org/drawingml/2006/main" prst="rect">
            <a:avLst/>
          </a:prstGeom>
        </p:spPr>
      </p:pic>
      <p:sp>
        <p:nvSpPr>
          <p:cNvPr id="10" name="pdf-text-0010">
            <a:extLst xmlns:a="http://schemas.openxmlformats.org/drawingml/2006/main">
              <a:ext uri="{FF2B5EF4-FFF2-40B4-BE49-F238E27FC236}">
                <a16:creationId xmlns:a16="http://schemas.microsoft.com/office/drawing/2014/main" id="{EF03CBFA-7A1F-4802-9DCE-0FABA815329C}"/>
              </a:ext>
            </a:extLst>
          </p:cNvPr>
          <p:cNvSpPr>
            <a:spLocks xmlns:a="http://schemas.openxmlformats.org/drawingml/2006/main" noGrp="1"/>
          </p:cNvSpPr>
          <p:nvPr/>
        </p:nvSpPr>
        <p:spPr>
          <a:xfrm xmlns:a="http://schemas.openxmlformats.org/drawingml/2006/main">
            <a:off x="923822" y="1534852"/>
            <a:ext cx="477141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嘉兴轻蜓光电科技有限公司成立于2022年10月，办公地点在</a:t>
            </a:r>
          </a:p>
        </p:txBody>
      </p:sp>
      <p:sp>
        <p:nvSpPr>
          <p:cNvPr id="11" name="pdf-text-0011">
            <a:extLst xmlns:a="http://schemas.openxmlformats.org/drawingml/2006/main">
              <a:ext uri="{FF2B5EF4-FFF2-40B4-BE49-F238E27FC236}">
                <a16:creationId xmlns:a16="http://schemas.microsoft.com/office/drawing/2014/main" id="{49DD9504-AEE0-474D-A92D-0A0FAF65BE02}"/>
              </a:ext>
            </a:extLst>
          </p:cNvPr>
          <p:cNvSpPr>
            <a:spLocks xmlns:a="http://schemas.openxmlformats.org/drawingml/2006/main" noGrp="1"/>
          </p:cNvSpPr>
          <p:nvPr/>
        </p:nvSpPr>
        <p:spPr>
          <a:xfrm xmlns:a="http://schemas.openxmlformats.org/drawingml/2006/main">
            <a:off x="614458" y="1790902"/>
            <a:ext cx="508136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苏州。核心团队由计算光学成像、半导体量检测设备、机器视觉</a:t>
            </a:r>
          </a:p>
        </p:txBody>
      </p:sp>
      <p:sp>
        <p:nvSpPr>
          <p:cNvPr id="12" name="pdf-text-0012">
            <a:extLst xmlns:a="http://schemas.openxmlformats.org/drawingml/2006/main">
              <a:ext uri="{FF2B5EF4-FFF2-40B4-BE49-F238E27FC236}">
                <a16:creationId xmlns:a16="http://schemas.microsoft.com/office/drawing/2014/main" id="{D9A41A59-FC5C-4C2C-93B6-3439DEEC5AD1}"/>
              </a:ext>
            </a:extLst>
          </p:cNvPr>
          <p:cNvSpPr>
            <a:spLocks xmlns:a="http://schemas.openxmlformats.org/drawingml/2006/main" noGrp="1"/>
          </p:cNvSpPr>
          <p:nvPr/>
        </p:nvSpPr>
        <p:spPr>
          <a:xfrm xmlns:a="http://schemas.openxmlformats.org/drawingml/2006/main">
            <a:off x="614815" y="2046952"/>
            <a:ext cx="164287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领域资深专家组成。</a:t>
            </a:r>
          </a:p>
        </p:txBody>
      </p:sp>
      <p:sp>
        <p:nvSpPr>
          <p:cNvPr id="13" name="pdf-text-0013">
            <a:extLst xmlns:a="http://schemas.openxmlformats.org/drawingml/2006/main">
              <a:ext uri="{FF2B5EF4-FFF2-40B4-BE49-F238E27FC236}">
                <a16:creationId xmlns:a16="http://schemas.microsoft.com/office/drawing/2014/main" id="{CD1E69E4-BA35-47FF-81E4-0810B87A8E8C}"/>
              </a:ext>
            </a:extLst>
          </p:cNvPr>
          <p:cNvSpPr>
            <a:spLocks xmlns:a="http://schemas.openxmlformats.org/drawingml/2006/main" noGrp="1"/>
          </p:cNvSpPr>
          <p:nvPr/>
        </p:nvSpPr>
        <p:spPr>
          <a:xfrm xmlns:a="http://schemas.openxmlformats.org/drawingml/2006/main">
            <a:off x="614815" y="2303003"/>
            <a:ext cx="826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 </a:t>
            </a:r>
          </a:p>
        </p:txBody>
      </p:sp>
      <p:sp>
        <p:nvSpPr>
          <p:cNvPr id="14" name="pdf-text-0014">
            <a:extLst xmlns:a="http://schemas.openxmlformats.org/drawingml/2006/main">
              <a:ext uri="{FF2B5EF4-FFF2-40B4-BE49-F238E27FC236}">
                <a16:creationId xmlns:a16="http://schemas.microsoft.com/office/drawing/2014/main" id="{DD555793-8D42-4B1A-AA98-64D7622CA5D5}"/>
              </a:ext>
            </a:extLst>
          </p:cNvPr>
          <p:cNvSpPr>
            <a:spLocks xmlns:a="http://schemas.openxmlformats.org/drawingml/2006/main" noGrp="1"/>
          </p:cNvSpPr>
          <p:nvPr/>
        </p:nvSpPr>
        <p:spPr>
          <a:xfrm xmlns:a="http://schemas.openxmlformats.org/drawingml/2006/main">
            <a:off x="968400" y="2303003"/>
            <a:ext cx="472742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公司聚焦电子半导体超高精度2D+3D量检测设备，集研发、</a:t>
            </a:r>
          </a:p>
        </p:txBody>
      </p:sp>
      <p:sp>
        <p:nvSpPr>
          <p:cNvPr id="15" name="pdf-text-0015">
            <a:extLst xmlns:a="http://schemas.openxmlformats.org/drawingml/2006/main">
              <a:ext uri="{FF2B5EF4-FFF2-40B4-BE49-F238E27FC236}">
                <a16:creationId xmlns:a16="http://schemas.microsoft.com/office/drawing/2014/main" id="{65C26FB8-FF1E-4B37-9A8E-A4F361998E41}"/>
              </a:ext>
            </a:extLst>
          </p:cNvPr>
          <p:cNvSpPr>
            <a:spLocks xmlns:a="http://schemas.openxmlformats.org/drawingml/2006/main" noGrp="1"/>
          </p:cNvSpPr>
          <p:nvPr/>
        </p:nvSpPr>
        <p:spPr>
          <a:xfrm xmlns:a="http://schemas.openxmlformats.org/drawingml/2006/main">
            <a:off x="614815" y="2559053"/>
            <a:ext cx="508107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生产、销售为一体，为半导体客户各类复杂量检测需求提供完整</a:t>
            </a:r>
          </a:p>
        </p:txBody>
      </p:sp>
      <p:sp>
        <p:nvSpPr>
          <p:cNvPr id="16" name="pdf-text-0016">
            <a:extLst xmlns:a="http://schemas.openxmlformats.org/drawingml/2006/main">
              <a:ext uri="{FF2B5EF4-FFF2-40B4-BE49-F238E27FC236}">
                <a16:creationId xmlns:a16="http://schemas.microsoft.com/office/drawing/2014/main" id="{82B8C0F9-350E-448E-9D55-073943F00395}"/>
              </a:ext>
            </a:extLst>
          </p:cNvPr>
          <p:cNvSpPr>
            <a:spLocks xmlns:a="http://schemas.openxmlformats.org/drawingml/2006/main" noGrp="1"/>
          </p:cNvSpPr>
          <p:nvPr/>
        </p:nvSpPr>
        <p:spPr>
          <a:xfrm xmlns:a="http://schemas.openxmlformats.org/drawingml/2006/main">
            <a:off x="614815" y="2815103"/>
            <a:ext cx="507950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解决方案，聚焦光模块/CPO、先进封装、IGBT功率器件、SMT</a:t>
            </a:r>
          </a:p>
        </p:txBody>
      </p:sp>
      <p:sp>
        <p:nvSpPr>
          <p:cNvPr id="17" name="pdf-text-0017">
            <a:extLst xmlns:a="http://schemas.openxmlformats.org/drawingml/2006/main">
              <a:ext uri="{FF2B5EF4-FFF2-40B4-BE49-F238E27FC236}">
                <a16:creationId xmlns:a16="http://schemas.microsoft.com/office/drawing/2014/main" id="{BD86C6CE-5868-45C9-B814-1344A82F86E8}"/>
              </a:ext>
            </a:extLst>
          </p:cNvPr>
          <p:cNvSpPr>
            <a:spLocks xmlns:a="http://schemas.openxmlformats.org/drawingml/2006/main" noGrp="1"/>
          </p:cNvSpPr>
          <p:nvPr/>
        </p:nvSpPr>
        <p:spPr>
          <a:xfrm xmlns:a="http://schemas.openxmlformats.org/drawingml/2006/main">
            <a:off x="614993" y="3071153"/>
            <a:ext cx="50829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电子制造等行业布局，目前已出货安世半导体、华天、长电、士</a:t>
            </a:r>
          </a:p>
        </p:txBody>
      </p:sp>
      <p:sp>
        <p:nvSpPr>
          <p:cNvPr id="18" name="pdf-text-0018">
            <a:extLst xmlns:a="http://schemas.openxmlformats.org/drawingml/2006/main">
              <a:ext uri="{FF2B5EF4-FFF2-40B4-BE49-F238E27FC236}">
                <a16:creationId xmlns:a16="http://schemas.microsoft.com/office/drawing/2014/main" id="{43D67517-4175-4EE1-8DAD-9304CF93BB9B}"/>
              </a:ext>
            </a:extLst>
          </p:cNvPr>
          <p:cNvSpPr>
            <a:spLocks xmlns:a="http://schemas.openxmlformats.org/drawingml/2006/main" noGrp="1"/>
          </p:cNvSpPr>
          <p:nvPr/>
        </p:nvSpPr>
        <p:spPr>
          <a:xfrm xmlns:a="http://schemas.openxmlformats.org/drawingml/2006/main">
            <a:off x="615350" y="3327204"/>
            <a:ext cx="324300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兰微、汇川、中际旭创等众多头部客户。</a:t>
            </a:r>
          </a:p>
        </p:txBody>
      </p:sp>
      <p:sp>
        <p:nvSpPr>
          <p:cNvPr id="19" name="pdf-vector-0019">
            <a:extLst xmlns:a="http://schemas.openxmlformats.org/drawingml/2006/main">
              <a:ext uri="{FF2B5EF4-FFF2-40B4-BE49-F238E27FC236}">
                <a16:creationId xmlns:a16="http://schemas.microsoft.com/office/drawing/2014/main" id="{72AB047B-7F6A-45C1-AA8D-733071EA151C}"/>
              </a:ext>
            </a:extLst>
          </p:cNvPr>
          <p:cNvSpPr>
            <a:spLocks xmlns:a="http://schemas.openxmlformats.org/drawingml/2006/main" noGrp="1"/>
          </p:cNvSpPr>
          <p:nvPr/>
        </p:nvSpPr>
        <p:spPr>
          <a:xfrm xmlns:a="http://schemas.openxmlformats.org/drawingml/2006/main">
            <a:off x="8493125" y="1112838"/>
            <a:ext cx="1218565" cy="368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pdf-text-0020">
            <a:extLst xmlns:a="http://schemas.openxmlformats.org/drawingml/2006/main">
              <a:ext uri="{FF2B5EF4-FFF2-40B4-BE49-F238E27FC236}">
                <a16:creationId xmlns:a16="http://schemas.microsoft.com/office/drawing/2014/main" id="{C8A15D4B-CF08-491A-9FC8-7E425B79D230}"/>
              </a:ext>
            </a:extLst>
          </p:cNvPr>
          <p:cNvSpPr>
            <a:spLocks xmlns:a="http://schemas.openxmlformats.org/drawingml/2006/main" noGrp="1"/>
          </p:cNvSpPr>
          <p:nvPr/>
        </p:nvSpPr>
        <p:spPr>
          <a:xfrm xmlns:a="http://schemas.openxmlformats.org/drawingml/2006/main">
            <a:off x="8590980" y="1178818"/>
            <a:ext cx="1060712"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0" i="0">
                <a:solidFill>
                  <a:srgbClr val="117CB4"/>
                </a:solidFill>
                <a:latin typeface="KaiTi"/>
                <a:ea typeface="KaiTi"/>
                <a:cs typeface="KaiTi"/>
              </a:defRPr>
            </a:pPr>
            <a:r>
              <a:rPr sz="2004" b="0" i="0">
                <a:solidFill>
                  <a:srgbClr val="117CB4"/>
                </a:solidFill>
                <a:latin typeface="KaiTi"/>
                <a:ea typeface="KaiTi"/>
                <a:cs typeface="KaiTi"/>
              </a:rPr>
              <a:t>合作客户</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359c85b8520249e0"/>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6e6ee2b48d654ac9"/>
          <a:srcRect xmlns:a="http://schemas.openxmlformats.org/drawingml/2006/main" l="125" t="0" r="125" b="0"/>
          <a:stretch xmlns:a="http://schemas.openxmlformats.org/drawingml/2006/main">
            <a:fillRect l="0" t="0" r="0" b="0"/>
          </a:stretch>
        </p:blipFill>
        <p:spPr>
          <a:xfrm xmlns:a="http://schemas.openxmlformats.org/drawingml/2006/main">
            <a:off x="6549392" y="5512117"/>
            <a:ext cx="1715135" cy="509270"/>
          </a:xfrm>
          <a:prstGeom xmlns:a="http://schemas.openxmlformats.org/drawingml/2006/main" prst="rect">
            <a:avLst/>
          </a:prstGeom>
        </p:spPr>
      </p:pic>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9aed5ac6cfc4635"/>
          <a:srcRect xmlns:a="http://schemas.openxmlformats.org/drawingml/2006/main" l="0" t="251" r="0" b="251"/>
          <a:stretch xmlns:a="http://schemas.openxmlformats.org/drawingml/2006/main">
            <a:fillRect l="0" t="0" r="0" b="0"/>
          </a:stretch>
        </p:blipFill>
        <p:spPr>
          <a:xfrm xmlns:a="http://schemas.openxmlformats.org/drawingml/2006/main">
            <a:off x="8358824" y="1859597"/>
            <a:ext cx="1760220" cy="278765"/>
          </a:xfrm>
          <a:prstGeom xmlns:a="http://schemas.openxmlformats.org/drawingml/2006/main" prst="rect">
            <a:avLst/>
          </a:prstGeom>
        </p:spPr>
      </p:pic>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45aeef311adf408b"/>
          <a:srcRect xmlns:a="http://schemas.openxmlformats.org/drawingml/2006/main" l="0" t="466" r="0" b="466"/>
          <a:stretch xmlns:a="http://schemas.openxmlformats.org/drawingml/2006/main">
            <a:fillRect l="0" t="0" r="0" b="0"/>
          </a:stretch>
        </p:blipFill>
        <p:spPr>
          <a:xfrm xmlns:a="http://schemas.openxmlformats.org/drawingml/2006/main">
            <a:off x="6549393" y="3827461"/>
            <a:ext cx="1462405" cy="464820"/>
          </a:xfrm>
          <a:prstGeom xmlns:a="http://schemas.openxmlformats.org/drawingml/2006/main" prst="rect">
            <a:avLst/>
          </a:prstGeom>
        </p:spPr>
      </p:pic>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eedc115b5975468b"/>
          <a:srcRect xmlns:a="http://schemas.openxmlformats.org/drawingml/2006/main" l="0" t="372" r="0" b="372"/>
          <a:stretch xmlns:a="http://schemas.openxmlformats.org/drawingml/2006/main">
            <a:fillRect l="0" t="0" r="0" b="0"/>
          </a:stretch>
        </p:blipFill>
        <p:spPr>
          <a:xfrm xmlns:a="http://schemas.openxmlformats.org/drawingml/2006/main">
            <a:off x="10273665" y="1841182"/>
            <a:ext cx="1414145" cy="43561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ee8f187a48ca4016"/>
          <a:srcRect xmlns:a="http://schemas.openxmlformats.org/drawingml/2006/main" l="165" t="0" r="165" b="0"/>
          <a:stretch xmlns:a="http://schemas.openxmlformats.org/drawingml/2006/main">
            <a:fillRect l="0" t="0" r="0" b="0"/>
          </a:stretch>
        </p:blipFill>
        <p:spPr>
          <a:xfrm xmlns:a="http://schemas.openxmlformats.org/drawingml/2006/main">
            <a:off x="10462261" y="5385751"/>
            <a:ext cx="1421765" cy="1036320"/>
          </a:xfrm>
          <a:prstGeom xmlns:a="http://schemas.openxmlformats.org/drawingml/2006/main" prst="rect">
            <a:avLst/>
          </a:prstGeom>
        </p:spPr>
      </p:pic>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ba22733579254a01"/>
          <a:srcRect xmlns:a="http://schemas.openxmlformats.org/drawingml/2006/main" l="0" t="340" r="0" b="340"/>
          <a:stretch xmlns:a="http://schemas.openxmlformats.org/drawingml/2006/main">
            <a:fillRect l="0" t="0" r="0" b="0"/>
          </a:stretch>
        </p:blipFill>
        <p:spPr>
          <a:xfrm xmlns:a="http://schemas.openxmlformats.org/drawingml/2006/main">
            <a:off x="8714741" y="5661976"/>
            <a:ext cx="1173480" cy="483108"/>
          </a:xfrm>
          <a:prstGeom xmlns:a="http://schemas.openxmlformats.org/drawingml/2006/main" prst="rect">
            <a:avLst/>
          </a:prstGeom>
        </p:spPr>
      </p:pic>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0c42024a13b4f62"/>
          <a:srcRect xmlns:a="http://schemas.openxmlformats.org/drawingml/2006/main" l="0" t="210" r="0" b="210"/>
          <a:stretch xmlns:a="http://schemas.openxmlformats.org/drawingml/2006/main">
            <a:fillRect l="0" t="0" r="0" b="0"/>
          </a:stretch>
        </p:blipFill>
        <p:spPr>
          <a:xfrm xmlns:a="http://schemas.openxmlformats.org/drawingml/2006/main">
            <a:off x="8518527" y="3757612"/>
            <a:ext cx="1567180" cy="471805"/>
          </a:xfrm>
          <a:prstGeom xmlns:a="http://schemas.openxmlformats.org/drawingml/2006/main" prst="rect">
            <a:avLst/>
          </a:prstGeom>
        </p:spPr>
      </p:pic>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49ffcb8d54294a9c"/>
          <a:srcRect xmlns:a="http://schemas.openxmlformats.org/drawingml/2006/main" l="0" t="502" r="0" b="502"/>
          <a:stretch xmlns:a="http://schemas.openxmlformats.org/drawingml/2006/main">
            <a:fillRect l="0" t="0" r="0" b="0"/>
          </a:stretch>
        </p:blipFill>
        <p:spPr>
          <a:xfrm xmlns:a="http://schemas.openxmlformats.org/drawingml/2006/main">
            <a:off x="10415907" y="4779327"/>
            <a:ext cx="1467526" cy="397859"/>
          </a:xfrm>
          <a:prstGeom xmlns:a="http://schemas.openxmlformats.org/drawingml/2006/main" prst="rect">
            <a:avLst/>
          </a:prstGeom>
        </p:spPr>
      </p:pic>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c77ad8d9d6d44aca"/>
          <a:srcRect xmlns:a="http://schemas.openxmlformats.org/drawingml/2006/main" l="0" t="535" r="0" b="535"/>
          <a:stretch xmlns:a="http://schemas.openxmlformats.org/drawingml/2006/main">
            <a:fillRect l="0" t="0" r="0" b="0"/>
          </a:stretch>
        </p:blipFill>
        <p:spPr>
          <a:xfrm xmlns:a="http://schemas.openxmlformats.org/drawingml/2006/main">
            <a:off x="10540368" y="3758881"/>
            <a:ext cx="1078184" cy="476076"/>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f1e60ec5bf494f9e"/>
          <a:srcRect xmlns:a="http://schemas.openxmlformats.org/drawingml/2006/main" l="577" t="0" r="577" b="0"/>
          <a:stretch xmlns:a="http://schemas.openxmlformats.org/drawingml/2006/main">
            <a:fillRect l="0" t="0" r="0" b="0"/>
          </a:stretch>
        </p:blipFill>
        <p:spPr>
          <a:xfrm xmlns:a="http://schemas.openxmlformats.org/drawingml/2006/main">
            <a:off x="6539230" y="1859597"/>
            <a:ext cx="1439917" cy="421308"/>
          </a:xfrm>
          <a:prstGeom xmlns:a="http://schemas.openxmlformats.org/drawingml/2006/main" prst="rect">
            <a:avLst/>
          </a:prstGeom>
        </p:spPr>
      </p:pic>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b32908f8e1564e6d"/>
          <a:srcRect xmlns:a="http://schemas.openxmlformats.org/drawingml/2006/main" l="0" t="631" r="0" b="631"/>
          <a:stretch xmlns:a="http://schemas.openxmlformats.org/drawingml/2006/main">
            <a:fillRect l="0" t="0" r="0" b="0"/>
          </a:stretch>
        </p:blipFill>
        <p:spPr>
          <a:xfrm xmlns:a="http://schemas.openxmlformats.org/drawingml/2006/main">
            <a:off x="6594477" y="4810442"/>
            <a:ext cx="1482725" cy="294005"/>
          </a:xfrm>
          <a:prstGeom xmlns:a="http://schemas.openxmlformats.org/drawingml/2006/main" prst="rect">
            <a:avLst/>
          </a:prstGeom>
        </p:spPr>
      </p:pic>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8839d341301142b5"/>
          <a:srcRect xmlns:a="http://schemas.openxmlformats.org/drawingml/2006/main" l="0" t="261" r="0" b="261"/>
          <a:stretch xmlns:a="http://schemas.openxmlformats.org/drawingml/2006/main">
            <a:fillRect l="0" t="0" r="0" b="0"/>
          </a:stretch>
        </p:blipFill>
        <p:spPr>
          <a:xfrm xmlns:a="http://schemas.openxmlformats.org/drawingml/2006/main">
            <a:off x="8564883" y="4693602"/>
            <a:ext cx="1570472" cy="561772"/>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deb9aad0a4204371"/>
          <a:srcRect xmlns:a="http://schemas.openxmlformats.org/drawingml/2006/main" l="0" t="419" r="0" b="419"/>
          <a:stretch xmlns:a="http://schemas.openxmlformats.org/drawingml/2006/main">
            <a:fillRect l="0" t="0" r="0" b="0"/>
          </a:stretch>
        </p:blipFill>
        <p:spPr>
          <a:xfrm xmlns:a="http://schemas.openxmlformats.org/drawingml/2006/main">
            <a:off x="6457316" y="2667317"/>
            <a:ext cx="1711325" cy="579755"/>
          </a:xfrm>
          <a:prstGeom xmlns:a="http://schemas.openxmlformats.org/drawingml/2006/main" prst="rect">
            <a:avLst/>
          </a:prstGeom>
        </p:spPr>
      </p:pic>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6944a83fd8cd4911"/>
          <a:srcRect xmlns:a="http://schemas.openxmlformats.org/drawingml/2006/main" l="0" t="238" r="0" b="238"/>
          <a:stretch xmlns:a="http://schemas.openxmlformats.org/drawingml/2006/main">
            <a:fillRect l="0" t="0" r="0" b="0"/>
          </a:stretch>
        </p:blipFill>
        <p:spPr>
          <a:xfrm xmlns:a="http://schemas.openxmlformats.org/drawingml/2006/main">
            <a:off x="10034908" y="2514917"/>
            <a:ext cx="2089150" cy="721360"/>
          </a:xfrm>
          <a:prstGeom xmlns:a="http://schemas.openxmlformats.org/drawingml/2006/main" prst="rect">
            <a:avLst/>
          </a:prstGeom>
        </p:spPr>
      </p:pic>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10f9b8e34a85453d"/>
          <a:srcRect xmlns:a="http://schemas.openxmlformats.org/drawingml/2006/main" l="0" t="195" r="0" b="195"/>
          <a:stretch xmlns:a="http://schemas.openxmlformats.org/drawingml/2006/main">
            <a:fillRect l="0" t="0" r="0" b="0"/>
          </a:stretch>
        </p:blipFill>
        <p:spPr>
          <a:xfrm xmlns:a="http://schemas.openxmlformats.org/drawingml/2006/main">
            <a:off x="8527416" y="2620327"/>
            <a:ext cx="1659330" cy="614742"/>
          </a:xfrm>
          <a:prstGeom xmlns:a="http://schemas.openxmlformats.org/drawingml/2006/main" prst="rect">
            <a:avLst/>
          </a:prstGeom>
        </p:spPr>
      </p:pic>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9d58428e6a8741ed">
            <a:extLst>
              <a:ext uri="{96DAC541-7B7A-43D3-8B79-37D633B846F1}">
                <asvg:svgBlip xmlns:asvg="http://schemas.microsoft.com/office/drawing/2016/SVG/main" r:embed="R47eea0d4720b46e8"/>
              </a:ext>
            </a:extLst>
          </a:blip>
          <a:stretch xmlns:a="http://schemas.openxmlformats.org/drawingml/2006/main"/>
        </p:blipFill>
        <p:spPr>
          <a:xfrm xmlns:a="http://schemas.openxmlformats.org/drawingml/2006/main">
            <a:off x="6257926" y="1530671"/>
            <a:ext cx="5723890" cy="4853940"/>
          </a:xfrm>
          <a:prstGeom xmlns:a="http://schemas.openxmlformats.org/drawingml/2006/main" prst="rect">
            <a:avLst/>
          </a:prstGeom>
        </p:spPr>
      </p:pic>
      <p:sp>
        <p:nvSpPr>
          <p:cNvPr id="38" name="pdf-text-0038">
            <a:extLst xmlns:a="http://schemas.openxmlformats.org/drawingml/2006/main">
              <a:ext uri="{FF2B5EF4-FFF2-40B4-BE49-F238E27FC236}">
                <a16:creationId xmlns:a16="http://schemas.microsoft.com/office/drawing/2014/main" id="{2020C6EA-2D21-4D63-84F2-A345D89CD5F2}"/>
              </a:ext>
            </a:extLst>
          </p:cNvPr>
          <p:cNvSpPr>
            <a:spLocks xmlns:a="http://schemas.openxmlformats.org/drawingml/2006/main" noGrp="1"/>
          </p:cNvSpPr>
          <p:nvPr/>
        </p:nvSpPr>
        <p:spPr>
          <a:xfrm xmlns:a="http://schemas.openxmlformats.org/drawingml/2006/main">
            <a:off x="7100064" y="2247922"/>
            <a:ext cx="3947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117CB4"/>
                </a:solidFill>
                <a:latin typeface="KaiTi"/>
                <a:ea typeface="KaiTi"/>
                <a:cs typeface="KaiTi"/>
              </a:defRPr>
            </a:pPr>
            <a:r>
              <a:rPr sz="1404" b="0" i="0">
                <a:solidFill>
                  <a:srgbClr val="117CB4"/>
                </a:solidFill>
                <a:latin typeface="KaiTi"/>
                <a:ea typeface="KaiTi"/>
                <a:cs typeface="KaiTi"/>
              </a:rPr>
              <a:t>安世</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bad97253c03a4a15"/>
          <a:srcRect xmlns:a="http://schemas.openxmlformats.org/drawingml/2006/main" l="24" t="0" r="24" b="0"/>
          <a:stretch xmlns:a="http://schemas.openxmlformats.org/drawingml/2006/main">
            <a:fillRect l="0" t="0" r="0" b="0"/>
          </a:stretch>
        </p:blipFill>
        <p:spPr>
          <a:xfrm xmlns:a="http://schemas.openxmlformats.org/drawingml/2006/main">
            <a:off x="258277" y="4285455"/>
            <a:ext cx="1714606" cy="1891837"/>
          </a:xfrm>
          <a:prstGeom xmlns:a="http://schemas.openxmlformats.org/drawingml/2006/main" prst="rect">
            <a:avLst/>
          </a:prstGeom>
        </p:spPr>
      </p:pic>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fd757a1138bb4326"/>
          <a:srcRect xmlns:a="http://schemas.openxmlformats.org/drawingml/2006/main" l="33" t="0" r="33" b="0"/>
          <a:stretch xmlns:a="http://schemas.openxmlformats.org/drawingml/2006/main">
            <a:fillRect l="0" t="0" r="0" b="0"/>
          </a:stretch>
        </p:blipFill>
        <p:spPr>
          <a:xfrm xmlns:a="http://schemas.openxmlformats.org/drawingml/2006/main">
            <a:off x="1922482" y="4219415"/>
            <a:ext cx="2133734" cy="1891837"/>
          </a:xfrm>
          <a:prstGeom xmlns:a="http://schemas.openxmlformats.org/drawingml/2006/main" prst="rect">
            <a:avLst/>
          </a:prstGeom>
        </p:spPr>
      </p:pic>
    </p:spTree>
    <p:extLst>
      <p:ext uri="{BB962C8B-B14F-4D97-AF65-F5344CB8AC3E}">
        <p14:creationId xmlns:p14="http://schemas.microsoft.com/office/powerpoint/2010/main" val="7678781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 name="pdf-vector-0001">
            <a:extLst xmlns:a="http://schemas.openxmlformats.org/drawingml/2006/main">
              <a:ext uri="{FF2B5EF4-FFF2-40B4-BE49-F238E27FC236}">
                <a16:creationId xmlns:a16="http://schemas.microsoft.com/office/drawing/2014/main" id="{88F6A680-6338-4EC9-8657-DDAAC4692D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bd100b5eea794112"/>
          <a:srcRect xmlns:a="http://schemas.openxmlformats.org/drawingml/2006/main" l="0" t="0" r="0" b="0"/>
          <a:stretch xmlns:a="http://schemas.openxmlformats.org/drawingml/2006/main">
            <a:fillRect l="0" t="0" r="0" b="0"/>
          </a:stretch>
        </p:blipFill>
        <p:spPr>
          <a:xfrm xmlns:a="http://schemas.openxmlformats.org/drawingml/2006/main">
            <a:off x="215900" y="1676400"/>
            <a:ext cx="1587500" cy="685800"/>
          </a:xfrm>
          <a:prstGeom xmlns:a="http://schemas.openxmlformats.org/drawingml/2006/main" prst="rect">
            <a:avLst/>
          </a:prstGeom>
        </p:spPr>
      </p:pic>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2b61e4d91395455b"/>
          <a:srcRect xmlns:a="http://schemas.openxmlformats.org/drawingml/2006/main" l="0" t="0" r="0" b="0"/>
          <a:stretch xmlns:a="http://schemas.openxmlformats.org/drawingml/2006/main">
            <a:fillRect l="0" t="0" r="0" b="0"/>
          </a:stretch>
        </p:blipFill>
        <p:spPr>
          <a:xfrm xmlns:a="http://schemas.openxmlformats.org/drawingml/2006/main">
            <a:off x="1943100" y="203200"/>
            <a:ext cx="50800" cy="508000"/>
          </a:xfrm>
          <a:prstGeom xmlns:a="http://schemas.openxmlformats.org/drawingml/2006/main" prst="rect">
            <a:avLst/>
          </a:prstGeom>
        </p:spPr>
      </p:pic>
      <p:sp>
        <p:nvSpPr>
          <p:cNvPr id="4" name="pdf-text-0004">
            <a:extLst xmlns:a="http://schemas.openxmlformats.org/drawingml/2006/main">
              <a:ext uri="{FF2B5EF4-FFF2-40B4-BE49-F238E27FC236}">
                <a16:creationId xmlns:a16="http://schemas.microsoft.com/office/drawing/2014/main" id="{323BC73A-3312-41F1-B17D-81BD4DE94E85}"/>
              </a:ext>
            </a:extLst>
          </p:cNvPr>
          <p:cNvSpPr>
            <a:spLocks xmlns:a="http://schemas.openxmlformats.org/drawingml/2006/main" noGrp="1"/>
          </p:cNvSpPr>
          <p:nvPr/>
        </p:nvSpPr>
        <p:spPr>
          <a:xfrm xmlns:a="http://schemas.openxmlformats.org/drawingml/2006/main">
            <a:off x="2165985" y="342190"/>
            <a:ext cx="1162871"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创始人系</a:t>
            </a:r>
          </a:p>
        </p:txBody>
      </p:sp>
      <p:sp>
        <p:nvSpPr>
          <p:cNvPr id="5" name="pdf-text-0005">
            <a:extLst xmlns:a="http://schemas.openxmlformats.org/drawingml/2006/main">
              <a:ext uri="{FF2B5EF4-FFF2-40B4-BE49-F238E27FC236}">
                <a16:creationId xmlns:a16="http://schemas.microsoft.com/office/drawing/2014/main" id="{BB5FEF0C-FC66-4673-AC23-70EAE0BE68DB}"/>
              </a:ext>
            </a:extLst>
          </p:cNvPr>
          <p:cNvSpPr>
            <a:spLocks xmlns:a="http://schemas.openxmlformats.org/drawingml/2006/main" noGrp="1"/>
          </p:cNvSpPr>
          <p:nvPr/>
        </p:nvSpPr>
        <p:spPr>
          <a:xfrm xmlns:a="http://schemas.openxmlformats.org/drawingml/2006/main">
            <a:off x="3293745" y="359085"/>
            <a:ext cx="379743"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1" i="0">
                <a:solidFill>
                  <a:srgbClr val="212121"/>
                </a:solidFill>
                <a:latin typeface="TimesNewRomanPSMT"/>
                <a:ea typeface="TimesNewRomanPSMT"/>
                <a:cs typeface="TimesNewRomanPSMT"/>
              </a:defRPr>
            </a:pPr>
            <a:r>
              <a:rPr sz="2196" b="1" i="0">
                <a:solidFill>
                  <a:srgbClr val="212121"/>
                </a:solidFill>
                <a:latin typeface="TimesNewRomanPSMT"/>
                <a:ea typeface="TimesNewRomanPSMT"/>
                <a:cs typeface="TimesNewRomanPSMT"/>
              </a:rPr>
              <a:t>3D</a:t>
            </a:r>
          </a:p>
        </p:txBody>
      </p:sp>
      <p:sp>
        <p:nvSpPr>
          <p:cNvPr id="6" name="pdf-text-0006">
            <a:extLst xmlns:a="http://schemas.openxmlformats.org/drawingml/2006/main">
              <a:ext uri="{FF2B5EF4-FFF2-40B4-BE49-F238E27FC236}">
                <a16:creationId xmlns:a16="http://schemas.microsoft.com/office/drawing/2014/main" id="{4CD8FCF8-65A6-444B-A637-698BC1EF9436}"/>
              </a:ext>
            </a:extLst>
          </p:cNvPr>
          <p:cNvSpPr>
            <a:spLocks xmlns:a="http://schemas.openxmlformats.org/drawingml/2006/main" noGrp="1"/>
          </p:cNvSpPr>
          <p:nvPr/>
        </p:nvSpPr>
        <p:spPr>
          <a:xfrm xmlns:a="http://schemas.openxmlformats.org/drawingml/2006/main">
            <a:off x="3635121" y="342190"/>
            <a:ext cx="3409194"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视觉专家，研发团队均有超</a:t>
            </a:r>
          </a:p>
        </p:txBody>
      </p:sp>
      <p:sp>
        <p:nvSpPr>
          <p:cNvPr id="7" name="pdf-text-0007">
            <a:extLst xmlns:a="http://schemas.openxmlformats.org/drawingml/2006/main">
              <a:ext uri="{FF2B5EF4-FFF2-40B4-BE49-F238E27FC236}">
                <a16:creationId xmlns:a16="http://schemas.microsoft.com/office/drawing/2014/main" id="{1867EE6C-E585-4ABA-A892-7EBD7E9E3A04}"/>
              </a:ext>
            </a:extLst>
          </p:cNvPr>
          <p:cNvSpPr>
            <a:spLocks xmlns:a="http://schemas.openxmlformats.org/drawingml/2006/main" noGrp="1"/>
          </p:cNvSpPr>
          <p:nvPr/>
        </p:nvSpPr>
        <p:spPr>
          <a:xfrm xmlns:a="http://schemas.openxmlformats.org/drawingml/2006/main">
            <a:off x="7007733" y="359085"/>
            <a:ext cx="317829"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1" i="0">
                <a:solidFill>
                  <a:srgbClr val="212121"/>
                </a:solidFill>
                <a:latin typeface="TimesNewRomanPSMT"/>
                <a:ea typeface="TimesNewRomanPSMT"/>
                <a:cs typeface="TimesNewRomanPSMT"/>
              </a:defRPr>
            </a:pPr>
            <a:r>
              <a:rPr sz="2196" b="1" i="0">
                <a:solidFill>
                  <a:srgbClr val="212121"/>
                </a:solidFill>
                <a:latin typeface="TimesNewRomanPSMT"/>
                <a:ea typeface="TimesNewRomanPSMT"/>
                <a:cs typeface="TimesNewRomanPSMT"/>
              </a:rPr>
              <a:t>10</a:t>
            </a:r>
          </a:p>
        </p:txBody>
      </p:sp>
      <p:sp>
        <p:nvSpPr>
          <p:cNvPr id="8" name="pdf-text-0008">
            <a:extLst xmlns:a="http://schemas.openxmlformats.org/drawingml/2006/main">
              <a:ext uri="{FF2B5EF4-FFF2-40B4-BE49-F238E27FC236}">
                <a16:creationId xmlns:a16="http://schemas.microsoft.com/office/drawing/2014/main" id="{1B5BE2EF-E102-43E8-B1AE-CCCABC69AACD}"/>
              </a:ext>
            </a:extLst>
          </p:cNvPr>
          <p:cNvSpPr>
            <a:spLocks xmlns:a="http://schemas.openxmlformats.org/drawingml/2006/main" noGrp="1"/>
          </p:cNvSpPr>
          <p:nvPr/>
        </p:nvSpPr>
        <p:spPr>
          <a:xfrm xmlns:a="http://schemas.openxmlformats.org/drawingml/2006/main">
            <a:off x="7286625" y="342190"/>
            <a:ext cx="1441707"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年产业经验</a:t>
            </a:r>
          </a:p>
        </p:txBody>
      </p:sp>
      <p:sp>
        <p:nvSpPr>
          <p:cNvPr id="9" name="pdf-vector-0009">
            <a:extLst xmlns:a="http://schemas.openxmlformats.org/drawingml/2006/main">
              <a:ext uri="{FF2B5EF4-FFF2-40B4-BE49-F238E27FC236}">
                <a16:creationId xmlns:a16="http://schemas.microsoft.com/office/drawing/2014/main" id="{62C260F7-BB8D-49E1-8940-0330DC32E530}"/>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10" name="pdf-vector-0010">
            <a:extLst xmlns:a="http://schemas.openxmlformats.org/drawingml/2006/main">
              <a:ext uri="{FF2B5EF4-FFF2-40B4-BE49-F238E27FC236}">
                <a16:creationId xmlns:a16="http://schemas.microsoft.com/office/drawing/2014/main" id="{BC6BA2D4-BF3B-4C9F-B41B-A206BE1F9D9A}"/>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170" name=""/>
          <p:cNvPicPr>
            <a:picLocks xmlns:a="http://schemas.openxmlformats.org/drawingml/2006/main" noChangeAspect="1"/>
          </p:cNvPicPr>
          <p:nvPr/>
        </p:nvPicPr>
        <p:blipFill>
          <a:blip xmlns:r="http://schemas.openxmlformats.org/officeDocument/2006/relationships" xmlns:a="http://schemas.openxmlformats.org/drawingml/2006/main" r:embed="R0c0aac9579524709">
            <a:extLst>
              <a:ext uri="{96DAC541-7B7A-43D3-8B79-37D633B846F1}">
                <asvg:svgBlip xmlns:asvg="http://schemas.microsoft.com/office/drawing/2016/SVG/main" r:embed="Rb245ecd3cdf24ed7"/>
              </a:ext>
            </a:extLst>
          </a:blip>
          <a:stretch xmlns:a="http://schemas.openxmlformats.org/drawingml/2006/main"/>
        </p:blipFill>
        <p:spPr>
          <a:xfrm xmlns:a="http://schemas.openxmlformats.org/drawingml/2006/main">
            <a:off x="502235" y="3254375"/>
            <a:ext cx="2949296" cy="3141346"/>
          </a:xfrm>
          <a:prstGeom xmlns:a="http://schemas.openxmlformats.org/drawingml/2006/main" prst="rect">
            <a:avLst/>
          </a:prstGeom>
        </p:spPr>
      </p:pic>
      <p:sp>
        <p:nvSpPr>
          <p:cNvPr id="12" name="pdf-text-0012">
            <a:extLst xmlns:a="http://schemas.openxmlformats.org/drawingml/2006/main">
              <a:ext uri="{FF2B5EF4-FFF2-40B4-BE49-F238E27FC236}">
                <a16:creationId xmlns:a16="http://schemas.microsoft.com/office/drawing/2014/main" id="{586EB010-6C7A-4A3B-8DFC-CCBF0B6AC7F4}"/>
              </a:ext>
            </a:extLst>
          </p:cNvPr>
          <p:cNvSpPr>
            <a:spLocks xmlns:a="http://schemas.openxmlformats.org/drawingml/2006/main" noGrp="1"/>
          </p:cNvSpPr>
          <p:nvPr/>
        </p:nvSpPr>
        <p:spPr>
          <a:xfrm xmlns:a="http://schemas.openxmlformats.org/drawingml/2006/main">
            <a:off x="685994" y="5103929"/>
            <a:ext cx="69799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TimesNewRomanPSMT"/>
                <a:ea typeface="TimesNewRomanPSMT"/>
                <a:cs typeface="TimesNewRomanPSMT"/>
              </a:defRPr>
            </a:pPr>
            <a:r>
              <a:rPr sz="1200" b="1" i="0">
                <a:solidFill>
                  <a:srgbClr val="000000"/>
                </a:solidFill>
                <a:latin typeface="TimesNewRomanPSMT"/>
                <a:ea typeface="TimesNewRomanPSMT"/>
                <a:cs typeface="TimesNewRomanPSMT"/>
              </a:rPr>
              <a:t>2014-2016</a:t>
            </a:r>
          </a:p>
        </p:txBody>
      </p:sp>
      <p:sp>
        <p:nvSpPr>
          <p:cNvPr id="13" name="pdf-text-0013">
            <a:extLst xmlns:a="http://schemas.openxmlformats.org/drawingml/2006/main">
              <a:ext uri="{FF2B5EF4-FFF2-40B4-BE49-F238E27FC236}">
                <a16:creationId xmlns:a16="http://schemas.microsoft.com/office/drawing/2014/main" id="{B5F6811E-FC64-4CE6-AC90-1D892C8DB7C1}"/>
              </a:ext>
            </a:extLst>
          </p:cNvPr>
          <p:cNvSpPr>
            <a:spLocks xmlns:a="http://schemas.openxmlformats.org/drawingml/2006/main" noGrp="1"/>
          </p:cNvSpPr>
          <p:nvPr/>
        </p:nvSpPr>
        <p:spPr>
          <a:xfrm xmlns:a="http://schemas.openxmlformats.org/drawingml/2006/main">
            <a:off x="1345886" y="5094696"/>
            <a:ext cx="80467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年负责谷歌</a:t>
            </a:r>
          </a:p>
        </p:txBody>
      </p:sp>
      <p:sp>
        <p:nvSpPr>
          <p:cNvPr id="14" name="pdf-text-0014">
            <a:extLst xmlns:a="http://schemas.openxmlformats.org/drawingml/2006/main">
              <a:ext uri="{FF2B5EF4-FFF2-40B4-BE49-F238E27FC236}">
                <a16:creationId xmlns:a16="http://schemas.microsoft.com/office/drawing/2014/main" id="{B452669A-DED2-43C4-AE31-FD5C2FFB0B45}"/>
              </a:ext>
            </a:extLst>
          </p:cNvPr>
          <p:cNvSpPr>
            <a:spLocks xmlns:a="http://schemas.openxmlformats.org/drawingml/2006/main" noGrp="1"/>
          </p:cNvSpPr>
          <p:nvPr/>
        </p:nvSpPr>
        <p:spPr>
          <a:xfrm xmlns:a="http://schemas.openxmlformats.org/drawingml/2006/main">
            <a:off x="2112458" y="5103929"/>
            <a:ext cx="3930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TimesNewRomanPSMT"/>
                <a:ea typeface="TimesNewRomanPSMT"/>
                <a:cs typeface="TimesNewRomanPSMT"/>
              </a:defRPr>
            </a:pPr>
            <a:r>
              <a:rPr sz="1200" b="1" i="0">
                <a:solidFill>
                  <a:srgbClr val="000000"/>
                </a:solidFill>
                <a:latin typeface="TimesNewRomanPSMT"/>
                <a:ea typeface="TimesNewRomanPSMT"/>
                <a:cs typeface="TimesNewRomanPSMT"/>
              </a:rPr>
              <a:t>Glass</a:t>
            </a:r>
          </a:p>
        </p:txBody>
      </p:sp>
      <p:sp>
        <p:nvSpPr>
          <p:cNvPr id="15" name="pdf-text-0015">
            <a:extLst xmlns:a="http://schemas.openxmlformats.org/drawingml/2006/main">
              <a:ext uri="{FF2B5EF4-FFF2-40B4-BE49-F238E27FC236}">
                <a16:creationId xmlns:a16="http://schemas.microsoft.com/office/drawing/2014/main" id="{D7A45A82-0C85-42FB-B7C7-6288B97FEE64}"/>
              </a:ext>
            </a:extLst>
          </p:cNvPr>
          <p:cNvSpPr>
            <a:spLocks xmlns:a="http://schemas.openxmlformats.org/drawingml/2006/main" noGrp="1"/>
          </p:cNvSpPr>
          <p:nvPr/>
        </p:nvSpPr>
        <p:spPr>
          <a:xfrm xmlns:a="http://schemas.openxmlformats.org/drawingml/2006/main">
            <a:off x="2467550" y="5094696"/>
            <a:ext cx="64922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部门多目</a:t>
            </a:r>
          </a:p>
        </p:txBody>
      </p:sp>
      <p:sp>
        <p:nvSpPr>
          <p:cNvPr id="16" name="pdf-text-0016">
            <a:extLst xmlns:a="http://schemas.openxmlformats.org/drawingml/2006/main">
              <a:ext uri="{FF2B5EF4-FFF2-40B4-BE49-F238E27FC236}">
                <a16:creationId xmlns:a16="http://schemas.microsoft.com/office/drawing/2014/main" id="{5D084FE4-CD3B-43AF-920B-C233B205AEFB}"/>
              </a:ext>
            </a:extLst>
          </p:cNvPr>
          <p:cNvSpPr>
            <a:spLocks xmlns:a="http://schemas.openxmlformats.org/drawingml/2006/main" noGrp="1"/>
          </p:cNvSpPr>
          <p:nvPr/>
        </p:nvSpPr>
        <p:spPr>
          <a:xfrm xmlns:a="http://schemas.openxmlformats.org/drawingml/2006/main">
            <a:off x="3078674" y="5103929"/>
            <a:ext cx="22433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TimesNewRomanPSMT"/>
                <a:ea typeface="TimesNewRomanPSMT"/>
                <a:cs typeface="TimesNewRomanPSMT"/>
              </a:defRPr>
            </a:pPr>
            <a:r>
              <a:rPr sz="1200" b="1" i="0">
                <a:solidFill>
                  <a:srgbClr val="000000"/>
                </a:solidFill>
                <a:latin typeface="TimesNewRomanPSMT"/>
                <a:ea typeface="TimesNewRomanPSMT"/>
                <a:cs typeface="TimesNewRomanPSMT"/>
              </a:rPr>
              <a:t>3D</a:t>
            </a:r>
          </a:p>
        </p:txBody>
      </p:sp>
      <p:sp>
        <p:nvSpPr>
          <p:cNvPr id="17" name="pdf-text-0017">
            <a:extLst xmlns:a="http://schemas.openxmlformats.org/drawingml/2006/main">
              <a:ext uri="{FF2B5EF4-FFF2-40B4-BE49-F238E27FC236}">
                <a16:creationId xmlns:a16="http://schemas.microsoft.com/office/drawing/2014/main" id="{ABE4F189-4F4E-4121-9C94-44B0B4BB2F73}"/>
              </a:ext>
            </a:extLst>
          </p:cNvPr>
          <p:cNvSpPr>
            <a:spLocks xmlns:a="http://schemas.openxmlformats.org/drawingml/2006/main" noGrp="1"/>
          </p:cNvSpPr>
          <p:nvPr/>
        </p:nvSpPr>
        <p:spPr>
          <a:xfrm xmlns:a="http://schemas.openxmlformats.org/drawingml/2006/main">
            <a:off x="3264602" y="5094696"/>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重</a:t>
            </a:r>
          </a:p>
        </p:txBody>
      </p:sp>
      <p:sp>
        <p:nvSpPr>
          <p:cNvPr id="18" name="pdf-text-0018">
            <a:extLst xmlns:a="http://schemas.openxmlformats.org/drawingml/2006/main">
              <a:ext uri="{FF2B5EF4-FFF2-40B4-BE49-F238E27FC236}">
                <a16:creationId xmlns:a16="http://schemas.microsoft.com/office/drawing/2014/main" id="{C7AFFE1E-E34B-45D0-915B-BDE2F0F57E44}"/>
              </a:ext>
            </a:extLst>
          </p:cNvPr>
          <p:cNvSpPr>
            <a:spLocks xmlns:a="http://schemas.openxmlformats.org/drawingml/2006/main" noGrp="1"/>
          </p:cNvSpPr>
          <p:nvPr/>
        </p:nvSpPr>
        <p:spPr>
          <a:xfrm xmlns:a="http://schemas.openxmlformats.org/drawingml/2006/main">
            <a:off x="685994" y="5369016"/>
            <a:ext cx="95707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建系统研发；</a:t>
            </a:r>
          </a:p>
        </p:txBody>
      </p:sp>
      <p:sp>
        <p:nvSpPr>
          <p:cNvPr id="19" name="pdf-text-0019">
            <a:extLst xmlns:a="http://schemas.openxmlformats.org/drawingml/2006/main">
              <a:ext uri="{FF2B5EF4-FFF2-40B4-BE49-F238E27FC236}">
                <a16:creationId xmlns:a16="http://schemas.microsoft.com/office/drawing/2014/main" id="{B1331CAE-FC5F-4FD1-B614-4F15615C874A}"/>
              </a:ext>
            </a:extLst>
          </p:cNvPr>
          <p:cNvSpPr>
            <a:spLocks xmlns:a="http://schemas.openxmlformats.org/drawingml/2006/main" noGrp="1"/>
          </p:cNvSpPr>
          <p:nvPr/>
        </p:nvSpPr>
        <p:spPr>
          <a:xfrm xmlns:a="http://schemas.openxmlformats.org/drawingml/2006/main">
            <a:off x="1604966" y="5378248"/>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TimesNewRomanPSMT"/>
                <a:ea typeface="TimesNewRomanPSMT"/>
                <a:cs typeface="TimesNewRomanPSMT"/>
              </a:defRPr>
            </a:pPr>
            <a:r>
              <a:rPr sz="1200" b="1" i="0">
                <a:solidFill>
                  <a:srgbClr val="000000"/>
                </a:solidFill>
                <a:latin typeface="TimesNewRomanPSMT"/>
                <a:ea typeface="TimesNewRomanPSMT"/>
                <a:cs typeface="TimesNewRomanPSMT"/>
              </a:rPr>
              <a:t>2016</a:t>
            </a:r>
          </a:p>
        </p:txBody>
      </p:sp>
      <p:sp>
        <p:nvSpPr>
          <p:cNvPr id="20" name="pdf-text-0020">
            <a:extLst xmlns:a="http://schemas.openxmlformats.org/drawingml/2006/main">
              <a:ext uri="{FF2B5EF4-FFF2-40B4-BE49-F238E27FC236}">
                <a16:creationId xmlns:a16="http://schemas.microsoft.com/office/drawing/2014/main" id="{A234CCFB-BDBD-403E-A6CC-B7DAF6065206}"/>
              </a:ext>
            </a:extLst>
          </p:cNvPr>
          <p:cNvSpPr>
            <a:spLocks xmlns:a="http://schemas.openxmlformats.org/drawingml/2006/main" noGrp="1"/>
          </p:cNvSpPr>
          <p:nvPr/>
        </p:nvSpPr>
        <p:spPr>
          <a:xfrm xmlns:a="http://schemas.openxmlformats.org/drawingml/2006/main">
            <a:off x="1909766" y="5369016"/>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年负责小米探索实验</a:t>
            </a:r>
          </a:p>
        </p:txBody>
      </p:sp>
      <p:sp>
        <p:nvSpPr>
          <p:cNvPr id="21" name="pdf-text-0021">
            <a:extLst xmlns:a="http://schemas.openxmlformats.org/drawingml/2006/main">
              <a:ext uri="{FF2B5EF4-FFF2-40B4-BE49-F238E27FC236}">
                <a16:creationId xmlns:a16="http://schemas.microsoft.com/office/drawing/2014/main" id="{786B00E6-00ED-4461-8725-ACB22BA59F2A}"/>
              </a:ext>
            </a:extLst>
          </p:cNvPr>
          <p:cNvSpPr>
            <a:spLocks xmlns:a="http://schemas.openxmlformats.org/drawingml/2006/main" noGrp="1"/>
          </p:cNvSpPr>
          <p:nvPr/>
        </p:nvSpPr>
        <p:spPr>
          <a:xfrm xmlns:a="http://schemas.openxmlformats.org/drawingml/2006/main">
            <a:off x="685994" y="5643336"/>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室</a:t>
            </a:r>
          </a:p>
        </p:txBody>
      </p:sp>
      <p:sp>
        <p:nvSpPr>
          <p:cNvPr id="22" name="pdf-text-0022">
            <a:extLst xmlns:a="http://schemas.openxmlformats.org/drawingml/2006/main">
              <a:ext uri="{FF2B5EF4-FFF2-40B4-BE49-F238E27FC236}">
                <a16:creationId xmlns:a16="http://schemas.microsoft.com/office/drawing/2014/main" id="{22E3C6B8-0E69-49E8-AF60-57034A02C5DD}"/>
              </a:ext>
            </a:extLst>
          </p:cNvPr>
          <p:cNvSpPr>
            <a:spLocks xmlns:a="http://schemas.openxmlformats.org/drawingml/2006/main" noGrp="1"/>
          </p:cNvSpPr>
          <p:nvPr/>
        </p:nvSpPr>
        <p:spPr>
          <a:xfrm xmlns:a="http://schemas.openxmlformats.org/drawingml/2006/main">
            <a:off x="839918" y="5652569"/>
            <a:ext cx="20711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TimesNewRomanPSMT"/>
                <a:ea typeface="TimesNewRomanPSMT"/>
                <a:cs typeface="TimesNewRomanPSMT"/>
              </a:defRPr>
            </a:pPr>
            <a:r>
              <a:rPr sz="1200" b="1" i="0">
                <a:solidFill>
                  <a:srgbClr val="000000"/>
                </a:solidFill>
                <a:latin typeface="TimesNewRomanPSMT"/>
                <a:ea typeface="TimesNewRomanPSMT"/>
                <a:cs typeface="TimesNewRomanPSMT"/>
              </a:rPr>
              <a:t>AI</a:t>
            </a:r>
          </a:p>
        </p:txBody>
      </p:sp>
      <p:sp>
        <p:nvSpPr>
          <p:cNvPr id="23" name="pdf-text-0023">
            <a:extLst xmlns:a="http://schemas.openxmlformats.org/drawingml/2006/main">
              <a:ext uri="{FF2B5EF4-FFF2-40B4-BE49-F238E27FC236}">
                <a16:creationId xmlns:a16="http://schemas.microsoft.com/office/drawing/2014/main" id="{8D5A4D23-1669-4F77-843D-A237E55FFF81}"/>
              </a:ext>
            </a:extLst>
          </p:cNvPr>
          <p:cNvSpPr>
            <a:spLocks xmlns:a="http://schemas.openxmlformats.org/drawingml/2006/main" noGrp="1"/>
          </p:cNvSpPr>
          <p:nvPr/>
        </p:nvSpPr>
        <p:spPr>
          <a:xfrm xmlns:a="http://schemas.openxmlformats.org/drawingml/2006/main">
            <a:off x="1009082" y="5643336"/>
            <a:ext cx="64922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识别系统</a:t>
            </a:r>
          </a:p>
        </p:txBody>
      </p:sp>
      <p:sp>
        <p:nvSpPr>
          <p:cNvPr id="24" name="pdf-text-0024">
            <a:extLst xmlns:a="http://schemas.openxmlformats.org/drawingml/2006/main">
              <a:ext uri="{FF2B5EF4-FFF2-40B4-BE49-F238E27FC236}">
                <a16:creationId xmlns:a16="http://schemas.microsoft.com/office/drawing/2014/main" id="{4515F858-E409-43CA-97C1-8F6AEBE3244A}"/>
              </a:ext>
            </a:extLst>
          </p:cNvPr>
          <p:cNvSpPr>
            <a:spLocks xmlns:a="http://schemas.openxmlformats.org/drawingml/2006/main" noGrp="1"/>
          </p:cNvSpPr>
          <p:nvPr/>
        </p:nvSpPr>
        <p:spPr>
          <a:xfrm xmlns:a="http://schemas.openxmlformats.org/drawingml/2006/main">
            <a:off x="1510755" y="3496820"/>
            <a:ext cx="92810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中科大本科</a:t>
            </a:r>
          </a:p>
        </p:txBody>
      </p:sp>
      <p:sp>
        <p:nvSpPr>
          <p:cNvPr id="25" name="pdf-text-0025">
            <a:extLst xmlns:a="http://schemas.openxmlformats.org/drawingml/2006/main">
              <a:ext uri="{FF2B5EF4-FFF2-40B4-BE49-F238E27FC236}">
                <a16:creationId xmlns:a16="http://schemas.microsoft.com/office/drawing/2014/main" id="{DCD4D056-19C4-4F4E-B365-F23EED4D743F}"/>
              </a:ext>
            </a:extLst>
          </p:cNvPr>
          <p:cNvSpPr>
            <a:spLocks xmlns:a="http://schemas.openxmlformats.org/drawingml/2006/main" noGrp="1"/>
          </p:cNvSpPr>
          <p:nvPr/>
        </p:nvSpPr>
        <p:spPr>
          <a:xfrm xmlns:a="http://schemas.openxmlformats.org/drawingml/2006/main">
            <a:off x="977355" y="3760472"/>
            <a:ext cx="19949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纽约州立大学计算机博士</a:t>
            </a:r>
          </a:p>
        </p:txBody>
      </p:sp>
      <p:sp>
        <p:nvSpPr>
          <p:cNvPr id="26" name="pdf-text-0026">
            <a:extLst xmlns:a="http://schemas.openxmlformats.org/drawingml/2006/main">
              <a:ext uri="{FF2B5EF4-FFF2-40B4-BE49-F238E27FC236}">
                <a16:creationId xmlns:a16="http://schemas.microsoft.com/office/drawing/2014/main" id="{24FBBAA0-803B-4C8B-A84E-0501CDD67BA2}"/>
              </a:ext>
            </a:extLst>
          </p:cNvPr>
          <p:cNvSpPr>
            <a:spLocks xmlns:a="http://schemas.openxmlformats.org/drawingml/2006/main" noGrp="1"/>
          </p:cNvSpPr>
          <p:nvPr/>
        </p:nvSpPr>
        <p:spPr>
          <a:xfrm xmlns:a="http://schemas.openxmlformats.org/drawingml/2006/main">
            <a:off x="1062699" y="4025648"/>
            <a:ext cx="182117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谷歌智能视觉团队主管</a:t>
            </a:r>
          </a:p>
        </p:txBody>
      </p:sp>
      <p:sp>
        <p:nvSpPr>
          <p:cNvPr id="27" name="pdf-text-0027">
            <a:extLst xmlns:a="http://schemas.openxmlformats.org/drawingml/2006/main">
              <a:ext uri="{FF2B5EF4-FFF2-40B4-BE49-F238E27FC236}">
                <a16:creationId xmlns:a16="http://schemas.microsoft.com/office/drawing/2014/main" id="{3E24A48C-3B50-4358-877B-02AF78C898DF}"/>
              </a:ext>
            </a:extLst>
          </p:cNvPr>
          <p:cNvSpPr>
            <a:spLocks xmlns:a="http://schemas.openxmlformats.org/drawingml/2006/main" noGrp="1"/>
          </p:cNvSpPr>
          <p:nvPr/>
        </p:nvSpPr>
        <p:spPr>
          <a:xfrm xmlns:a="http://schemas.openxmlformats.org/drawingml/2006/main">
            <a:off x="2845779" y="4036450"/>
            <a:ext cx="826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000000"/>
                </a:solidFill>
                <a:latin typeface="TimesNewRomanPSMT"/>
                <a:ea typeface="TimesNewRomanPSMT"/>
                <a:cs typeface="TimesNewRomanPSMT"/>
              </a:defRPr>
            </a:pPr>
            <a:r>
              <a:rPr sz="1404" b="1" i="0">
                <a:solidFill>
                  <a:srgbClr val="000000"/>
                </a:solidFill>
                <a:latin typeface="TimesNewRomanPSMT"/>
                <a:ea typeface="TimesNewRomanPSMT"/>
                <a:cs typeface="TimesNewRomanPSMT"/>
              </a:rPr>
              <a:t> </a:t>
            </a:r>
          </a:p>
        </p:txBody>
      </p:sp>
      <p:sp>
        <p:nvSpPr>
          <p:cNvPr id="28" name="pdf-text-0028">
            <a:extLst xmlns:a="http://schemas.openxmlformats.org/drawingml/2006/main">
              <a:ext uri="{FF2B5EF4-FFF2-40B4-BE49-F238E27FC236}">
                <a16:creationId xmlns:a16="http://schemas.microsoft.com/office/drawing/2014/main" id="{CE38FAEC-7364-42B6-BCB3-751DBFEB3F5C}"/>
              </a:ext>
            </a:extLst>
          </p:cNvPr>
          <p:cNvSpPr>
            <a:spLocks xmlns:a="http://schemas.openxmlformats.org/drawingml/2006/main" noGrp="1"/>
          </p:cNvSpPr>
          <p:nvPr/>
        </p:nvSpPr>
        <p:spPr>
          <a:xfrm xmlns:a="http://schemas.openxmlformats.org/drawingml/2006/main">
            <a:off x="1332447" y="4289300"/>
            <a:ext cx="128472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小米探索实验室</a:t>
            </a:r>
          </a:p>
        </p:txBody>
      </p:sp>
      <p:sp>
        <p:nvSpPr>
          <p:cNvPr id="29" name="pdf-vector-0029">
            <a:extLst xmlns:a="http://schemas.openxmlformats.org/drawingml/2006/main">
              <a:ext uri="{FF2B5EF4-FFF2-40B4-BE49-F238E27FC236}">
                <a16:creationId xmlns:a16="http://schemas.microsoft.com/office/drawing/2014/main" id="{A745D18A-24C8-4AEF-9E21-133C81C4E7AF}"/>
              </a:ext>
            </a:extLst>
          </p:cNvPr>
          <p:cNvSpPr>
            <a:spLocks xmlns:a="http://schemas.openxmlformats.org/drawingml/2006/main" noGrp="1"/>
          </p:cNvSpPr>
          <p:nvPr/>
        </p:nvSpPr>
        <p:spPr>
          <a:xfrm xmlns:a="http://schemas.openxmlformats.org/drawingml/2006/main">
            <a:off x="558411" y="4731901"/>
            <a:ext cx="2880423" cy="953"/>
          </a:xfrm>
          <a:custGeom xmlns:a="http://schemas.openxmlformats.org/drawingml/2006/main">
            <a:pathLst>
              <a:path w="2880423" h="953">
                <a:moveTo>
                  <a:pt x="0" y="0"/>
                </a:moveTo>
                <a:lnTo>
                  <a:pt x="2880423" y="0"/>
                </a:lnTo>
              </a:path>
            </a:pathLst>
          </a:custGeom>
          <a:noFill xmlns:a="http://schemas.openxmlformats.org/drawingml/2006/main"/>
          <a:ln xmlns:a="http://schemas.openxmlformats.org/drawingml/2006/main" w="9525">
            <a:solidFill>
              <a:srgbClr val="DADADA"/>
            </a:solidFill>
            <a:prstDash val="solid"/>
          </a:ln>
        </p:spPr>
      </p:sp>
      <p:pic>
        <p:nvPicPr>
          <p:cNvPr id="189" name=""/>
          <p:cNvPicPr>
            <a:picLocks xmlns:a="http://schemas.openxmlformats.org/drawingml/2006/main" noChangeAspect="1"/>
          </p:cNvPicPr>
          <p:nvPr/>
        </p:nvPicPr>
        <p:blipFill>
          <a:blip xmlns:r="http://schemas.openxmlformats.org/officeDocument/2006/relationships" xmlns:a="http://schemas.openxmlformats.org/drawingml/2006/main" r:embed="Rdc81088730d44687"/>
          <a:srcRect xmlns:a="http://schemas.openxmlformats.org/drawingml/2006/main" l="0" t="32" r="0" b="32"/>
          <a:stretch xmlns:a="http://schemas.openxmlformats.org/drawingml/2006/main">
            <a:fillRect l="0" t="0" r="0" b="0"/>
          </a:stretch>
        </p:blipFill>
        <p:spPr>
          <a:xfrm xmlns:a="http://schemas.openxmlformats.org/drawingml/2006/main">
            <a:off x="3956304" y="1126236"/>
            <a:ext cx="2570988" cy="2490216"/>
          </a:xfrm>
          <a:prstGeom xmlns:a="http://schemas.openxmlformats.org/drawingml/2006/main" prst="rect">
            <a:avLst/>
          </a:prstGeom>
        </p:spPr>
      </p:pic>
      <p:pic>
        <p:nvPicPr>
          <p:cNvPr id="190" name=""/>
          <p:cNvPicPr>
            <a:picLocks xmlns:a="http://schemas.openxmlformats.org/drawingml/2006/main" noChangeAspect="1"/>
          </p:cNvPicPr>
          <p:nvPr/>
        </p:nvPicPr>
        <p:blipFill>
          <a:blip xmlns:r="http://schemas.openxmlformats.org/officeDocument/2006/relationships" xmlns:a="http://schemas.openxmlformats.org/drawingml/2006/main" r:embed="R44053be362a34ddb">
            <a:extLst>
              <a:ext uri="{96DAC541-7B7A-43D3-8B79-37D633B846F1}">
                <asvg:svgBlip xmlns:asvg="http://schemas.microsoft.com/office/drawing/2016/SVG/main" r:embed="Rc3d96f9af9cf4dda"/>
              </a:ext>
            </a:extLst>
          </a:blip>
          <a:stretch xmlns:a="http://schemas.openxmlformats.org/drawingml/2006/main"/>
        </p:blipFill>
        <p:spPr>
          <a:xfrm xmlns:a="http://schemas.openxmlformats.org/drawingml/2006/main">
            <a:off x="3982720" y="1139829"/>
            <a:ext cx="2518410" cy="2437765"/>
          </a:xfrm>
          <a:prstGeom xmlns:a="http://schemas.openxmlformats.org/drawingml/2006/main" prst="rect">
            <a:avLst/>
          </a:prstGeom>
        </p:spPr>
      </p:pic>
      <p:sp>
        <p:nvSpPr>
          <p:cNvPr id="32" name="pdf-text-0032">
            <a:extLst xmlns:a="http://schemas.openxmlformats.org/drawingml/2006/main">
              <a:ext uri="{FF2B5EF4-FFF2-40B4-BE49-F238E27FC236}">
                <a16:creationId xmlns:a16="http://schemas.microsoft.com/office/drawing/2014/main" id="{E809DBF5-1576-442F-BB38-3A152871013A}"/>
              </a:ext>
            </a:extLst>
          </p:cNvPr>
          <p:cNvSpPr>
            <a:spLocks xmlns:a="http://schemas.openxmlformats.org/drawingml/2006/main" noGrp="1"/>
          </p:cNvSpPr>
          <p:nvPr/>
        </p:nvSpPr>
        <p:spPr>
          <a:xfrm xmlns:a="http://schemas.openxmlformats.org/drawingml/2006/main">
            <a:off x="4081780" y="1987822"/>
            <a:ext cx="8237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1C2140"/>
                </a:solidFill>
                <a:latin typeface="Arial"/>
                <a:ea typeface="Arial"/>
                <a:cs typeface="Arial"/>
              </a:defRPr>
            </a:pPr>
            <a:r>
              <a:rPr sz="996" b="0" i="0">
                <a:solidFill>
                  <a:srgbClr val="1C2140"/>
                </a:solidFill>
                <a:latin typeface="Arial"/>
                <a:ea typeface="Arial"/>
                <a:cs typeface="Arial"/>
              </a:rPr>
              <a:t>•</a:t>
            </a:r>
          </a:p>
        </p:txBody>
      </p:sp>
      <p:sp>
        <p:nvSpPr>
          <p:cNvPr id="33" name="pdf-text-0033">
            <a:extLst xmlns:a="http://schemas.openxmlformats.org/drawingml/2006/main">
              <a:ext uri="{FF2B5EF4-FFF2-40B4-BE49-F238E27FC236}">
                <a16:creationId xmlns:a16="http://schemas.microsoft.com/office/drawing/2014/main" id="{F52D9AC4-769B-4ABE-891E-F904D0995334}"/>
              </a:ext>
            </a:extLst>
          </p:cNvPr>
          <p:cNvSpPr>
            <a:spLocks xmlns:a="http://schemas.openxmlformats.org/drawingml/2006/main" noGrp="1"/>
          </p:cNvSpPr>
          <p:nvPr/>
        </p:nvSpPr>
        <p:spPr>
          <a:xfrm xmlns:a="http://schemas.openxmlformats.org/drawingml/2006/main">
            <a:off x="4368284" y="1980020"/>
            <a:ext cx="94024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光学博士，国家</a:t>
            </a:r>
          </a:p>
        </p:txBody>
      </p:sp>
      <p:sp>
        <p:nvSpPr>
          <p:cNvPr id="34" name="pdf-text-0034">
            <a:extLst xmlns:a="http://schemas.openxmlformats.org/drawingml/2006/main">
              <a:ext uri="{FF2B5EF4-FFF2-40B4-BE49-F238E27FC236}">
                <a16:creationId xmlns:a16="http://schemas.microsoft.com/office/drawing/2014/main" id="{A64EB506-5450-4344-B8FE-7532EFC6C4DB}"/>
              </a:ext>
            </a:extLst>
          </p:cNvPr>
          <p:cNvSpPr>
            <a:spLocks xmlns:a="http://schemas.openxmlformats.org/drawingml/2006/main" noGrp="1"/>
          </p:cNvSpPr>
          <p:nvPr/>
        </p:nvSpPr>
        <p:spPr>
          <a:xfrm xmlns:a="http://schemas.openxmlformats.org/drawingml/2006/main">
            <a:off x="5273461" y="1986534"/>
            <a:ext cx="22784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863</a:t>
            </a:r>
          </a:p>
        </p:txBody>
      </p:sp>
      <p:sp>
        <p:nvSpPr>
          <p:cNvPr id="35" name="pdf-text-0035">
            <a:extLst xmlns:a="http://schemas.openxmlformats.org/drawingml/2006/main">
              <a:ext uri="{FF2B5EF4-FFF2-40B4-BE49-F238E27FC236}">
                <a16:creationId xmlns:a16="http://schemas.microsoft.com/office/drawing/2014/main" id="{593F3BF7-000D-4EFE-900F-08E20B98D90E}"/>
              </a:ext>
            </a:extLst>
          </p:cNvPr>
          <p:cNvSpPr>
            <a:spLocks xmlns:a="http://schemas.openxmlformats.org/drawingml/2006/main" noGrp="1"/>
          </p:cNvSpPr>
          <p:nvPr/>
        </p:nvSpPr>
        <p:spPr>
          <a:xfrm xmlns:a="http://schemas.openxmlformats.org/drawingml/2006/main">
            <a:off x="5465483" y="1980020"/>
            <a:ext cx="67966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计划专家，</a:t>
            </a:r>
          </a:p>
        </p:txBody>
      </p:sp>
      <p:sp>
        <p:nvSpPr>
          <p:cNvPr id="36" name="pdf-text-0036">
            <a:extLst xmlns:a="http://schemas.openxmlformats.org/drawingml/2006/main">
              <a:ext uri="{FF2B5EF4-FFF2-40B4-BE49-F238E27FC236}">
                <a16:creationId xmlns:a16="http://schemas.microsoft.com/office/drawing/2014/main" id="{E055DFC9-164E-4613-917A-B27D68895BB1}"/>
              </a:ext>
            </a:extLst>
          </p:cNvPr>
          <p:cNvSpPr>
            <a:spLocks xmlns:a="http://schemas.openxmlformats.org/drawingml/2006/main" noGrp="1"/>
          </p:cNvSpPr>
          <p:nvPr/>
        </p:nvSpPr>
        <p:spPr>
          <a:xfrm xmlns:a="http://schemas.openxmlformats.org/drawingml/2006/main">
            <a:off x="6110087" y="1986534"/>
            <a:ext cx="23745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10+</a:t>
            </a:r>
          </a:p>
        </p:txBody>
      </p:sp>
      <p:sp>
        <p:nvSpPr>
          <p:cNvPr id="37" name="pdf-text-0037">
            <a:extLst xmlns:a="http://schemas.openxmlformats.org/drawingml/2006/main">
              <a:ext uri="{FF2B5EF4-FFF2-40B4-BE49-F238E27FC236}">
                <a16:creationId xmlns:a16="http://schemas.microsoft.com/office/drawing/2014/main" id="{E44819C1-9589-4A70-BD5E-60E4D309C250}"/>
              </a:ext>
            </a:extLst>
          </p:cNvPr>
          <p:cNvSpPr>
            <a:spLocks xmlns:a="http://schemas.openxmlformats.org/drawingml/2006/main" noGrp="1"/>
          </p:cNvSpPr>
          <p:nvPr/>
        </p:nvSpPr>
        <p:spPr>
          <a:xfrm xmlns:a="http://schemas.openxmlformats.org/drawingml/2006/main">
            <a:off x="4368165" y="2208591"/>
            <a:ext cx="14446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年高精度光学系统设计（</a:t>
            </a:r>
          </a:p>
        </p:txBody>
      </p:sp>
      <p:sp>
        <p:nvSpPr>
          <p:cNvPr id="38" name="pdf-text-0038">
            <a:extLst xmlns:a="http://schemas.openxmlformats.org/drawingml/2006/main">
              <a:ext uri="{FF2B5EF4-FFF2-40B4-BE49-F238E27FC236}">
                <a16:creationId xmlns:a16="http://schemas.microsoft.com/office/drawing/2014/main" id="{A83C14AD-83BA-4999-8F75-CDC4971FA2BD}"/>
              </a:ext>
            </a:extLst>
          </p:cNvPr>
          <p:cNvSpPr>
            <a:spLocks xmlns:a="http://schemas.openxmlformats.org/drawingml/2006/main" noGrp="1"/>
          </p:cNvSpPr>
          <p:nvPr/>
        </p:nvSpPr>
        <p:spPr>
          <a:xfrm xmlns:a="http://schemas.openxmlformats.org/drawingml/2006/main">
            <a:off x="5777919" y="2215105"/>
            <a:ext cx="31080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DUV</a:t>
            </a:r>
          </a:p>
        </p:txBody>
      </p:sp>
      <p:sp>
        <p:nvSpPr>
          <p:cNvPr id="39" name="pdf-text-0039">
            <a:extLst xmlns:a="http://schemas.openxmlformats.org/drawingml/2006/main">
              <a:ext uri="{FF2B5EF4-FFF2-40B4-BE49-F238E27FC236}">
                <a16:creationId xmlns:a16="http://schemas.microsoft.com/office/drawing/2014/main" id="{BF045569-FEE2-4CF1-8021-EF1622AAC1BB}"/>
              </a:ext>
            </a:extLst>
          </p:cNvPr>
          <p:cNvSpPr>
            <a:spLocks xmlns:a="http://schemas.openxmlformats.org/drawingml/2006/main" noGrp="1"/>
          </p:cNvSpPr>
          <p:nvPr/>
        </p:nvSpPr>
        <p:spPr>
          <a:xfrm xmlns:a="http://schemas.openxmlformats.org/drawingml/2006/main">
            <a:off x="6052280" y="2208591"/>
            <a:ext cx="29412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光刻</a:t>
            </a:r>
          </a:p>
        </p:txBody>
      </p:sp>
      <p:sp>
        <p:nvSpPr>
          <p:cNvPr id="40" name="pdf-text-0040">
            <a:extLst xmlns:a="http://schemas.openxmlformats.org/drawingml/2006/main">
              <a:ext uri="{FF2B5EF4-FFF2-40B4-BE49-F238E27FC236}">
                <a16:creationId xmlns:a16="http://schemas.microsoft.com/office/drawing/2014/main" id="{1867146F-C911-42A0-9A79-D780ED696153}"/>
              </a:ext>
            </a:extLst>
          </p:cNvPr>
          <p:cNvSpPr>
            <a:spLocks xmlns:a="http://schemas.openxmlformats.org/drawingml/2006/main" noGrp="1"/>
          </p:cNvSpPr>
          <p:nvPr/>
        </p:nvSpPr>
        <p:spPr>
          <a:xfrm xmlns:a="http://schemas.openxmlformats.org/drawingml/2006/main">
            <a:off x="4368292" y="2437162"/>
            <a:ext cx="197810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镜头、白光干涉传感器、光谱共聚</a:t>
            </a:r>
          </a:p>
        </p:txBody>
      </p:sp>
      <p:sp>
        <p:nvSpPr>
          <p:cNvPr id="41" name="pdf-text-0041">
            <a:extLst xmlns:a="http://schemas.openxmlformats.org/drawingml/2006/main">
              <a:ext uri="{FF2B5EF4-FFF2-40B4-BE49-F238E27FC236}">
                <a16:creationId xmlns:a16="http://schemas.microsoft.com/office/drawing/2014/main" id="{7698E713-F9D8-4338-B7E4-A19B3813522E}"/>
              </a:ext>
            </a:extLst>
          </p:cNvPr>
          <p:cNvSpPr>
            <a:spLocks xmlns:a="http://schemas.openxmlformats.org/drawingml/2006/main" noGrp="1"/>
          </p:cNvSpPr>
          <p:nvPr/>
        </p:nvSpPr>
        <p:spPr>
          <a:xfrm xmlns:a="http://schemas.openxmlformats.org/drawingml/2006/main">
            <a:off x="4368291" y="2665733"/>
            <a:ext cx="197798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焦传感器、结构光、显微镜筒、显</a:t>
            </a:r>
          </a:p>
        </p:txBody>
      </p:sp>
      <p:sp>
        <p:nvSpPr>
          <p:cNvPr id="42" name="pdf-text-0042">
            <a:extLst xmlns:a="http://schemas.openxmlformats.org/drawingml/2006/main">
              <a:ext uri="{FF2B5EF4-FFF2-40B4-BE49-F238E27FC236}">
                <a16:creationId xmlns:a16="http://schemas.microsoft.com/office/drawing/2014/main" id="{E751F3C1-4891-41B7-9704-45D67189F733}"/>
              </a:ext>
            </a:extLst>
          </p:cNvPr>
          <p:cNvSpPr>
            <a:spLocks xmlns:a="http://schemas.openxmlformats.org/drawingml/2006/main" noGrp="1"/>
          </p:cNvSpPr>
          <p:nvPr/>
        </p:nvSpPr>
        <p:spPr>
          <a:xfrm xmlns:a="http://schemas.openxmlformats.org/drawingml/2006/main">
            <a:off x="4368165" y="2894304"/>
            <a:ext cx="197810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微物镜、远心线扫镜头等），对高</a:t>
            </a:r>
          </a:p>
        </p:txBody>
      </p:sp>
      <p:sp>
        <p:nvSpPr>
          <p:cNvPr id="43" name="pdf-text-0043">
            <a:extLst xmlns:a="http://schemas.openxmlformats.org/drawingml/2006/main">
              <a:ext uri="{FF2B5EF4-FFF2-40B4-BE49-F238E27FC236}">
                <a16:creationId xmlns:a16="http://schemas.microsoft.com/office/drawing/2014/main" id="{11AACC59-AD04-4D17-8D93-6C7E1BF4D1F0}"/>
              </a:ext>
            </a:extLst>
          </p:cNvPr>
          <p:cNvSpPr>
            <a:spLocks xmlns:a="http://schemas.openxmlformats.org/drawingml/2006/main" noGrp="1"/>
          </p:cNvSpPr>
          <p:nvPr/>
        </p:nvSpPr>
        <p:spPr>
          <a:xfrm xmlns:a="http://schemas.openxmlformats.org/drawingml/2006/main">
            <a:off x="4368166" y="3122875"/>
            <a:ext cx="197798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精密成像、照明、投影光路有丰富</a:t>
            </a:r>
          </a:p>
        </p:txBody>
      </p:sp>
      <p:sp>
        <p:nvSpPr>
          <p:cNvPr id="44" name="pdf-text-0044">
            <a:extLst xmlns:a="http://schemas.openxmlformats.org/drawingml/2006/main">
              <a:ext uri="{FF2B5EF4-FFF2-40B4-BE49-F238E27FC236}">
                <a16:creationId xmlns:a16="http://schemas.microsoft.com/office/drawing/2014/main" id="{9C372B97-2D31-4CA3-BA9B-59B10A95FFBD}"/>
              </a:ext>
            </a:extLst>
          </p:cNvPr>
          <p:cNvSpPr>
            <a:spLocks xmlns:a="http://schemas.openxmlformats.org/drawingml/2006/main" noGrp="1"/>
          </p:cNvSpPr>
          <p:nvPr/>
        </p:nvSpPr>
        <p:spPr>
          <a:xfrm xmlns:a="http://schemas.openxmlformats.org/drawingml/2006/main">
            <a:off x="4368039" y="3351445"/>
            <a:ext cx="6735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设计经验。</a:t>
            </a:r>
          </a:p>
        </p:txBody>
      </p:sp>
      <p:sp>
        <p:nvSpPr>
          <p:cNvPr id="45" name="pdf-text-0045">
            <a:extLst xmlns:a="http://schemas.openxmlformats.org/drawingml/2006/main">
              <a:ext uri="{FF2B5EF4-FFF2-40B4-BE49-F238E27FC236}">
                <a16:creationId xmlns:a16="http://schemas.microsoft.com/office/drawing/2014/main" id="{83BBF561-32A3-4717-BD46-8BA44C3B4D07}"/>
              </a:ext>
            </a:extLst>
          </p:cNvPr>
          <p:cNvSpPr>
            <a:spLocks xmlns:a="http://schemas.openxmlformats.org/drawingml/2006/main" noGrp="1"/>
          </p:cNvSpPr>
          <p:nvPr/>
        </p:nvSpPr>
        <p:spPr>
          <a:xfrm xmlns:a="http://schemas.openxmlformats.org/drawingml/2006/main">
            <a:off x="5026342" y="1317839"/>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赵</a:t>
            </a:r>
          </a:p>
        </p:txBody>
      </p:sp>
      <p:sp>
        <p:nvSpPr>
          <p:cNvPr id="46" name="pdf-text-0046">
            <a:extLst xmlns:a="http://schemas.openxmlformats.org/drawingml/2006/main">
              <a:ext uri="{FF2B5EF4-FFF2-40B4-BE49-F238E27FC236}">
                <a16:creationId xmlns:a16="http://schemas.microsoft.com/office/drawing/2014/main" id="{33C69812-E23F-4588-A522-BA38DAADD0C6}"/>
              </a:ext>
            </a:extLst>
          </p:cNvPr>
          <p:cNvSpPr>
            <a:spLocks xmlns:a="http://schemas.openxmlformats.org/drawingml/2006/main" noGrp="1"/>
          </p:cNvSpPr>
          <p:nvPr/>
        </p:nvSpPr>
        <p:spPr>
          <a:xfrm xmlns:a="http://schemas.openxmlformats.org/drawingml/2006/main">
            <a:off x="5207698" y="1328641"/>
            <a:ext cx="29486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XX</a:t>
            </a:r>
          </a:p>
        </p:txBody>
      </p:sp>
      <p:sp>
        <p:nvSpPr>
          <p:cNvPr id="47" name="pdf-text-0047">
            <a:extLst xmlns:a="http://schemas.openxmlformats.org/drawingml/2006/main">
              <a:ext uri="{FF2B5EF4-FFF2-40B4-BE49-F238E27FC236}">
                <a16:creationId xmlns:a16="http://schemas.microsoft.com/office/drawing/2014/main" id="{0C668303-E4D8-4320-934E-A1EA5A0C02A6}"/>
              </a:ext>
            </a:extLst>
          </p:cNvPr>
          <p:cNvSpPr>
            <a:spLocks xmlns:a="http://schemas.openxmlformats.org/drawingml/2006/main" noGrp="1"/>
          </p:cNvSpPr>
          <p:nvPr/>
        </p:nvSpPr>
        <p:spPr>
          <a:xfrm xmlns:a="http://schemas.openxmlformats.org/drawingml/2006/main">
            <a:off x="4712398" y="157844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212121"/>
                </a:solidFill>
                <a:latin typeface="KaiTi"/>
                <a:ea typeface="KaiTi"/>
                <a:cs typeface="KaiTi"/>
              </a:defRPr>
            </a:pPr>
            <a:r>
              <a:rPr sz="1200" b="0" i="0">
                <a:solidFill>
                  <a:srgbClr val="212121"/>
                </a:solidFill>
                <a:latin typeface="KaiTi"/>
                <a:ea typeface="KaiTi"/>
                <a:cs typeface="KaiTi"/>
              </a:rPr>
              <a:t>光学系统负责人</a:t>
            </a:r>
          </a:p>
        </p:txBody>
      </p:sp>
      <p:sp>
        <p:nvSpPr>
          <p:cNvPr id="48" name="pdf-vector-0048">
            <a:extLst xmlns:a="http://schemas.openxmlformats.org/drawingml/2006/main">
              <a:ext uri="{FF2B5EF4-FFF2-40B4-BE49-F238E27FC236}">
                <a16:creationId xmlns:a16="http://schemas.microsoft.com/office/drawing/2014/main" id="{DEDCBC66-7371-4F52-B10A-68A11B7AA664}"/>
              </a:ext>
            </a:extLst>
          </p:cNvPr>
          <p:cNvSpPr>
            <a:spLocks xmlns:a="http://schemas.openxmlformats.org/drawingml/2006/main" noGrp="1"/>
          </p:cNvSpPr>
          <p:nvPr/>
        </p:nvSpPr>
        <p:spPr>
          <a:xfrm xmlns:a="http://schemas.openxmlformats.org/drawingml/2006/main">
            <a:off x="3983990" y="1866265"/>
            <a:ext cx="2469515" cy="953"/>
          </a:xfrm>
          <a:custGeom xmlns:a="http://schemas.openxmlformats.org/drawingml/2006/main">
            <a:pathLst>
              <a:path w="2469515" h="953">
                <a:moveTo>
                  <a:pt x="0" y="0"/>
                </a:moveTo>
                <a:lnTo>
                  <a:pt x="2469515" y="0"/>
                </a:lnTo>
              </a:path>
            </a:pathLst>
          </a:custGeom>
          <a:noFill xmlns:a="http://schemas.openxmlformats.org/drawingml/2006/main"/>
          <a:ln xmlns:a="http://schemas.openxmlformats.org/drawingml/2006/main" w="9525">
            <a:solidFill>
              <a:srgbClr val="DADADA"/>
            </a:solidFill>
            <a:prstDash val="solid"/>
          </a:ln>
        </p:spPr>
      </p:sp>
      <p:sp>
        <p:nvSpPr>
          <p:cNvPr id="49" name="pdf-vector-0049">
            <a:extLst xmlns:a="http://schemas.openxmlformats.org/drawingml/2006/main">
              <a:ext uri="{FF2B5EF4-FFF2-40B4-BE49-F238E27FC236}">
                <a16:creationId xmlns:a16="http://schemas.microsoft.com/office/drawing/2014/main" id="{B64AB49B-55B8-40B4-8462-07713EDE35BC}"/>
              </a:ext>
            </a:extLst>
          </p:cNvPr>
          <p:cNvSpPr>
            <a:spLocks xmlns:a="http://schemas.openxmlformats.org/drawingml/2006/main" noGrp="1"/>
          </p:cNvSpPr>
          <p:nvPr/>
        </p:nvSpPr>
        <p:spPr>
          <a:xfrm xmlns:a="http://schemas.openxmlformats.org/drawingml/2006/main">
            <a:off x="4651375" y="1152525"/>
            <a:ext cx="1234440" cy="32385"/>
          </a:xfrm>
          <a:prstGeom xmlns:a="http://schemas.openxmlformats.org/drawingml/2006/main" prst="rect">
            <a:avLst/>
          </a:prstGeom>
          <a:solidFill xmlns:a="http://schemas.openxmlformats.org/drawingml/2006/main">
            <a:srgbClr val="117CB4"/>
          </a:solidFill>
          <a:ln xmlns:a="http://schemas.openxmlformats.org/drawingml/2006/main" w="0">
            <a:noFill/>
            <a:prstDash val="solid"/>
          </a:ln>
        </p:spPr>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47cc690febbb41c5"/>
          <a:srcRect xmlns:a="http://schemas.openxmlformats.org/drawingml/2006/main" l="0" t="0" r="0" b="0"/>
          <a:stretch xmlns:a="http://schemas.openxmlformats.org/drawingml/2006/main">
            <a:fillRect l="0" t="0" r="0" b="0"/>
          </a:stretch>
        </p:blipFill>
        <p:spPr>
          <a:xfrm xmlns:a="http://schemas.openxmlformats.org/drawingml/2006/main">
            <a:off x="6597396" y="3869436"/>
            <a:ext cx="2572512" cy="2523744"/>
          </a:xfrm>
          <a:prstGeom xmlns:a="http://schemas.openxmlformats.org/drawingml/2006/main" prst="rect">
            <a:avLst/>
          </a:prstGeom>
        </p:spPr>
      </p:pic>
      <p:pic>
        <p:nvPicPr>
          <p:cNvPr id="210" name=""/>
          <p:cNvPicPr>
            <a:picLocks xmlns:a="http://schemas.openxmlformats.org/drawingml/2006/main" noChangeAspect="1"/>
          </p:cNvPicPr>
          <p:nvPr/>
        </p:nvPicPr>
        <p:blipFill>
          <a:blip xmlns:r="http://schemas.openxmlformats.org/officeDocument/2006/relationships" xmlns:a="http://schemas.openxmlformats.org/drawingml/2006/main" r:embed="R17289b7fd0d5461b">
            <a:extLst>
              <a:ext uri="{96DAC541-7B7A-43D3-8B79-37D633B846F1}">
                <asvg:svgBlip xmlns:asvg="http://schemas.microsoft.com/office/drawing/2016/SVG/main" r:embed="R943892337a2f4d7a"/>
              </a:ext>
            </a:extLst>
          </a:blip>
          <a:stretch xmlns:a="http://schemas.openxmlformats.org/drawingml/2006/main"/>
        </p:blipFill>
        <p:spPr>
          <a:xfrm xmlns:a="http://schemas.openxmlformats.org/drawingml/2006/main">
            <a:off x="6624955" y="3883020"/>
            <a:ext cx="2518410" cy="2470150"/>
          </a:xfrm>
          <a:prstGeom xmlns:a="http://schemas.openxmlformats.org/drawingml/2006/main" prst="rect">
            <a:avLst/>
          </a:prstGeom>
        </p:spPr>
      </p:pic>
      <p:sp>
        <p:nvSpPr>
          <p:cNvPr id="52" name="pdf-text-0052">
            <a:extLst xmlns:a="http://schemas.openxmlformats.org/drawingml/2006/main">
              <a:ext uri="{FF2B5EF4-FFF2-40B4-BE49-F238E27FC236}">
                <a16:creationId xmlns:a16="http://schemas.microsoft.com/office/drawing/2014/main" id="{3DBB8A03-14DF-4001-A555-F4FF730DBDE3}"/>
              </a:ext>
            </a:extLst>
          </p:cNvPr>
          <p:cNvSpPr>
            <a:spLocks xmlns:a="http://schemas.openxmlformats.org/drawingml/2006/main" noGrp="1"/>
          </p:cNvSpPr>
          <p:nvPr/>
        </p:nvSpPr>
        <p:spPr>
          <a:xfrm xmlns:a="http://schemas.openxmlformats.org/drawingml/2006/main">
            <a:off x="7609269" y="4070564"/>
            <a:ext cx="5730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唐海舟</a:t>
            </a:r>
          </a:p>
        </p:txBody>
      </p:sp>
      <p:sp>
        <p:nvSpPr>
          <p:cNvPr id="53" name="pdf-text-0053">
            <a:extLst xmlns:a="http://schemas.openxmlformats.org/drawingml/2006/main">
              <a:ext uri="{FF2B5EF4-FFF2-40B4-BE49-F238E27FC236}">
                <a16:creationId xmlns:a16="http://schemas.microsoft.com/office/drawing/2014/main" id="{B59D50DD-60BA-4182-9ACA-67F461573A1C}"/>
              </a:ext>
            </a:extLst>
          </p:cNvPr>
          <p:cNvSpPr>
            <a:spLocks xmlns:a="http://schemas.openxmlformats.org/drawingml/2006/main" noGrp="1"/>
          </p:cNvSpPr>
          <p:nvPr/>
        </p:nvSpPr>
        <p:spPr>
          <a:xfrm xmlns:a="http://schemas.openxmlformats.org/drawingml/2006/main">
            <a:off x="7327329" y="4340402"/>
            <a:ext cx="3683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212121"/>
                </a:solidFill>
                <a:latin typeface="TimesNewRomanPSMT"/>
                <a:ea typeface="TimesNewRomanPSMT"/>
                <a:cs typeface="TimesNewRomanPSMT"/>
              </a:defRPr>
            </a:pPr>
            <a:r>
              <a:rPr sz="1200" b="1" i="0">
                <a:solidFill>
                  <a:srgbClr val="212121"/>
                </a:solidFill>
                <a:latin typeface="TimesNewRomanPSMT"/>
                <a:ea typeface="TimesNewRomanPSMT"/>
                <a:cs typeface="TimesNewRomanPSMT"/>
              </a:rPr>
              <a:t>SMT</a:t>
            </a:r>
          </a:p>
        </p:txBody>
      </p:sp>
      <p:sp>
        <p:nvSpPr>
          <p:cNvPr id="54" name="pdf-text-0054">
            <a:extLst xmlns:a="http://schemas.openxmlformats.org/drawingml/2006/main">
              <a:ext uri="{FF2B5EF4-FFF2-40B4-BE49-F238E27FC236}">
                <a16:creationId xmlns:a16="http://schemas.microsoft.com/office/drawing/2014/main" id="{55323878-6C94-4DA2-9332-832D48A6B3C4}"/>
              </a:ext>
            </a:extLst>
          </p:cNvPr>
          <p:cNvSpPr>
            <a:spLocks xmlns:a="http://schemas.openxmlformats.org/drawingml/2006/main" noGrp="1"/>
          </p:cNvSpPr>
          <p:nvPr/>
        </p:nvSpPr>
        <p:spPr>
          <a:xfrm xmlns:a="http://schemas.openxmlformats.org/drawingml/2006/main">
            <a:off x="7658035" y="4331169"/>
            <a:ext cx="80467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212121"/>
                </a:solidFill>
                <a:latin typeface="KaiTi"/>
                <a:ea typeface="KaiTi"/>
                <a:cs typeface="KaiTi"/>
              </a:defRPr>
            </a:pPr>
            <a:r>
              <a:rPr sz="1200" b="0" i="0">
                <a:solidFill>
                  <a:srgbClr val="212121"/>
                </a:solidFill>
                <a:latin typeface="KaiTi"/>
                <a:ea typeface="KaiTi"/>
                <a:cs typeface="KaiTi"/>
              </a:rPr>
              <a:t>业务负责人</a:t>
            </a:r>
          </a:p>
        </p:txBody>
      </p:sp>
      <p:sp>
        <p:nvSpPr>
          <p:cNvPr id="55" name="pdf-vector-0055">
            <a:extLst xmlns:a="http://schemas.openxmlformats.org/drawingml/2006/main">
              <a:ext uri="{FF2B5EF4-FFF2-40B4-BE49-F238E27FC236}">
                <a16:creationId xmlns:a16="http://schemas.microsoft.com/office/drawing/2014/main" id="{DBD39BB9-E40C-4814-B691-C39F87DDDF00}"/>
              </a:ext>
            </a:extLst>
          </p:cNvPr>
          <p:cNvSpPr>
            <a:spLocks xmlns:a="http://schemas.openxmlformats.org/drawingml/2006/main" noGrp="1"/>
          </p:cNvSpPr>
          <p:nvPr/>
        </p:nvSpPr>
        <p:spPr>
          <a:xfrm xmlns:a="http://schemas.openxmlformats.org/drawingml/2006/main">
            <a:off x="6649085" y="4609465"/>
            <a:ext cx="2470150" cy="953"/>
          </a:xfrm>
          <a:custGeom xmlns:a="http://schemas.openxmlformats.org/drawingml/2006/main">
            <a:pathLst>
              <a:path w="2470150" h="953">
                <a:moveTo>
                  <a:pt x="0" y="0"/>
                </a:moveTo>
                <a:lnTo>
                  <a:pt x="2470150" y="0"/>
                </a:lnTo>
              </a:path>
            </a:pathLst>
          </a:custGeom>
          <a:noFill xmlns:a="http://schemas.openxmlformats.org/drawingml/2006/main"/>
          <a:ln xmlns:a="http://schemas.openxmlformats.org/drawingml/2006/main" w="9525">
            <a:solidFill>
              <a:srgbClr val="DADADA"/>
            </a:solidFill>
            <a:prstDash val="solid"/>
          </a:ln>
        </p:spPr>
      </p:sp>
      <p:sp>
        <p:nvSpPr>
          <p:cNvPr id="56" name="pdf-vector-0056">
            <a:extLst xmlns:a="http://schemas.openxmlformats.org/drawingml/2006/main">
              <a:ext uri="{FF2B5EF4-FFF2-40B4-BE49-F238E27FC236}">
                <a16:creationId xmlns:a16="http://schemas.microsoft.com/office/drawing/2014/main" id="{008A86BB-76C4-47D9-B9E2-DF5A74DC4230}"/>
              </a:ext>
            </a:extLst>
          </p:cNvPr>
          <p:cNvSpPr>
            <a:spLocks xmlns:a="http://schemas.openxmlformats.org/drawingml/2006/main" noGrp="1"/>
          </p:cNvSpPr>
          <p:nvPr/>
        </p:nvSpPr>
        <p:spPr>
          <a:xfrm xmlns:a="http://schemas.openxmlformats.org/drawingml/2006/main">
            <a:off x="7258685" y="3895725"/>
            <a:ext cx="1234440" cy="32385"/>
          </a:xfrm>
          <a:prstGeom xmlns:a="http://schemas.openxmlformats.org/drawingml/2006/main" prst="rect">
            <a:avLst/>
          </a:prstGeom>
          <a:solidFill xmlns:a="http://schemas.openxmlformats.org/drawingml/2006/main">
            <a:srgbClr val="117CB4"/>
          </a:solidFill>
          <a:ln xmlns:a="http://schemas.openxmlformats.org/drawingml/2006/main" w="0">
            <a:noFill/>
            <a:prstDash val="solid"/>
          </a:ln>
        </p:spPr>
      </p:sp>
      <p:sp>
        <p:nvSpPr>
          <p:cNvPr id="57" name="pdf-text-0057">
            <a:extLst xmlns:a="http://schemas.openxmlformats.org/drawingml/2006/main">
              <a:ext uri="{FF2B5EF4-FFF2-40B4-BE49-F238E27FC236}">
                <a16:creationId xmlns:a16="http://schemas.microsoft.com/office/drawing/2014/main" id="{254F671D-77E8-497A-8D70-8C93D88832B8}"/>
              </a:ext>
            </a:extLst>
          </p:cNvPr>
          <p:cNvSpPr>
            <a:spLocks xmlns:a="http://schemas.openxmlformats.org/drawingml/2006/main" noGrp="1"/>
          </p:cNvSpPr>
          <p:nvPr/>
        </p:nvSpPr>
        <p:spPr>
          <a:xfrm xmlns:a="http://schemas.openxmlformats.org/drawingml/2006/main">
            <a:off x="754380" y="1785958"/>
            <a:ext cx="548643"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0" i="0">
                <a:solidFill>
                  <a:srgbClr val="FFFFFF"/>
                </a:solidFill>
                <a:latin typeface="KaiTi"/>
                <a:ea typeface="KaiTi"/>
                <a:cs typeface="KaiTi"/>
              </a:defRPr>
            </a:pPr>
            <a:r>
              <a:rPr sz="2004" b="0" i="0">
                <a:solidFill>
                  <a:srgbClr val="FFFFFF"/>
                </a:solidFill>
                <a:latin typeface="KaiTi"/>
                <a:ea typeface="KaiTi"/>
                <a:cs typeface="KaiTi"/>
              </a:rPr>
              <a:t>石瑞</a:t>
            </a:r>
          </a:p>
        </p:txBody>
      </p:sp>
      <p:sp>
        <p:nvSpPr>
          <p:cNvPr id="58" name="pdf-text-0058">
            <a:extLst xmlns:a="http://schemas.openxmlformats.org/drawingml/2006/main">
              <a:ext uri="{FF2B5EF4-FFF2-40B4-BE49-F238E27FC236}">
                <a16:creationId xmlns:a16="http://schemas.microsoft.com/office/drawing/2014/main" id="{22D4C4C4-11BB-4E26-8430-587302215CE4}"/>
              </a:ext>
            </a:extLst>
          </p:cNvPr>
          <p:cNvSpPr>
            <a:spLocks xmlns:a="http://schemas.openxmlformats.org/drawingml/2006/main" noGrp="1"/>
          </p:cNvSpPr>
          <p:nvPr/>
        </p:nvSpPr>
        <p:spPr>
          <a:xfrm xmlns:a="http://schemas.openxmlformats.org/drawingml/2006/main">
            <a:off x="463296" y="2101700"/>
            <a:ext cx="57758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创始人</a:t>
            </a:r>
          </a:p>
        </p:txBody>
      </p:sp>
      <p:sp>
        <p:nvSpPr>
          <p:cNvPr id="59" name="pdf-text-0059">
            <a:extLst xmlns:a="http://schemas.openxmlformats.org/drawingml/2006/main">
              <a:ext uri="{FF2B5EF4-FFF2-40B4-BE49-F238E27FC236}">
                <a16:creationId xmlns:a16="http://schemas.microsoft.com/office/drawing/2014/main" id="{F5EEDA38-E61C-44C0-9659-574D1A6F9DA8}"/>
              </a:ext>
            </a:extLst>
          </p:cNvPr>
          <p:cNvSpPr>
            <a:spLocks xmlns:a="http://schemas.openxmlformats.org/drawingml/2006/main" noGrp="1"/>
          </p:cNvSpPr>
          <p:nvPr/>
        </p:nvSpPr>
        <p:spPr>
          <a:xfrm xmlns:a="http://schemas.openxmlformats.org/drawingml/2006/main">
            <a:off x="1002792" y="2112501"/>
            <a:ext cx="59287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FFFFFF"/>
                </a:solidFill>
                <a:latin typeface="TimesNewRomanPSMT"/>
                <a:ea typeface="TimesNewRomanPSMT"/>
                <a:cs typeface="TimesNewRomanPSMT"/>
              </a:defRPr>
            </a:pPr>
            <a:r>
              <a:rPr sz="1404" b="1" i="0">
                <a:solidFill>
                  <a:srgbClr val="FFFFFF"/>
                </a:solidFill>
                <a:latin typeface="TimesNewRomanPSMT"/>
                <a:ea typeface="TimesNewRomanPSMT"/>
                <a:cs typeface="TimesNewRomanPSMT"/>
              </a:rPr>
              <a:t> |  CEO</a:t>
            </a:r>
          </a:p>
        </p:txBody>
      </p:sp>
      <p:pic>
        <p:nvPicPr>
          <p:cNvPr id="219" name=""/>
          <p:cNvPicPr>
            <a:picLocks xmlns:a="http://schemas.openxmlformats.org/drawingml/2006/main" noChangeAspect="1"/>
          </p:cNvPicPr>
          <p:nvPr/>
        </p:nvPicPr>
        <p:blipFill>
          <a:blip xmlns:r="http://schemas.openxmlformats.org/officeDocument/2006/relationships" xmlns:a="http://schemas.openxmlformats.org/drawingml/2006/main" r:embed="R09871941c6ea45ee"/>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61" name="pdf-text-0061">
            <a:extLst xmlns:a="http://schemas.openxmlformats.org/drawingml/2006/main">
              <a:ext uri="{FF2B5EF4-FFF2-40B4-BE49-F238E27FC236}">
                <a16:creationId xmlns:a16="http://schemas.microsoft.com/office/drawing/2014/main" id="{BD63E6C9-17E7-44B3-8524-9CE5F5E6F466}"/>
              </a:ext>
            </a:extLst>
          </p:cNvPr>
          <p:cNvSpPr>
            <a:spLocks xmlns:a="http://schemas.openxmlformats.org/drawingml/2006/main" noGrp="1"/>
          </p:cNvSpPr>
          <p:nvPr/>
        </p:nvSpPr>
        <p:spPr>
          <a:xfrm xmlns:a="http://schemas.openxmlformats.org/drawingml/2006/main">
            <a:off x="594510" y="320541"/>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核心团队</a:t>
            </a:r>
          </a:p>
        </p:txBody>
      </p:sp>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f3f283e208a6438a"/>
          <a:srcRect xmlns:a="http://schemas.openxmlformats.org/drawingml/2006/main" l="0" t="1" r="0" b="1"/>
          <a:stretch xmlns:a="http://schemas.openxmlformats.org/drawingml/2006/main">
            <a:fillRect l="0" t="0" r="0" b="0"/>
          </a:stretch>
        </p:blipFill>
        <p:spPr>
          <a:xfrm xmlns:a="http://schemas.openxmlformats.org/drawingml/2006/main">
            <a:off x="9253728" y="1068325"/>
            <a:ext cx="2570988" cy="2522220"/>
          </a:xfrm>
          <a:prstGeom xmlns:a="http://schemas.openxmlformats.org/drawingml/2006/main" prst="rect">
            <a:avLst/>
          </a:prstGeom>
        </p:spPr>
      </p:pic>
      <p:pic>
        <p:nvPicPr>
          <p:cNvPr id="222" name=""/>
          <p:cNvPicPr>
            <a:picLocks xmlns:a="http://schemas.openxmlformats.org/drawingml/2006/main" noChangeAspect="1"/>
          </p:cNvPicPr>
          <p:nvPr/>
        </p:nvPicPr>
        <p:blipFill>
          <a:blip xmlns:r="http://schemas.openxmlformats.org/officeDocument/2006/relationships" xmlns:a="http://schemas.openxmlformats.org/drawingml/2006/main" r:embed="Rc675cae69a754120">
            <a:extLst>
              <a:ext uri="{96DAC541-7B7A-43D3-8B79-37D633B846F1}">
                <asvg:svgBlip xmlns:asvg="http://schemas.microsoft.com/office/drawing/2016/SVG/main" r:embed="Re818fb7d869f4b82"/>
              </a:ext>
            </a:extLst>
          </a:blip>
          <a:stretch xmlns:a="http://schemas.openxmlformats.org/drawingml/2006/main"/>
        </p:blipFill>
        <p:spPr>
          <a:xfrm xmlns:a="http://schemas.openxmlformats.org/drawingml/2006/main">
            <a:off x="9279890" y="1082669"/>
            <a:ext cx="2518410" cy="2468880"/>
          </a:xfrm>
          <a:prstGeom xmlns:a="http://schemas.openxmlformats.org/drawingml/2006/main" prst="rect">
            <a:avLst/>
          </a:prstGeom>
        </p:spPr>
      </p:pic>
      <p:sp>
        <p:nvSpPr>
          <p:cNvPr id="64" name="pdf-text-0064">
            <a:extLst xmlns:a="http://schemas.openxmlformats.org/drawingml/2006/main">
              <a:ext uri="{FF2B5EF4-FFF2-40B4-BE49-F238E27FC236}">
                <a16:creationId xmlns:a16="http://schemas.microsoft.com/office/drawing/2014/main" id="{01FD97EC-B96F-4FCC-B4A8-6D5B590C7CC4}"/>
              </a:ext>
            </a:extLst>
          </p:cNvPr>
          <p:cNvSpPr>
            <a:spLocks xmlns:a="http://schemas.openxmlformats.org/drawingml/2006/main" noGrp="1"/>
          </p:cNvSpPr>
          <p:nvPr/>
        </p:nvSpPr>
        <p:spPr>
          <a:xfrm xmlns:a="http://schemas.openxmlformats.org/drawingml/2006/main">
            <a:off x="9378948" y="1930672"/>
            <a:ext cx="8237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1C2140"/>
                </a:solidFill>
                <a:latin typeface="Arial"/>
                <a:ea typeface="Arial"/>
                <a:cs typeface="Arial"/>
              </a:defRPr>
            </a:pPr>
            <a:r>
              <a:rPr sz="996" b="0" i="0">
                <a:solidFill>
                  <a:srgbClr val="1C2140"/>
                </a:solidFill>
                <a:latin typeface="Arial"/>
                <a:ea typeface="Arial"/>
                <a:cs typeface="Arial"/>
              </a:rPr>
              <a:t>•</a:t>
            </a:r>
          </a:p>
        </p:txBody>
      </p:sp>
      <p:sp>
        <p:nvSpPr>
          <p:cNvPr id="65" name="pdf-text-0065">
            <a:extLst xmlns:a="http://schemas.openxmlformats.org/drawingml/2006/main">
              <a:ext uri="{FF2B5EF4-FFF2-40B4-BE49-F238E27FC236}">
                <a16:creationId xmlns:a16="http://schemas.microsoft.com/office/drawing/2014/main" id="{9D82D882-B3D1-4F32-8D6C-84EC8348D62E}"/>
              </a:ext>
            </a:extLst>
          </p:cNvPr>
          <p:cNvSpPr>
            <a:spLocks xmlns:a="http://schemas.openxmlformats.org/drawingml/2006/main" noGrp="1"/>
          </p:cNvSpPr>
          <p:nvPr/>
        </p:nvSpPr>
        <p:spPr>
          <a:xfrm xmlns:a="http://schemas.openxmlformats.org/drawingml/2006/main">
            <a:off x="9665453" y="1929384"/>
            <a:ext cx="16535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10</a:t>
            </a:r>
          </a:p>
        </p:txBody>
      </p:sp>
      <p:sp>
        <p:nvSpPr>
          <p:cNvPr id="66" name="pdf-text-0066">
            <a:extLst xmlns:a="http://schemas.openxmlformats.org/drawingml/2006/main">
              <a:ext uri="{FF2B5EF4-FFF2-40B4-BE49-F238E27FC236}">
                <a16:creationId xmlns:a16="http://schemas.microsoft.com/office/drawing/2014/main" id="{56692FFD-CED3-464F-9AE8-F0421424B9E7}"/>
              </a:ext>
            </a:extLst>
          </p:cNvPr>
          <p:cNvSpPr>
            <a:spLocks xmlns:a="http://schemas.openxmlformats.org/drawingml/2006/main" noGrp="1"/>
          </p:cNvSpPr>
          <p:nvPr/>
        </p:nvSpPr>
        <p:spPr>
          <a:xfrm xmlns:a="http://schemas.openxmlformats.org/drawingml/2006/main">
            <a:off x="9796498" y="1922870"/>
            <a:ext cx="185767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年高精度量检测设备软件架构经</a:t>
            </a:r>
          </a:p>
        </p:txBody>
      </p:sp>
      <p:sp>
        <p:nvSpPr>
          <p:cNvPr id="67" name="pdf-text-0067">
            <a:extLst xmlns:a="http://schemas.openxmlformats.org/drawingml/2006/main">
              <a:ext uri="{FF2B5EF4-FFF2-40B4-BE49-F238E27FC236}">
                <a16:creationId xmlns:a16="http://schemas.microsoft.com/office/drawing/2014/main" id="{D6F3814C-8588-49CC-B1BD-1E62D4E31C7A}"/>
              </a:ext>
            </a:extLst>
          </p:cNvPr>
          <p:cNvSpPr>
            <a:spLocks xmlns:a="http://schemas.openxmlformats.org/drawingml/2006/main" noGrp="1"/>
          </p:cNvSpPr>
          <p:nvPr/>
        </p:nvSpPr>
        <p:spPr>
          <a:xfrm xmlns:a="http://schemas.openxmlformats.org/drawingml/2006/main">
            <a:off x="9665453" y="2151441"/>
            <a:ext cx="198874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验，层任职天准科技软件架构师，</a:t>
            </a:r>
          </a:p>
        </p:txBody>
      </p:sp>
      <p:sp>
        <p:nvSpPr>
          <p:cNvPr id="68" name="pdf-text-0068">
            <a:extLst xmlns:a="http://schemas.openxmlformats.org/drawingml/2006/main">
              <a:ext uri="{FF2B5EF4-FFF2-40B4-BE49-F238E27FC236}">
                <a16:creationId xmlns:a16="http://schemas.microsoft.com/office/drawing/2014/main" id="{769599E5-422E-40CF-9641-F19CF362EB30}"/>
              </a:ext>
            </a:extLst>
          </p:cNvPr>
          <p:cNvSpPr>
            <a:spLocks xmlns:a="http://schemas.openxmlformats.org/drawingml/2006/main" noGrp="1"/>
          </p:cNvSpPr>
          <p:nvPr/>
        </p:nvSpPr>
        <p:spPr>
          <a:xfrm xmlns:a="http://schemas.openxmlformats.org/drawingml/2006/main">
            <a:off x="9665333" y="2380012"/>
            <a:ext cx="70091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负责高精度</a:t>
            </a:r>
          </a:p>
        </p:txBody>
      </p:sp>
      <p:sp>
        <p:nvSpPr>
          <p:cNvPr id="69" name="pdf-text-0069">
            <a:extLst xmlns:a="http://schemas.openxmlformats.org/drawingml/2006/main">
              <a:ext uri="{FF2B5EF4-FFF2-40B4-BE49-F238E27FC236}">
                <a16:creationId xmlns:a16="http://schemas.microsoft.com/office/drawing/2014/main" id="{C8684DD1-E232-47FE-89F3-956040D5A543}"/>
              </a:ext>
            </a:extLst>
          </p:cNvPr>
          <p:cNvSpPr>
            <a:spLocks xmlns:a="http://schemas.openxmlformats.org/drawingml/2006/main" noGrp="1"/>
          </p:cNvSpPr>
          <p:nvPr/>
        </p:nvSpPr>
        <p:spPr>
          <a:xfrm xmlns:a="http://schemas.openxmlformats.org/drawingml/2006/main">
            <a:off x="10335742" y="2386526"/>
            <a:ext cx="24786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LDI</a:t>
            </a:r>
          </a:p>
        </p:txBody>
      </p:sp>
      <p:sp>
        <p:nvSpPr>
          <p:cNvPr id="70" name="pdf-text-0070">
            <a:extLst xmlns:a="http://schemas.openxmlformats.org/drawingml/2006/main">
              <a:ext uri="{FF2B5EF4-FFF2-40B4-BE49-F238E27FC236}">
                <a16:creationId xmlns:a16="http://schemas.microsoft.com/office/drawing/2014/main" id="{3047D73B-461E-4FF4-A475-A84E01637645}"/>
              </a:ext>
            </a:extLst>
          </p:cNvPr>
          <p:cNvSpPr>
            <a:spLocks xmlns:a="http://schemas.openxmlformats.org/drawingml/2006/main" noGrp="1"/>
          </p:cNvSpPr>
          <p:nvPr/>
        </p:nvSpPr>
        <p:spPr>
          <a:xfrm xmlns:a="http://schemas.openxmlformats.org/drawingml/2006/main">
            <a:off x="10552295" y="2380012"/>
            <a:ext cx="110189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曝光光刻设备、多</a:t>
            </a:r>
          </a:p>
        </p:txBody>
      </p:sp>
      <p:sp>
        <p:nvSpPr>
          <p:cNvPr id="71" name="pdf-text-0071">
            <a:extLst xmlns:a="http://schemas.openxmlformats.org/drawingml/2006/main">
              <a:ext uri="{FF2B5EF4-FFF2-40B4-BE49-F238E27FC236}">
                <a16:creationId xmlns:a16="http://schemas.microsoft.com/office/drawing/2014/main" id="{A8942F18-5B84-44CB-AEEA-1248A6C5C447}"/>
              </a:ext>
            </a:extLst>
          </p:cNvPr>
          <p:cNvSpPr>
            <a:spLocks xmlns:a="http://schemas.openxmlformats.org/drawingml/2006/main" noGrp="1"/>
          </p:cNvSpPr>
          <p:nvPr/>
        </p:nvSpPr>
        <p:spPr>
          <a:xfrm xmlns:a="http://schemas.openxmlformats.org/drawingml/2006/main">
            <a:off x="9665333" y="2608583"/>
            <a:ext cx="134564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轴运动控制系统等，对</a:t>
            </a:r>
          </a:p>
        </p:txBody>
      </p:sp>
      <p:sp>
        <p:nvSpPr>
          <p:cNvPr id="72" name="pdf-text-0072">
            <a:extLst xmlns:a="http://schemas.openxmlformats.org/drawingml/2006/main">
              <a:ext uri="{FF2B5EF4-FFF2-40B4-BE49-F238E27FC236}">
                <a16:creationId xmlns:a16="http://schemas.microsoft.com/office/drawing/2014/main" id="{CCDDD7A2-9047-44DA-857E-B3587DDD5BD3}"/>
              </a:ext>
            </a:extLst>
          </p:cNvPr>
          <p:cNvSpPr>
            <a:spLocks xmlns:a="http://schemas.openxmlformats.org/drawingml/2006/main" noGrp="1"/>
          </p:cNvSpPr>
          <p:nvPr/>
        </p:nvSpPr>
        <p:spPr>
          <a:xfrm xmlns:a="http://schemas.openxmlformats.org/drawingml/2006/main">
            <a:off x="10978953" y="2615097"/>
            <a:ext cx="28217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ACS</a:t>
            </a:r>
          </a:p>
        </p:txBody>
      </p:sp>
      <p:sp>
        <p:nvSpPr>
          <p:cNvPr id="73" name="pdf-text-0073">
            <a:extLst xmlns:a="http://schemas.openxmlformats.org/drawingml/2006/main">
              <a:ext uri="{FF2B5EF4-FFF2-40B4-BE49-F238E27FC236}">
                <a16:creationId xmlns:a16="http://schemas.microsoft.com/office/drawing/2014/main" id="{A534E951-0612-4FD1-BBE0-11ED9557FD35}"/>
              </a:ext>
            </a:extLst>
          </p:cNvPr>
          <p:cNvSpPr>
            <a:spLocks xmlns:a="http://schemas.openxmlformats.org/drawingml/2006/main" noGrp="1"/>
          </p:cNvSpPr>
          <p:nvPr/>
        </p:nvSpPr>
        <p:spPr>
          <a:xfrm xmlns:a="http://schemas.openxmlformats.org/drawingml/2006/main">
            <a:off x="11227384" y="2608583"/>
            <a:ext cx="42668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等运控</a:t>
            </a:r>
          </a:p>
        </p:txBody>
      </p:sp>
      <p:sp>
        <p:nvSpPr>
          <p:cNvPr id="74" name="pdf-text-0074">
            <a:extLst xmlns:a="http://schemas.openxmlformats.org/drawingml/2006/main">
              <a:ext uri="{FF2B5EF4-FFF2-40B4-BE49-F238E27FC236}">
                <a16:creationId xmlns:a16="http://schemas.microsoft.com/office/drawing/2014/main" id="{6AE5C599-D5B4-4DAD-B04F-E4AD41C1BCA0}"/>
              </a:ext>
            </a:extLst>
          </p:cNvPr>
          <p:cNvSpPr>
            <a:spLocks xmlns:a="http://schemas.openxmlformats.org/drawingml/2006/main" noGrp="1"/>
          </p:cNvSpPr>
          <p:nvPr/>
        </p:nvSpPr>
        <p:spPr>
          <a:xfrm xmlns:a="http://schemas.openxmlformats.org/drawingml/2006/main">
            <a:off x="9665334" y="2837154"/>
            <a:ext cx="198878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系统有深入研究，众多量检测软件</a:t>
            </a:r>
          </a:p>
        </p:txBody>
      </p:sp>
      <p:sp>
        <p:nvSpPr>
          <p:cNvPr id="75" name="pdf-text-0075">
            <a:extLst xmlns:a="http://schemas.openxmlformats.org/drawingml/2006/main">
              <a:ext uri="{FF2B5EF4-FFF2-40B4-BE49-F238E27FC236}">
                <a16:creationId xmlns:a16="http://schemas.microsoft.com/office/drawing/2014/main" id="{3BD56BAF-9C09-492F-8F5F-18B35395A893}"/>
              </a:ext>
            </a:extLst>
          </p:cNvPr>
          <p:cNvSpPr>
            <a:spLocks xmlns:a="http://schemas.openxmlformats.org/drawingml/2006/main" noGrp="1"/>
          </p:cNvSpPr>
          <p:nvPr/>
        </p:nvSpPr>
        <p:spPr>
          <a:xfrm xmlns:a="http://schemas.openxmlformats.org/drawingml/2006/main">
            <a:off x="9665334" y="3065725"/>
            <a:ext cx="9265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设计开发经验。</a:t>
            </a:r>
          </a:p>
        </p:txBody>
      </p:sp>
      <p:sp>
        <p:nvSpPr>
          <p:cNvPr id="76" name="pdf-text-0076">
            <a:extLst xmlns:a="http://schemas.openxmlformats.org/drawingml/2006/main">
              <a:ext uri="{FF2B5EF4-FFF2-40B4-BE49-F238E27FC236}">
                <a16:creationId xmlns:a16="http://schemas.microsoft.com/office/drawing/2014/main" id="{A1D28459-8C1A-4EBF-81B5-390558D6EBFB}"/>
              </a:ext>
            </a:extLst>
          </p:cNvPr>
          <p:cNvSpPr>
            <a:spLocks xmlns:a="http://schemas.openxmlformats.org/drawingml/2006/main" noGrp="1"/>
          </p:cNvSpPr>
          <p:nvPr/>
        </p:nvSpPr>
        <p:spPr>
          <a:xfrm xmlns:a="http://schemas.openxmlformats.org/drawingml/2006/main">
            <a:off x="10304461" y="1275929"/>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陆</a:t>
            </a:r>
          </a:p>
        </p:txBody>
      </p:sp>
      <p:sp>
        <p:nvSpPr>
          <p:cNvPr id="77" name="pdf-text-0077">
            <a:extLst xmlns:a="http://schemas.openxmlformats.org/drawingml/2006/main">
              <a:ext uri="{FF2B5EF4-FFF2-40B4-BE49-F238E27FC236}">
                <a16:creationId xmlns:a16="http://schemas.microsoft.com/office/drawing/2014/main" id="{D0492CA7-010B-42F3-BB50-93071A44E48F}"/>
              </a:ext>
            </a:extLst>
          </p:cNvPr>
          <p:cNvSpPr>
            <a:spLocks xmlns:a="http://schemas.openxmlformats.org/drawingml/2006/main" noGrp="1"/>
          </p:cNvSpPr>
          <p:nvPr/>
        </p:nvSpPr>
        <p:spPr>
          <a:xfrm xmlns:a="http://schemas.openxmlformats.org/drawingml/2006/main">
            <a:off x="10485819" y="1286731"/>
            <a:ext cx="29486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XX</a:t>
            </a:r>
          </a:p>
        </p:txBody>
      </p:sp>
      <p:sp>
        <p:nvSpPr>
          <p:cNvPr id="78" name="pdf-text-0078">
            <a:extLst xmlns:a="http://schemas.openxmlformats.org/drawingml/2006/main">
              <a:ext uri="{FF2B5EF4-FFF2-40B4-BE49-F238E27FC236}">
                <a16:creationId xmlns:a16="http://schemas.microsoft.com/office/drawing/2014/main" id="{AD3EEA65-2C8E-4B95-81E9-D354E8ABB9CD}"/>
              </a:ext>
            </a:extLst>
          </p:cNvPr>
          <p:cNvSpPr>
            <a:spLocks xmlns:a="http://schemas.openxmlformats.org/drawingml/2006/main" noGrp="1"/>
          </p:cNvSpPr>
          <p:nvPr/>
        </p:nvSpPr>
        <p:spPr>
          <a:xfrm xmlns:a="http://schemas.openxmlformats.org/drawingml/2006/main">
            <a:off x="9761919" y="153653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212121"/>
                </a:solidFill>
                <a:latin typeface="KaiTi"/>
                <a:ea typeface="KaiTi"/>
                <a:cs typeface="KaiTi"/>
              </a:defRPr>
            </a:pPr>
            <a:r>
              <a:rPr sz="1200" b="0" i="0">
                <a:solidFill>
                  <a:srgbClr val="212121"/>
                </a:solidFill>
                <a:latin typeface="KaiTi"/>
                <a:ea typeface="KaiTi"/>
                <a:cs typeface="KaiTi"/>
              </a:rPr>
              <a:t>量检测设备软件负责人</a:t>
            </a:r>
          </a:p>
        </p:txBody>
      </p:sp>
      <p:sp>
        <p:nvSpPr>
          <p:cNvPr id="79" name="pdf-vector-0079">
            <a:extLst xmlns:a="http://schemas.openxmlformats.org/drawingml/2006/main">
              <a:ext uri="{FF2B5EF4-FFF2-40B4-BE49-F238E27FC236}">
                <a16:creationId xmlns:a16="http://schemas.microsoft.com/office/drawing/2014/main" id="{5869B9EF-F34F-442C-B5AC-B1CFEAAFFF90}"/>
              </a:ext>
            </a:extLst>
          </p:cNvPr>
          <p:cNvSpPr>
            <a:spLocks xmlns:a="http://schemas.openxmlformats.org/drawingml/2006/main" noGrp="1"/>
          </p:cNvSpPr>
          <p:nvPr/>
        </p:nvSpPr>
        <p:spPr>
          <a:xfrm xmlns:a="http://schemas.openxmlformats.org/drawingml/2006/main">
            <a:off x="9281160" y="1809115"/>
            <a:ext cx="2469515" cy="953"/>
          </a:xfrm>
          <a:custGeom xmlns:a="http://schemas.openxmlformats.org/drawingml/2006/main">
            <a:pathLst>
              <a:path w="2469515" h="953">
                <a:moveTo>
                  <a:pt x="0" y="0"/>
                </a:moveTo>
                <a:lnTo>
                  <a:pt x="2469515" y="0"/>
                </a:lnTo>
              </a:path>
            </a:pathLst>
          </a:custGeom>
          <a:noFill xmlns:a="http://schemas.openxmlformats.org/drawingml/2006/main"/>
          <a:ln xmlns:a="http://schemas.openxmlformats.org/drawingml/2006/main" w="9525">
            <a:solidFill>
              <a:srgbClr val="DADADA"/>
            </a:solidFill>
            <a:prstDash val="solid"/>
          </a:ln>
        </p:spPr>
      </p:sp>
      <p:sp>
        <p:nvSpPr>
          <p:cNvPr id="80" name="pdf-vector-0080">
            <a:extLst xmlns:a="http://schemas.openxmlformats.org/drawingml/2006/main">
              <a:ext uri="{FF2B5EF4-FFF2-40B4-BE49-F238E27FC236}">
                <a16:creationId xmlns:a16="http://schemas.microsoft.com/office/drawing/2014/main" id="{B32F0E00-9546-46EB-BFE5-BB1F528545D9}"/>
              </a:ext>
            </a:extLst>
          </p:cNvPr>
          <p:cNvSpPr>
            <a:spLocks xmlns:a="http://schemas.openxmlformats.org/drawingml/2006/main" noGrp="1"/>
          </p:cNvSpPr>
          <p:nvPr/>
        </p:nvSpPr>
        <p:spPr>
          <a:xfrm xmlns:a="http://schemas.openxmlformats.org/drawingml/2006/main">
            <a:off x="9907270" y="1126490"/>
            <a:ext cx="1234440" cy="32385"/>
          </a:xfrm>
          <a:prstGeom xmlns:a="http://schemas.openxmlformats.org/drawingml/2006/main" prst="rect">
            <a:avLst/>
          </a:prstGeom>
          <a:solidFill xmlns:a="http://schemas.openxmlformats.org/drawingml/2006/main">
            <a:srgbClr val="117CB4"/>
          </a:solidFill>
          <a:ln xmlns:a="http://schemas.openxmlformats.org/drawingml/2006/main" w="0">
            <a:noFill/>
            <a:prstDash val="solid"/>
          </a:ln>
        </p:spPr>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3c583e7d1933429a"/>
          <a:srcRect xmlns:a="http://schemas.openxmlformats.org/drawingml/2006/main" l="0" t="30" r="0" b="30"/>
          <a:stretch xmlns:a="http://schemas.openxmlformats.org/drawingml/2006/main">
            <a:fillRect l="0" t="0" r="0" b="0"/>
          </a:stretch>
        </p:blipFill>
        <p:spPr>
          <a:xfrm xmlns:a="http://schemas.openxmlformats.org/drawingml/2006/main">
            <a:off x="3965447" y="3869436"/>
            <a:ext cx="2572512" cy="2522220"/>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c03cf9ff5529488e">
            <a:extLst>
              <a:ext uri="{96DAC541-7B7A-43D3-8B79-37D633B846F1}">
                <asvg:svgBlip xmlns:asvg="http://schemas.microsoft.com/office/drawing/2016/SVG/main" r:embed="R9ad6ae2106064abf"/>
              </a:ext>
            </a:extLst>
          </a:blip>
          <a:stretch xmlns:a="http://schemas.openxmlformats.org/drawingml/2006/main"/>
        </p:blipFill>
        <p:spPr>
          <a:xfrm xmlns:a="http://schemas.openxmlformats.org/drawingml/2006/main">
            <a:off x="3992880" y="3883019"/>
            <a:ext cx="2518410" cy="2468880"/>
          </a:xfrm>
          <a:prstGeom xmlns:a="http://schemas.openxmlformats.org/drawingml/2006/main" prst="rect">
            <a:avLst/>
          </a:prstGeom>
        </p:spPr>
      </p:pic>
      <p:sp>
        <p:nvSpPr>
          <p:cNvPr id="83" name="pdf-text-0083">
            <a:extLst xmlns:a="http://schemas.openxmlformats.org/drawingml/2006/main">
              <a:ext uri="{FF2B5EF4-FFF2-40B4-BE49-F238E27FC236}">
                <a16:creationId xmlns:a16="http://schemas.microsoft.com/office/drawing/2014/main" id="{F2D73A65-931D-4653-A863-32E372BE182B}"/>
              </a:ext>
            </a:extLst>
          </p:cNvPr>
          <p:cNvSpPr>
            <a:spLocks xmlns:a="http://schemas.openxmlformats.org/drawingml/2006/main" noGrp="1"/>
          </p:cNvSpPr>
          <p:nvPr/>
        </p:nvSpPr>
        <p:spPr>
          <a:xfrm xmlns:a="http://schemas.openxmlformats.org/drawingml/2006/main">
            <a:off x="4097020" y="4731657"/>
            <a:ext cx="8237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1C2140"/>
                </a:solidFill>
                <a:latin typeface="Arial"/>
                <a:ea typeface="Arial"/>
                <a:cs typeface="Arial"/>
              </a:defRPr>
            </a:pPr>
            <a:r>
              <a:rPr sz="996" b="0" i="0">
                <a:solidFill>
                  <a:srgbClr val="1C2140"/>
                </a:solidFill>
                <a:latin typeface="Arial"/>
                <a:ea typeface="Arial"/>
                <a:cs typeface="Arial"/>
              </a:rPr>
              <a:t>•</a:t>
            </a:r>
          </a:p>
        </p:txBody>
      </p:sp>
      <p:sp>
        <p:nvSpPr>
          <p:cNvPr id="84" name="pdf-text-0084">
            <a:extLst xmlns:a="http://schemas.openxmlformats.org/drawingml/2006/main">
              <a:ext uri="{FF2B5EF4-FFF2-40B4-BE49-F238E27FC236}">
                <a16:creationId xmlns:a16="http://schemas.microsoft.com/office/drawing/2014/main" id="{1EF37A5F-72DE-41B3-8E79-91053166FF2E}"/>
              </a:ext>
            </a:extLst>
          </p:cNvPr>
          <p:cNvSpPr>
            <a:spLocks xmlns:a="http://schemas.openxmlformats.org/drawingml/2006/main" noGrp="1"/>
          </p:cNvSpPr>
          <p:nvPr/>
        </p:nvSpPr>
        <p:spPr>
          <a:xfrm xmlns:a="http://schemas.openxmlformats.org/drawingml/2006/main">
            <a:off x="4383524" y="4723855"/>
            <a:ext cx="198885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技术研发与商业运营双栖专家，深</a:t>
            </a:r>
          </a:p>
        </p:txBody>
      </p:sp>
      <p:sp>
        <p:nvSpPr>
          <p:cNvPr id="85" name="pdf-text-0085">
            <a:extLst xmlns:a="http://schemas.openxmlformats.org/drawingml/2006/main">
              <a:ext uri="{FF2B5EF4-FFF2-40B4-BE49-F238E27FC236}">
                <a16:creationId xmlns:a16="http://schemas.microsoft.com/office/drawing/2014/main" id="{37E6F2D4-B23A-4AC8-BB00-D2BB86D9D6CE}"/>
              </a:ext>
            </a:extLst>
          </p:cNvPr>
          <p:cNvSpPr>
            <a:spLocks xmlns:a="http://schemas.openxmlformats.org/drawingml/2006/main" noGrp="1"/>
          </p:cNvSpPr>
          <p:nvPr/>
        </p:nvSpPr>
        <p:spPr>
          <a:xfrm xmlns:a="http://schemas.openxmlformats.org/drawingml/2006/main">
            <a:off x="4383524" y="4952426"/>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耕</a:t>
            </a:r>
          </a:p>
        </p:txBody>
      </p:sp>
      <p:sp>
        <p:nvSpPr>
          <p:cNvPr id="86" name="pdf-text-0086">
            <a:extLst xmlns:a="http://schemas.openxmlformats.org/drawingml/2006/main">
              <a:ext uri="{FF2B5EF4-FFF2-40B4-BE49-F238E27FC236}">
                <a16:creationId xmlns:a16="http://schemas.microsoft.com/office/drawing/2014/main" id="{A5B4B78D-DA1E-4B3B-900D-9F5A355BE794}"/>
              </a:ext>
            </a:extLst>
          </p:cNvPr>
          <p:cNvSpPr>
            <a:spLocks xmlns:a="http://schemas.openxmlformats.org/drawingml/2006/main" noGrp="1"/>
          </p:cNvSpPr>
          <p:nvPr/>
        </p:nvSpPr>
        <p:spPr>
          <a:xfrm xmlns:a="http://schemas.openxmlformats.org/drawingml/2006/main">
            <a:off x="4523677" y="4958940"/>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3D</a:t>
            </a:r>
          </a:p>
        </p:txBody>
      </p:sp>
      <p:sp>
        <p:nvSpPr>
          <p:cNvPr id="87" name="pdf-text-0087">
            <a:extLst xmlns:a="http://schemas.openxmlformats.org/drawingml/2006/main">
              <a:ext uri="{FF2B5EF4-FFF2-40B4-BE49-F238E27FC236}">
                <a16:creationId xmlns:a16="http://schemas.microsoft.com/office/drawing/2014/main" id="{A6014274-5A84-4215-BD18-3A9620DF510C}"/>
              </a:ext>
            </a:extLst>
          </p:cNvPr>
          <p:cNvSpPr>
            <a:spLocks xmlns:a="http://schemas.openxmlformats.org/drawingml/2006/main" noGrp="1"/>
          </p:cNvSpPr>
          <p:nvPr/>
        </p:nvSpPr>
        <p:spPr>
          <a:xfrm xmlns:a="http://schemas.openxmlformats.org/drawingml/2006/main">
            <a:off x="4689761" y="4952426"/>
            <a:ext cx="154980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相机硬件研发十年，精通</a:t>
            </a:r>
          </a:p>
        </p:txBody>
      </p:sp>
      <p:sp>
        <p:nvSpPr>
          <p:cNvPr id="88" name="pdf-text-0088">
            <a:extLst xmlns:a="http://schemas.openxmlformats.org/drawingml/2006/main">
              <a:ext uri="{FF2B5EF4-FFF2-40B4-BE49-F238E27FC236}">
                <a16:creationId xmlns:a16="http://schemas.microsoft.com/office/drawing/2014/main" id="{E23AE9DA-974F-48CA-9A70-BFA9FE1F2E11}"/>
              </a:ext>
            </a:extLst>
          </p:cNvPr>
          <p:cNvSpPr>
            <a:spLocks xmlns:a="http://schemas.openxmlformats.org/drawingml/2006/main" noGrp="1"/>
          </p:cNvSpPr>
          <p:nvPr/>
        </p:nvSpPr>
        <p:spPr>
          <a:xfrm xmlns:a="http://schemas.openxmlformats.org/drawingml/2006/main">
            <a:off x="6213618" y="4958940"/>
            <a:ext cx="15946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TI</a:t>
            </a:r>
          </a:p>
        </p:txBody>
      </p:sp>
      <p:sp>
        <p:nvSpPr>
          <p:cNvPr id="89" name="pdf-text-0089">
            <a:extLst xmlns:a="http://schemas.openxmlformats.org/drawingml/2006/main">
              <a:ext uri="{FF2B5EF4-FFF2-40B4-BE49-F238E27FC236}">
                <a16:creationId xmlns:a16="http://schemas.microsoft.com/office/drawing/2014/main" id="{F8EDA322-2121-42C4-89EC-3B7C55BEF686}"/>
              </a:ext>
            </a:extLst>
          </p:cNvPr>
          <p:cNvSpPr>
            <a:spLocks xmlns:a="http://schemas.openxmlformats.org/drawingml/2006/main" noGrp="1"/>
          </p:cNvSpPr>
          <p:nvPr/>
        </p:nvSpPr>
        <p:spPr>
          <a:xfrm xmlns:a="http://schemas.openxmlformats.org/drawingml/2006/main">
            <a:off x="4383406" y="5187512"/>
            <a:ext cx="27607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DLP</a:t>
            </a:r>
          </a:p>
        </p:txBody>
      </p:sp>
      <p:sp>
        <p:nvSpPr>
          <p:cNvPr id="90" name="pdf-text-0090">
            <a:extLst xmlns:a="http://schemas.openxmlformats.org/drawingml/2006/main">
              <a:ext uri="{FF2B5EF4-FFF2-40B4-BE49-F238E27FC236}">
                <a16:creationId xmlns:a16="http://schemas.microsoft.com/office/drawing/2014/main" id="{064DC2AC-FC40-4B24-AF27-020837E429C1}"/>
              </a:ext>
            </a:extLst>
          </p:cNvPr>
          <p:cNvSpPr>
            <a:spLocks xmlns:a="http://schemas.openxmlformats.org/drawingml/2006/main" noGrp="1"/>
          </p:cNvSpPr>
          <p:nvPr/>
        </p:nvSpPr>
        <p:spPr>
          <a:xfrm xmlns:a="http://schemas.openxmlformats.org/drawingml/2006/main">
            <a:off x="4634872" y="5180997"/>
            <a:ext cx="58049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微振镜、</a:t>
            </a:r>
          </a:p>
        </p:txBody>
      </p:sp>
      <p:sp>
        <p:nvSpPr>
          <p:cNvPr id="91" name="pdf-text-0091">
            <a:extLst xmlns:a="http://schemas.openxmlformats.org/drawingml/2006/main">
              <a:ext uri="{FF2B5EF4-FFF2-40B4-BE49-F238E27FC236}">
                <a16:creationId xmlns:a16="http://schemas.microsoft.com/office/drawing/2014/main" id="{C13D9262-92AE-45F4-BD8D-590E228D47A2}"/>
              </a:ext>
            </a:extLst>
          </p:cNvPr>
          <p:cNvSpPr>
            <a:spLocks xmlns:a="http://schemas.openxmlformats.org/drawingml/2006/main" noGrp="1"/>
          </p:cNvSpPr>
          <p:nvPr/>
        </p:nvSpPr>
        <p:spPr>
          <a:xfrm xmlns:a="http://schemas.openxmlformats.org/drawingml/2006/main">
            <a:off x="5191184" y="5187512"/>
            <a:ext cx="36104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FPGA</a:t>
            </a:r>
          </a:p>
        </p:txBody>
      </p:sp>
      <p:sp>
        <p:nvSpPr>
          <p:cNvPr id="92" name="pdf-text-0092">
            <a:extLst xmlns:a="http://schemas.openxmlformats.org/drawingml/2006/main">
              <a:ext uri="{FF2B5EF4-FFF2-40B4-BE49-F238E27FC236}">
                <a16:creationId xmlns:a16="http://schemas.microsoft.com/office/drawing/2014/main" id="{61CFD646-7CD4-43BD-AE8E-270E35D03FDD}"/>
              </a:ext>
            </a:extLst>
          </p:cNvPr>
          <p:cNvSpPr>
            <a:spLocks xmlns:a="http://schemas.openxmlformats.org/drawingml/2006/main" noGrp="1"/>
          </p:cNvSpPr>
          <p:nvPr/>
        </p:nvSpPr>
        <p:spPr>
          <a:xfrm xmlns:a="http://schemas.openxmlformats.org/drawingml/2006/main">
            <a:off x="5524996" y="5180997"/>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a:t>
            </a:r>
          </a:p>
        </p:txBody>
      </p:sp>
      <p:sp>
        <p:nvSpPr>
          <p:cNvPr id="93" name="pdf-text-0093">
            <a:extLst xmlns:a="http://schemas.openxmlformats.org/drawingml/2006/main">
              <a:ext uri="{FF2B5EF4-FFF2-40B4-BE49-F238E27FC236}">
                <a16:creationId xmlns:a16="http://schemas.microsoft.com/office/drawing/2014/main" id="{90EC1E64-FD05-47C4-B2FA-E15D9E36DF8D}"/>
              </a:ext>
            </a:extLst>
          </p:cNvPr>
          <p:cNvSpPr>
            <a:spLocks xmlns:a="http://schemas.openxmlformats.org/drawingml/2006/main" noGrp="1"/>
          </p:cNvSpPr>
          <p:nvPr/>
        </p:nvSpPr>
        <p:spPr>
          <a:xfrm xmlns:a="http://schemas.openxmlformats.org/drawingml/2006/main">
            <a:off x="5665149" y="5187512"/>
            <a:ext cx="29250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GPU</a:t>
            </a:r>
          </a:p>
        </p:txBody>
      </p:sp>
      <p:sp>
        <p:nvSpPr>
          <p:cNvPr id="94" name="pdf-text-0094">
            <a:extLst xmlns:a="http://schemas.openxmlformats.org/drawingml/2006/main">
              <a:ext uri="{FF2B5EF4-FFF2-40B4-BE49-F238E27FC236}">
                <a16:creationId xmlns:a16="http://schemas.microsoft.com/office/drawing/2014/main" id="{11FC01A6-A51D-4DF0-8615-5AFC163D822F}"/>
              </a:ext>
            </a:extLst>
          </p:cNvPr>
          <p:cNvSpPr>
            <a:spLocks xmlns:a="http://schemas.openxmlformats.org/drawingml/2006/main" noGrp="1"/>
          </p:cNvSpPr>
          <p:nvPr/>
        </p:nvSpPr>
        <p:spPr>
          <a:xfrm xmlns:a="http://schemas.openxmlformats.org/drawingml/2006/main">
            <a:off x="5930276" y="5180997"/>
            <a:ext cx="44186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等硬件</a:t>
            </a:r>
          </a:p>
        </p:txBody>
      </p:sp>
      <p:sp>
        <p:nvSpPr>
          <p:cNvPr id="95" name="pdf-text-0095">
            <a:extLst xmlns:a="http://schemas.openxmlformats.org/drawingml/2006/main">
              <a:ext uri="{FF2B5EF4-FFF2-40B4-BE49-F238E27FC236}">
                <a16:creationId xmlns:a16="http://schemas.microsoft.com/office/drawing/2014/main" id="{4D98EE53-BA6D-428C-9D81-C964C97FFF51}"/>
              </a:ext>
            </a:extLst>
          </p:cNvPr>
          <p:cNvSpPr>
            <a:spLocks xmlns:a="http://schemas.openxmlformats.org/drawingml/2006/main" noGrp="1"/>
          </p:cNvSpPr>
          <p:nvPr/>
        </p:nvSpPr>
        <p:spPr>
          <a:xfrm xmlns:a="http://schemas.openxmlformats.org/drawingml/2006/main">
            <a:off x="4383406" y="5409568"/>
            <a:ext cx="156511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平台及光学系统设计；聚焦</a:t>
            </a:r>
          </a:p>
        </p:txBody>
      </p:sp>
      <p:sp>
        <p:nvSpPr>
          <p:cNvPr id="96" name="pdf-text-0096">
            <a:extLst xmlns:a="http://schemas.openxmlformats.org/drawingml/2006/main">
              <a:ext uri="{FF2B5EF4-FFF2-40B4-BE49-F238E27FC236}">
                <a16:creationId xmlns:a16="http://schemas.microsoft.com/office/drawing/2014/main" id="{241CD711-1D97-40B3-9421-83EACCCDE33D}"/>
              </a:ext>
            </a:extLst>
          </p:cNvPr>
          <p:cNvSpPr>
            <a:spLocks xmlns:a="http://schemas.openxmlformats.org/drawingml/2006/main" noGrp="1"/>
          </p:cNvSpPr>
          <p:nvPr/>
        </p:nvSpPr>
        <p:spPr>
          <a:xfrm xmlns:a="http://schemas.openxmlformats.org/drawingml/2006/main">
            <a:off x="5910417" y="5416083"/>
            <a:ext cx="33485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IGBT</a:t>
            </a:r>
          </a:p>
        </p:txBody>
      </p:sp>
      <p:sp>
        <p:nvSpPr>
          <p:cNvPr id="97" name="pdf-text-0097">
            <a:extLst xmlns:a="http://schemas.openxmlformats.org/drawingml/2006/main">
              <a:ext uri="{FF2B5EF4-FFF2-40B4-BE49-F238E27FC236}">
                <a16:creationId xmlns:a16="http://schemas.microsoft.com/office/drawing/2014/main" id="{3905492E-EDE2-49EB-A1E8-A0A46ABE5903}"/>
              </a:ext>
            </a:extLst>
          </p:cNvPr>
          <p:cNvSpPr>
            <a:spLocks xmlns:a="http://schemas.openxmlformats.org/drawingml/2006/main" noGrp="1"/>
          </p:cNvSpPr>
          <p:nvPr/>
        </p:nvSpPr>
        <p:spPr>
          <a:xfrm xmlns:a="http://schemas.openxmlformats.org/drawingml/2006/main">
            <a:off x="6207547" y="540956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领</a:t>
            </a:r>
          </a:p>
        </p:txBody>
      </p:sp>
      <p:sp>
        <p:nvSpPr>
          <p:cNvPr id="98" name="pdf-text-0098">
            <a:extLst xmlns:a="http://schemas.openxmlformats.org/drawingml/2006/main">
              <a:ext uri="{FF2B5EF4-FFF2-40B4-BE49-F238E27FC236}">
                <a16:creationId xmlns:a16="http://schemas.microsoft.com/office/drawing/2014/main" id="{29FE9D80-413D-4E64-B255-D26D163A6901}"/>
              </a:ext>
            </a:extLst>
          </p:cNvPr>
          <p:cNvSpPr>
            <a:spLocks xmlns:a="http://schemas.openxmlformats.org/drawingml/2006/main" noGrp="1"/>
          </p:cNvSpPr>
          <p:nvPr/>
        </p:nvSpPr>
        <p:spPr>
          <a:xfrm xmlns:a="http://schemas.openxmlformats.org/drawingml/2006/main">
            <a:off x="4383279" y="5638139"/>
            <a:ext cx="198873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域攻坚，一年内斩获市占率第一，</a:t>
            </a:r>
          </a:p>
        </p:txBody>
      </p:sp>
      <p:sp>
        <p:nvSpPr>
          <p:cNvPr id="99" name="pdf-text-0099">
            <a:extLst xmlns:a="http://schemas.openxmlformats.org/drawingml/2006/main">
              <a:ext uri="{FF2B5EF4-FFF2-40B4-BE49-F238E27FC236}">
                <a16:creationId xmlns:a16="http://schemas.microsoft.com/office/drawing/2014/main" id="{F95F7187-5730-4F32-BEEF-A5ADA3B21186}"/>
              </a:ext>
            </a:extLst>
          </p:cNvPr>
          <p:cNvSpPr>
            <a:spLocks xmlns:a="http://schemas.openxmlformats.org/drawingml/2006/main" noGrp="1"/>
          </p:cNvSpPr>
          <p:nvPr/>
        </p:nvSpPr>
        <p:spPr>
          <a:xfrm xmlns:a="http://schemas.openxmlformats.org/drawingml/2006/main">
            <a:off x="4383152" y="5866711"/>
            <a:ext cx="105458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出货量领跑行业。</a:t>
            </a:r>
          </a:p>
        </p:txBody>
      </p:sp>
      <p:sp>
        <p:nvSpPr>
          <p:cNvPr id="100" name="pdf-text-0100">
            <a:extLst xmlns:a="http://schemas.openxmlformats.org/drawingml/2006/main">
              <a:ext uri="{FF2B5EF4-FFF2-40B4-BE49-F238E27FC236}">
                <a16:creationId xmlns:a16="http://schemas.microsoft.com/office/drawing/2014/main" id="{D1042CCA-C44D-4BAD-A4ED-181CCD0F93D4}"/>
              </a:ext>
            </a:extLst>
          </p:cNvPr>
          <p:cNvSpPr>
            <a:spLocks xmlns:a="http://schemas.openxmlformats.org/drawingml/2006/main" noGrp="1"/>
          </p:cNvSpPr>
          <p:nvPr/>
        </p:nvSpPr>
        <p:spPr>
          <a:xfrm xmlns:a="http://schemas.openxmlformats.org/drawingml/2006/main">
            <a:off x="4967669" y="4076279"/>
            <a:ext cx="57302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殷习全</a:t>
            </a:r>
          </a:p>
        </p:txBody>
      </p:sp>
      <p:sp>
        <p:nvSpPr>
          <p:cNvPr id="101" name="pdf-text-0101">
            <a:extLst xmlns:a="http://schemas.openxmlformats.org/drawingml/2006/main">
              <a:ext uri="{FF2B5EF4-FFF2-40B4-BE49-F238E27FC236}">
                <a16:creationId xmlns:a16="http://schemas.microsoft.com/office/drawing/2014/main" id="{5521D3E2-BFD0-46E4-89E7-8E591154A4D1}"/>
              </a:ext>
            </a:extLst>
          </p:cNvPr>
          <p:cNvSpPr>
            <a:spLocks xmlns:a="http://schemas.openxmlformats.org/drawingml/2006/main" noGrp="1"/>
          </p:cNvSpPr>
          <p:nvPr/>
        </p:nvSpPr>
        <p:spPr>
          <a:xfrm xmlns:a="http://schemas.openxmlformats.org/drawingml/2006/main">
            <a:off x="4624769" y="433688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212121"/>
                </a:solidFill>
                <a:latin typeface="KaiTi"/>
                <a:ea typeface="KaiTi"/>
                <a:cs typeface="KaiTi"/>
              </a:defRPr>
            </a:pPr>
            <a:r>
              <a:rPr sz="1200" b="0" i="0">
                <a:solidFill>
                  <a:srgbClr val="212121"/>
                </a:solidFill>
                <a:latin typeface="KaiTi"/>
                <a:ea typeface="KaiTi"/>
                <a:cs typeface="KaiTi"/>
              </a:rPr>
              <a:t>半导体业务负责人</a:t>
            </a:r>
          </a:p>
        </p:txBody>
      </p:sp>
      <p:sp>
        <p:nvSpPr>
          <p:cNvPr id="102" name="pdf-vector-0102">
            <a:extLst xmlns:a="http://schemas.openxmlformats.org/drawingml/2006/main">
              <a:ext uri="{FF2B5EF4-FFF2-40B4-BE49-F238E27FC236}">
                <a16:creationId xmlns:a16="http://schemas.microsoft.com/office/drawing/2014/main" id="{69552192-174D-4BD9-9195-8FF4100D5AEB}"/>
              </a:ext>
            </a:extLst>
          </p:cNvPr>
          <p:cNvSpPr>
            <a:spLocks xmlns:a="http://schemas.openxmlformats.org/drawingml/2006/main" noGrp="1"/>
          </p:cNvSpPr>
          <p:nvPr/>
        </p:nvSpPr>
        <p:spPr>
          <a:xfrm xmlns:a="http://schemas.openxmlformats.org/drawingml/2006/main">
            <a:off x="4017010" y="4609465"/>
            <a:ext cx="2470150" cy="953"/>
          </a:xfrm>
          <a:custGeom xmlns:a="http://schemas.openxmlformats.org/drawingml/2006/main">
            <a:pathLst>
              <a:path w="2470150" h="953">
                <a:moveTo>
                  <a:pt x="0" y="0"/>
                </a:moveTo>
                <a:lnTo>
                  <a:pt x="2470150" y="0"/>
                </a:lnTo>
              </a:path>
            </a:pathLst>
          </a:custGeom>
          <a:noFill xmlns:a="http://schemas.openxmlformats.org/drawingml/2006/main"/>
          <a:ln xmlns:a="http://schemas.openxmlformats.org/drawingml/2006/main" w="9525">
            <a:solidFill>
              <a:srgbClr val="DADADA"/>
            </a:solidFill>
            <a:prstDash val="solid"/>
          </a:ln>
        </p:spPr>
      </p:sp>
      <p:sp>
        <p:nvSpPr>
          <p:cNvPr id="103" name="pdf-vector-0103">
            <a:extLst xmlns:a="http://schemas.openxmlformats.org/drawingml/2006/main">
              <a:ext uri="{FF2B5EF4-FFF2-40B4-BE49-F238E27FC236}">
                <a16:creationId xmlns:a16="http://schemas.microsoft.com/office/drawing/2014/main" id="{EE0FDF26-2EEC-4766-AC50-9A83E22B5AAE}"/>
              </a:ext>
            </a:extLst>
          </p:cNvPr>
          <p:cNvSpPr>
            <a:spLocks xmlns:a="http://schemas.openxmlformats.org/drawingml/2006/main" noGrp="1"/>
          </p:cNvSpPr>
          <p:nvPr/>
        </p:nvSpPr>
        <p:spPr>
          <a:xfrm xmlns:a="http://schemas.openxmlformats.org/drawingml/2006/main">
            <a:off x="4634865" y="3886835"/>
            <a:ext cx="1234440" cy="32385"/>
          </a:xfrm>
          <a:prstGeom xmlns:a="http://schemas.openxmlformats.org/drawingml/2006/main" prst="rect">
            <a:avLst/>
          </a:prstGeom>
          <a:solidFill xmlns:a="http://schemas.openxmlformats.org/drawingml/2006/main">
            <a:srgbClr val="117CB4"/>
          </a:solidFill>
          <a:ln xmlns:a="http://schemas.openxmlformats.org/drawingml/2006/main" w="0">
            <a:noFill/>
            <a:prstDash val="solid"/>
          </a:ln>
        </p:spPr>
      </p:sp>
      <p:pic>
        <p:nvPicPr>
          <p:cNvPr id="263" name=""/>
          <p:cNvPicPr>
            <a:picLocks xmlns:a="http://schemas.openxmlformats.org/drawingml/2006/main" noChangeAspect="1"/>
          </p:cNvPicPr>
          <p:nvPr/>
        </p:nvPicPr>
        <p:blipFill>
          <a:blip xmlns:r="http://schemas.openxmlformats.org/officeDocument/2006/relationships" xmlns:a="http://schemas.openxmlformats.org/drawingml/2006/main" r:embed="Rad5f4276b8104b7e"/>
          <a:srcRect xmlns:a="http://schemas.openxmlformats.org/drawingml/2006/main" l="30" t="0" r="30" b="0"/>
          <a:stretch xmlns:a="http://schemas.openxmlformats.org/drawingml/2006/main">
            <a:fillRect l="0" t="0" r="0" b="0"/>
          </a:stretch>
        </p:blipFill>
        <p:spPr>
          <a:xfrm xmlns:a="http://schemas.openxmlformats.org/drawingml/2006/main">
            <a:off x="6609588" y="1141475"/>
            <a:ext cx="2564892" cy="2474976"/>
          </a:xfrm>
          <a:prstGeom xmlns:a="http://schemas.openxmlformats.org/drawingml/2006/main" prst="rect">
            <a:avLst/>
          </a:prstGeom>
        </p:spPr>
      </p:pic>
      <p:pic>
        <p:nvPicPr>
          <p:cNvPr id="264" name=""/>
          <p:cNvPicPr>
            <a:picLocks xmlns:a="http://schemas.openxmlformats.org/drawingml/2006/main" noChangeAspect="1"/>
          </p:cNvPicPr>
          <p:nvPr/>
        </p:nvPicPr>
        <p:blipFill>
          <a:blip xmlns:r="http://schemas.openxmlformats.org/officeDocument/2006/relationships" xmlns:a="http://schemas.openxmlformats.org/drawingml/2006/main" r:embed="R2dc52bfe9b7a4b58">
            <a:extLst>
              <a:ext uri="{96DAC541-7B7A-43D3-8B79-37D633B846F1}">
                <asvg:svgBlip xmlns:asvg="http://schemas.microsoft.com/office/drawing/2016/SVG/main" r:embed="R71619609acd14c45"/>
              </a:ext>
            </a:extLst>
          </a:blip>
          <a:stretch xmlns:a="http://schemas.openxmlformats.org/drawingml/2006/main"/>
        </p:blipFill>
        <p:spPr>
          <a:xfrm xmlns:a="http://schemas.openxmlformats.org/drawingml/2006/main">
            <a:off x="6637020" y="1155071"/>
            <a:ext cx="2510155" cy="2422525"/>
          </a:xfrm>
          <a:prstGeom xmlns:a="http://schemas.openxmlformats.org/drawingml/2006/main" prst="rect">
            <a:avLst/>
          </a:prstGeom>
        </p:spPr>
      </p:pic>
      <p:sp>
        <p:nvSpPr>
          <p:cNvPr id="106" name="pdf-text-0106">
            <a:extLst xmlns:a="http://schemas.openxmlformats.org/drawingml/2006/main">
              <a:ext uri="{FF2B5EF4-FFF2-40B4-BE49-F238E27FC236}">
                <a16:creationId xmlns:a16="http://schemas.microsoft.com/office/drawing/2014/main" id="{B320F898-8483-486F-A34D-0FABA9148357}"/>
              </a:ext>
            </a:extLst>
          </p:cNvPr>
          <p:cNvSpPr>
            <a:spLocks xmlns:a="http://schemas.openxmlformats.org/drawingml/2006/main" noGrp="1"/>
          </p:cNvSpPr>
          <p:nvPr/>
        </p:nvSpPr>
        <p:spPr>
          <a:xfrm xmlns:a="http://schemas.openxmlformats.org/drawingml/2006/main">
            <a:off x="6741160" y="2003697"/>
            <a:ext cx="8237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1C2140"/>
                </a:solidFill>
                <a:latin typeface="Arial"/>
                <a:ea typeface="Arial"/>
                <a:cs typeface="Arial"/>
              </a:defRPr>
            </a:pPr>
            <a:r>
              <a:rPr sz="996" b="0" i="0">
                <a:solidFill>
                  <a:srgbClr val="1C2140"/>
                </a:solidFill>
                <a:latin typeface="Arial"/>
                <a:ea typeface="Arial"/>
                <a:cs typeface="Arial"/>
              </a:rPr>
              <a:t>•</a:t>
            </a:r>
          </a:p>
        </p:txBody>
      </p:sp>
      <p:sp>
        <p:nvSpPr>
          <p:cNvPr id="107" name="pdf-text-0107">
            <a:extLst xmlns:a="http://schemas.openxmlformats.org/drawingml/2006/main">
              <a:ext uri="{FF2B5EF4-FFF2-40B4-BE49-F238E27FC236}">
                <a16:creationId xmlns:a16="http://schemas.microsoft.com/office/drawing/2014/main" id="{A97617CA-BF96-4851-90DD-E2144D4DC40F}"/>
              </a:ext>
            </a:extLst>
          </p:cNvPr>
          <p:cNvSpPr>
            <a:spLocks xmlns:a="http://schemas.openxmlformats.org/drawingml/2006/main" noGrp="1"/>
          </p:cNvSpPr>
          <p:nvPr/>
        </p:nvSpPr>
        <p:spPr>
          <a:xfrm xmlns:a="http://schemas.openxmlformats.org/drawingml/2006/main">
            <a:off x="7027664" y="1995895"/>
            <a:ext cx="143561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曾负责天准科技光算中心</a:t>
            </a:r>
          </a:p>
        </p:txBody>
      </p:sp>
      <p:sp>
        <p:nvSpPr>
          <p:cNvPr id="108" name="pdf-text-0108">
            <a:extLst xmlns:a="http://schemas.openxmlformats.org/drawingml/2006/main">
              <a:ext uri="{FF2B5EF4-FFF2-40B4-BE49-F238E27FC236}">
                <a16:creationId xmlns:a16="http://schemas.microsoft.com/office/drawing/2014/main" id="{28D81E9D-57FB-41B7-A03F-20F894EE54B2}"/>
              </a:ext>
            </a:extLst>
          </p:cNvPr>
          <p:cNvSpPr>
            <a:spLocks xmlns:a="http://schemas.openxmlformats.org/drawingml/2006/main" noGrp="1"/>
          </p:cNvSpPr>
          <p:nvPr/>
        </p:nvSpPr>
        <p:spPr>
          <a:xfrm xmlns:a="http://schemas.openxmlformats.org/drawingml/2006/main">
            <a:off x="8425176" y="2002409"/>
            <a:ext cx="19340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3D</a:t>
            </a:r>
          </a:p>
        </p:txBody>
      </p:sp>
      <p:sp>
        <p:nvSpPr>
          <p:cNvPr id="109" name="pdf-text-0109">
            <a:extLst xmlns:a="http://schemas.openxmlformats.org/drawingml/2006/main">
              <a:ext uri="{FF2B5EF4-FFF2-40B4-BE49-F238E27FC236}">
                <a16:creationId xmlns:a16="http://schemas.microsoft.com/office/drawing/2014/main" id="{DEE3C519-1B88-4431-BB35-78E7B71E3E00}"/>
              </a:ext>
            </a:extLst>
          </p:cNvPr>
          <p:cNvSpPr>
            <a:spLocks xmlns:a="http://schemas.openxmlformats.org/drawingml/2006/main" noGrp="1"/>
          </p:cNvSpPr>
          <p:nvPr/>
        </p:nvSpPr>
        <p:spPr>
          <a:xfrm xmlns:a="http://schemas.openxmlformats.org/drawingml/2006/main">
            <a:off x="8580607" y="1995895"/>
            <a:ext cx="41910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软件平</a:t>
            </a:r>
          </a:p>
        </p:txBody>
      </p:sp>
      <p:sp>
        <p:nvSpPr>
          <p:cNvPr id="110" name="pdf-text-0110">
            <a:extLst xmlns:a="http://schemas.openxmlformats.org/drawingml/2006/main">
              <a:ext uri="{FF2B5EF4-FFF2-40B4-BE49-F238E27FC236}">
                <a16:creationId xmlns:a16="http://schemas.microsoft.com/office/drawing/2014/main" id="{411179D1-A423-4D6E-B2B3-3FFCA3D6000F}"/>
              </a:ext>
            </a:extLst>
          </p:cNvPr>
          <p:cNvSpPr>
            <a:spLocks xmlns:a="http://schemas.openxmlformats.org/drawingml/2006/main" noGrp="1"/>
          </p:cNvSpPr>
          <p:nvPr/>
        </p:nvSpPr>
        <p:spPr>
          <a:xfrm xmlns:a="http://schemas.openxmlformats.org/drawingml/2006/main">
            <a:off x="7027664" y="2224466"/>
            <a:ext cx="1943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台的架构和开发，并长期负责苹果</a:t>
            </a:r>
          </a:p>
        </p:txBody>
      </p:sp>
      <p:sp>
        <p:nvSpPr>
          <p:cNvPr id="111" name="pdf-text-0111">
            <a:extLst xmlns:a="http://schemas.openxmlformats.org/drawingml/2006/main">
              <a:ext uri="{FF2B5EF4-FFF2-40B4-BE49-F238E27FC236}">
                <a16:creationId xmlns:a16="http://schemas.microsoft.com/office/drawing/2014/main" id="{1F6FE1DE-0AE8-4658-A93E-DF75FE9EA347}"/>
              </a:ext>
            </a:extLst>
          </p:cNvPr>
          <p:cNvSpPr>
            <a:spLocks xmlns:a="http://schemas.openxmlformats.org/drawingml/2006/main" noGrp="1"/>
          </p:cNvSpPr>
          <p:nvPr/>
        </p:nvSpPr>
        <p:spPr>
          <a:xfrm xmlns:a="http://schemas.openxmlformats.org/drawingml/2006/main">
            <a:off x="7027672" y="2459551"/>
            <a:ext cx="68250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CGFrame</a:t>
            </a:r>
          </a:p>
        </p:txBody>
      </p:sp>
      <p:sp>
        <p:nvSpPr>
          <p:cNvPr id="112" name="pdf-text-0112">
            <a:extLst xmlns:a="http://schemas.openxmlformats.org/drawingml/2006/main">
              <a:ext uri="{FF2B5EF4-FFF2-40B4-BE49-F238E27FC236}">
                <a16:creationId xmlns:a16="http://schemas.microsoft.com/office/drawing/2014/main" id="{B0B23869-360C-4E46-8FF1-FE9F9F5BECA2}"/>
              </a:ext>
            </a:extLst>
          </p:cNvPr>
          <p:cNvSpPr>
            <a:spLocks xmlns:a="http://schemas.openxmlformats.org/drawingml/2006/main" noGrp="1"/>
          </p:cNvSpPr>
          <p:nvPr/>
        </p:nvSpPr>
        <p:spPr>
          <a:xfrm xmlns:a="http://schemas.openxmlformats.org/drawingml/2006/main">
            <a:off x="7672275" y="2453037"/>
            <a:ext cx="92809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项目、华为手机</a:t>
            </a:r>
          </a:p>
        </p:txBody>
      </p:sp>
      <p:sp>
        <p:nvSpPr>
          <p:cNvPr id="113" name="pdf-text-0113">
            <a:extLst xmlns:a="http://schemas.openxmlformats.org/drawingml/2006/main">
              <a:ext uri="{FF2B5EF4-FFF2-40B4-BE49-F238E27FC236}">
                <a16:creationId xmlns:a16="http://schemas.microsoft.com/office/drawing/2014/main" id="{0627D102-75D2-4C61-9A69-88AD161F56F3}"/>
              </a:ext>
            </a:extLst>
          </p:cNvPr>
          <p:cNvSpPr>
            <a:spLocks xmlns:a="http://schemas.openxmlformats.org/drawingml/2006/main" noGrp="1"/>
          </p:cNvSpPr>
          <p:nvPr/>
        </p:nvSpPr>
        <p:spPr>
          <a:xfrm xmlns:a="http://schemas.openxmlformats.org/drawingml/2006/main">
            <a:off x="8562274" y="2459551"/>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3D</a:t>
            </a:r>
          </a:p>
        </p:txBody>
      </p:sp>
      <p:sp>
        <p:nvSpPr>
          <p:cNvPr id="114" name="pdf-text-0114">
            <a:extLst xmlns:a="http://schemas.openxmlformats.org/drawingml/2006/main">
              <a:ext uri="{FF2B5EF4-FFF2-40B4-BE49-F238E27FC236}">
                <a16:creationId xmlns:a16="http://schemas.microsoft.com/office/drawing/2014/main" id="{D7FEE481-8CF3-499E-AAB8-2C7806152611}"/>
              </a:ext>
            </a:extLst>
          </p:cNvPr>
          <p:cNvSpPr>
            <a:spLocks xmlns:a="http://schemas.openxmlformats.org/drawingml/2006/main" noGrp="1"/>
          </p:cNvSpPr>
          <p:nvPr/>
        </p:nvSpPr>
        <p:spPr>
          <a:xfrm xmlns:a="http://schemas.openxmlformats.org/drawingml/2006/main">
            <a:off x="8717731" y="2453037"/>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检测</a:t>
            </a:r>
          </a:p>
        </p:txBody>
      </p:sp>
      <p:sp>
        <p:nvSpPr>
          <p:cNvPr id="115" name="pdf-text-0115">
            <a:extLst xmlns:a="http://schemas.openxmlformats.org/drawingml/2006/main">
              <a:ext uri="{FF2B5EF4-FFF2-40B4-BE49-F238E27FC236}">
                <a16:creationId xmlns:a16="http://schemas.microsoft.com/office/drawing/2014/main" id="{94489057-4883-4DB1-8F8C-4B5271C02AC7}"/>
              </a:ext>
            </a:extLst>
          </p:cNvPr>
          <p:cNvSpPr>
            <a:spLocks xmlns:a="http://schemas.openxmlformats.org/drawingml/2006/main" noGrp="1"/>
          </p:cNvSpPr>
          <p:nvPr/>
        </p:nvSpPr>
        <p:spPr>
          <a:xfrm xmlns:a="http://schemas.openxmlformats.org/drawingml/2006/main">
            <a:off x="7027672" y="2681608"/>
            <a:ext cx="92658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项目，拥有多年</a:t>
            </a:r>
          </a:p>
        </p:txBody>
      </p:sp>
      <p:sp>
        <p:nvSpPr>
          <p:cNvPr id="116" name="pdf-text-0116">
            <a:extLst xmlns:a="http://schemas.openxmlformats.org/drawingml/2006/main">
              <a:ext uri="{FF2B5EF4-FFF2-40B4-BE49-F238E27FC236}">
                <a16:creationId xmlns:a16="http://schemas.microsoft.com/office/drawing/2014/main" id="{597AB455-9904-48BF-A4D5-E1986CC80B31}"/>
              </a:ext>
            </a:extLst>
          </p:cNvPr>
          <p:cNvSpPr>
            <a:spLocks xmlns:a="http://schemas.openxmlformats.org/drawingml/2006/main" noGrp="1"/>
          </p:cNvSpPr>
          <p:nvPr/>
        </p:nvSpPr>
        <p:spPr>
          <a:xfrm xmlns:a="http://schemas.openxmlformats.org/drawingml/2006/main">
            <a:off x="7917670" y="2688122"/>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3D</a:t>
            </a:r>
          </a:p>
        </p:txBody>
      </p:sp>
      <p:sp>
        <p:nvSpPr>
          <p:cNvPr id="117" name="pdf-text-0117">
            <a:extLst xmlns:a="http://schemas.openxmlformats.org/drawingml/2006/main">
              <a:ext uri="{FF2B5EF4-FFF2-40B4-BE49-F238E27FC236}">
                <a16:creationId xmlns:a16="http://schemas.microsoft.com/office/drawing/2014/main" id="{23E06032-9102-48CB-9830-D90B57B8F31E}"/>
              </a:ext>
            </a:extLst>
          </p:cNvPr>
          <p:cNvSpPr>
            <a:spLocks xmlns:a="http://schemas.openxmlformats.org/drawingml/2006/main" noGrp="1"/>
          </p:cNvSpPr>
          <p:nvPr/>
        </p:nvSpPr>
        <p:spPr>
          <a:xfrm xmlns:a="http://schemas.openxmlformats.org/drawingml/2006/main">
            <a:off x="8073129" y="2681608"/>
            <a:ext cx="9265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处理软件的设计</a:t>
            </a:r>
          </a:p>
        </p:txBody>
      </p:sp>
      <p:sp>
        <p:nvSpPr>
          <p:cNvPr id="118" name="pdf-text-0118">
            <a:extLst xmlns:a="http://schemas.openxmlformats.org/drawingml/2006/main">
              <a:ext uri="{FF2B5EF4-FFF2-40B4-BE49-F238E27FC236}">
                <a16:creationId xmlns:a16="http://schemas.microsoft.com/office/drawing/2014/main" id="{DB688834-992B-4423-8BC9-D27583883EA9}"/>
              </a:ext>
            </a:extLst>
          </p:cNvPr>
          <p:cNvSpPr>
            <a:spLocks xmlns:a="http://schemas.openxmlformats.org/drawingml/2006/main" noGrp="1"/>
          </p:cNvSpPr>
          <p:nvPr/>
        </p:nvSpPr>
        <p:spPr>
          <a:xfrm xmlns:a="http://schemas.openxmlformats.org/drawingml/2006/main">
            <a:off x="7027673" y="2910179"/>
            <a:ext cx="67361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和落地经验</a:t>
            </a:r>
          </a:p>
        </p:txBody>
      </p:sp>
      <p:sp>
        <p:nvSpPr>
          <p:cNvPr id="119" name="pdf-text-0119">
            <a:extLst xmlns:a="http://schemas.openxmlformats.org/drawingml/2006/main">
              <a:ext uri="{FF2B5EF4-FFF2-40B4-BE49-F238E27FC236}">
                <a16:creationId xmlns:a16="http://schemas.microsoft.com/office/drawing/2014/main" id="{6A33F1CB-CD0F-4EB3-B1D6-3E8C4E4E01CA}"/>
              </a:ext>
            </a:extLst>
          </p:cNvPr>
          <p:cNvSpPr>
            <a:spLocks xmlns:a="http://schemas.openxmlformats.org/drawingml/2006/main" noGrp="1"/>
          </p:cNvSpPr>
          <p:nvPr/>
        </p:nvSpPr>
        <p:spPr>
          <a:xfrm xmlns:a="http://schemas.openxmlformats.org/drawingml/2006/main">
            <a:off x="7676197" y="1348319"/>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何</a:t>
            </a:r>
          </a:p>
        </p:txBody>
      </p:sp>
      <p:sp>
        <p:nvSpPr>
          <p:cNvPr id="120" name="pdf-text-0120">
            <a:extLst xmlns:a="http://schemas.openxmlformats.org/drawingml/2006/main">
              <a:ext uri="{FF2B5EF4-FFF2-40B4-BE49-F238E27FC236}">
                <a16:creationId xmlns:a16="http://schemas.microsoft.com/office/drawing/2014/main" id="{1E343521-A2BE-4919-BC0E-39D6F45DD554}"/>
              </a:ext>
            </a:extLst>
          </p:cNvPr>
          <p:cNvSpPr>
            <a:spLocks xmlns:a="http://schemas.openxmlformats.org/drawingml/2006/main" noGrp="1"/>
          </p:cNvSpPr>
          <p:nvPr/>
        </p:nvSpPr>
        <p:spPr>
          <a:xfrm xmlns:a="http://schemas.openxmlformats.org/drawingml/2006/main">
            <a:off x="7857554" y="1359121"/>
            <a:ext cx="29486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XX</a:t>
            </a:r>
          </a:p>
        </p:txBody>
      </p:sp>
      <p:sp>
        <p:nvSpPr>
          <p:cNvPr id="121" name="pdf-text-0121">
            <a:extLst xmlns:a="http://schemas.openxmlformats.org/drawingml/2006/main">
              <a:ext uri="{FF2B5EF4-FFF2-40B4-BE49-F238E27FC236}">
                <a16:creationId xmlns:a16="http://schemas.microsoft.com/office/drawing/2014/main" id="{3B55DBB3-D86C-44B0-ACA2-E077F19F15A9}"/>
              </a:ext>
            </a:extLst>
          </p:cNvPr>
          <p:cNvSpPr>
            <a:spLocks xmlns:a="http://schemas.openxmlformats.org/drawingml/2006/main" noGrp="1"/>
          </p:cNvSpPr>
          <p:nvPr/>
        </p:nvSpPr>
        <p:spPr>
          <a:xfrm xmlns:a="http://schemas.openxmlformats.org/drawingml/2006/main">
            <a:off x="7362254" y="160892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212121"/>
                </a:solidFill>
                <a:latin typeface="KaiTi"/>
                <a:ea typeface="KaiTi"/>
                <a:cs typeface="KaiTi"/>
              </a:defRPr>
            </a:pPr>
            <a:r>
              <a:rPr sz="1200" b="0" i="0">
                <a:solidFill>
                  <a:srgbClr val="212121"/>
                </a:solidFill>
                <a:latin typeface="KaiTi"/>
                <a:ea typeface="KaiTi"/>
                <a:cs typeface="KaiTi"/>
              </a:rPr>
              <a:t>算法系统负责人</a:t>
            </a:r>
          </a:p>
        </p:txBody>
      </p:sp>
      <p:sp>
        <p:nvSpPr>
          <p:cNvPr id="122" name="pdf-vector-0122">
            <a:extLst xmlns:a="http://schemas.openxmlformats.org/drawingml/2006/main">
              <a:ext uri="{FF2B5EF4-FFF2-40B4-BE49-F238E27FC236}">
                <a16:creationId xmlns:a16="http://schemas.microsoft.com/office/drawing/2014/main" id="{BAB0C210-5A4E-49AD-8ED5-5ED9A9AE45DC}"/>
              </a:ext>
            </a:extLst>
          </p:cNvPr>
          <p:cNvSpPr>
            <a:spLocks xmlns:a="http://schemas.openxmlformats.org/drawingml/2006/main" noGrp="1"/>
          </p:cNvSpPr>
          <p:nvPr/>
        </p:nvSpPr>
        <p:spPr>
          <a:xfrm xmlns:a="http://schemas.openxmlformats.org/drawingml/2006/main">
            <a:off x="6658610" y="1881505"/>
            <a:ext cx="2470150" cy="953"/>
          </a:xfrm>
          <a:custGeom xmlns:a="http://schemas.openxmlformats.org/drawingml/2006/main">
            <a:pathLst>
              <a:path w="2470150" h="953">
                <a:moveTo>
                  <a:pt x="0" y="0"/>
                </a:moveTo>
                <a:lnTo>
                  <a:pt x="2470150" y="0"/>
                </a:lnTo>
              </a:path>
            </a:pathLst>
          </a:custGeom>
          <a:noFill xmlns:a="http://schemas.openxmlformats.org/drawingml/2006/main"/>
          <a:ln xmlns:a="http://schemas.openxmlformats.org/drawingml/2006/main" w="9525">
            <a:solidFill>
              <a:srgbClr val="DADADA"/>
            </a:solidFill>
            <a:prstDash val="solid"/>
          </a:ln>
        </p:spPr>
      </p:sp>
      <p:sp>
        <p:nvSpPr>
          <p:cNvPr id="123" name="pdf-vector-0123">
            <a:extLst xmlns:a="http://schemas.openxmlformats.org/drawingml/2006/main">
              <a:ext uri="{FF2B5EF4-FFF2-40B4-BE49-F238E27FC236}">
                <a16:creationId xmlns:a16="http://schemas.microsoft.com/office/drawing/2014/main" id="{437CA23D-5420-4BA4-9634-9208FEE2897F}"/>
              </a:ext>
            </a:extLst>
          </p:cNvPr>
          <p:cNvSpPr>
            <a:spLocks xmlns:a="http://schemas.openxmlformats.org/drawingml/2006/main" noGrp="1"/>
          </p:cNvSpPr>
          <p:nvPr/>
        </p:nvSpPr>
        <p:spPr>
          <a:xfrm xmlns:a="http://schemas.openxmlformats.org/drawingml/2006/main">
            <a:off x="7258050" y="1158875"/>
            <a:ext cx="1234440" cy="32385"/>
          </a:xfrm>
          <a:prstGeom xmlns:a="http://schemas.openxmlformats.org/drawingml/2006/main" prst="rect">
            <a:avLst/>
          </a:prstGeom>
          <a:solidFill xmlns:a="http://schemas.openxmlformats.org/drawingml/2006/main">
            <a:srgbClr val="117CB4"/>
          </a:solidFill>
          <a:ln xmlns:a="http://schemas.openxmlformats.org/drawingml/2006/main" w="0">
            <a:noFill/>
            <a:prstDash val="solid"/>
          </a:ln>
        </p:spPr>
      </p:sp>
      <p:pic>
        <p:nvPicPr>
          <p:cNvPr id="283" name=""/>
          <p:cNvPicPr>
            <a:picLocks xmlns:a="http://schemas.openxmlformats.org/drawingml/2006/main" noChangeAspect="1"/>
          </p:cNvPicPr>
          <p:nvPr/>
        </p:nvPicPr>
        <p:blipFill>
          <a:blip xmlns:r="http://schemas.openxmlformats.org/officeDocument/2006/relationships" xmlns:a="http://schemas.openxmlformats.org/drawingml/2006/main" r:embed="R98fe8e515bd14caf"/>
          <a:srcRect xmlns:a="http://schemas.openxmlformats.org/drawingml/2006/main" l="0" t="0" r="0" b="0"/>
          <a:stretch xmlns:a="http://schemas.openxmlformats.org/drawingml/2006/main">
            <a:fillRect l="0" t="0" r="0" b="0"/>
          </a:stretch>
        </p:blipFill>
        <p:spPr>
          <a:xfrm xmlns:a="http://schemas.openxmlformats.org/drawingml/2006/main">
            <a:off x="9267444" y="3869436"/>
            <a:ext cx="2572512" cy="2523744"/>
          </a:xfrm>
          <a:prstGeom xmlns:a="http://schemas.openxmlformats.org/drawingml/2006/main" prst="rect">
            <a:avLst/>
          </a:prstGeom>
        </p:spPr>
      </p:pic>
      <p:pic>
        <p:nvPicPr>
          <p:cNvPr id="284" name=""/>
          <p:cNvPicPr>
            <a:picLocks xmlns:a="http://schemas.openxmlformats.org/drawingml/2006/main" noChangeAspect="1"/>
          </p:cNvPicPr>
          <p:nvPr/>
        </p:nvPicPr>
        <p:blipFill>
          <a:blip xmlns:r="http://schemas.openxmlformats.org/officeDocument/2006/relationships" xmlns:a="http://schemas.openxmlformats.org/drawingml/2006/main" r:embed="Rc01132f4944b459c">
            <a:extLst>
              <a:ext uri="{96DAC541-7B7A-43D3-8B79-37D633B846F1}">
                <asvg:svgBlip xmlns:asvg="http://schemas.microsoft.com/office/drawing/2016/SVG/main" r:embed="R00c02a2841984be1"/>
              </a:ext>
            </a:extLst>
          </a:blip>
          <a:stretch xmlns:a="http://schemas.openxmlformats.org/drawingml/2006/main"/>
        </p:blipFill>
        <p:spPr>
          <a:xfrm xmlns:a="http://schemas.openxmlformats.org/drawingml/2006/main">
            <a:off x="9294495" y="3883020"/>
            <a:ext cx="2518410" cy="2470150"/>
          </a:xfrm>
          <a:prstGeom xmlns:a="http://schemas.openxmlformats.org/drawingml/2006/main" prst="rect">
            <a:avLst/>
          </a:prstGeom>
        </p:spPr>
      </p:pic>
      <p:sp>
        <p:nvSpPr>
          <p:cNvPr id="126" name="pdf-text-0126">
            <a:extLst xmlns:a="http://schemas.openxmlformats.org/drawingml/2006/main">
              <a:ext uri="{FF2B5EF4-FFF2-40B4-BE49-F238E27FC236}">
                <a16:creationId xmlns:a16="http://schemas.microsoft.com/office/drawing/2014/main" id="{8331C312-42B1-4F43-BB7E-7FC780CC3B1D}"/>
              </a:ext>
            </a:extLst>
          </p:cNvPr>
          <p:cNvSpPr>
            <a:spLocks xmlns:a="http://schemas.openxmlformats.org/drawingml/2006/main" noGrp="1"/>
          </p:cNvSpPr>
          <p:nvPr/>
        </p:nvSpPr>
        <p:spPr>
          <a:xfrm xmlns:a="http://schemas.openxmlformats.org/drawingml/2006/main">
            <a:off x="9392920" y="4731657"/>
            <a:ext cx="8237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1C2140"/>
                </a:solidFill>
                <a:latin typeface="Arial"/>
                <a:ea typeface="Arial"/>
                <a:cs typeface="Arial"/>
              </a:defRPr>
            </a:pPr>
            <a:r>
              <a:rPr sz="996" b="0" i="0">
                <a:solidFill>
                  <a:srgbClr val="1C2140"/>
                </a:solidFill>
                <a:latin typeface="Arial"/>
                <a:ea typeface="Arial"/>
                <a:cs typeface="Arial"/>
              </a:rPr>
              <a:t>•</a:t>
            </a:r>
          </a:p>
        </p:txBody>
      </p:sp>
      <p:sp>
        <p:nvSpPr>
          <p:cNvPr id="127" name="pdf-text-0127">
            <a:extLst xmlns:a="http://schemas.openxmlformats.org/drawingml/2006/main">
              <a:ext uri="{FF2B5EF4-FFF2-40B4-BE49-F238E27FC236}">
                <a16:creationId xmlns:a16="http://schemas.microsoft.com/office/drawing/2014/main" id="{BA07F5BE-9BB8-429D-997A-4475CD0A1E11}"/>
              </a:ext>
            </a:extLst>
          </p:cNvPr>
          <p:cNvSpPr>
            <a:spLocks xmlns:a="http://schemas.openxmlformats.org/drawingml/2006/main" noGrp="1"/>
          </p:cNvSpPr>
          <p:nvPr/>
        </p:nvSpPr>
        <p:spPr>
          <a:xfrm xmlns:a="http://schemas.openxmlformats.org/drawingml/2006/main">
            <a:off x="9679424" y="4730369"/>
            <a:ext cx="16535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15</a:t>
            </a:r>
          </a:p>
        </p:txBody>
      </p:sp>
      <p:sp>
        <p:nvSpPr>
          <p:cNvPr id="128" name="pdf-text-0128">
            <a:extLst xmlns:a="http://schemas.openxmlformats.org/drawingml/2006/main">
              <a:ext uri="{FF2B5EF4-FFF2-40B4-BE49-F238E27FC236}">
                <a16:creationId xmlns:a16="http://schemas.microsoft.com/office/drawing/2014/main" id="{49D5FA3D-2840-4AD9-B498-37A0272FF9F3}"/>
              </a:ext>
            </a:extLst>
          </p:cNvPr>
          <p:cNvSpPr>
            <a:spLocks xmlns:a="http://schemas.openxmlformats.org/drawingml/2006/main" noGrp="1"/>
          </p:cNvSpPr>
          <p:nvPr/>
        </p:nvSpPr>
        <p:spPr>
          <a:xfrm xmlns:a="http://schemas.openxmlformats.org/drawingml/2006/main">
            <a:off x="9807433" y="4723855"/>
            <a:ext cx="183024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年制造业供应链、物控、交付管</a:t>
            </a:r>
          </a:p>
        </p:txBody>
      </p:sp>
      <p:sp>
        <p:nvSpPr>
          <p:cNvPr id="129" name="pdf-text-0129">
            <a:extLst xmlns:a="http://schemas.openxmlformats.org/drawingml/2006/main">
              <a:ext uri="{FF2B5EF4-FFF2-40B4-BE49-F238E27FC236}">
                <a16:creationId xmlns:a16="http://schemas.microsoft.com/office/drawing/2014/main" id="{BFA1860E-12B2-4040-86AF-F211B6EA6823}"/>
              </a:ext>
            </a:extLst>
          </p:cNvPr>
          <p:cNvSpPr>
            <a:spLocks xmlns:a="http://schemas.openxmlformats.org/drawingml/2006/main" noGrp="1"/>
          </p:cNvSpPr>
          <p:nvPr/>
        </p:nvSpPr>
        <p:spPr>
          <a:xfrm xmlns:a="http://schemas.openxmlformats.org/drawingml/2006/main">
            <a:off x="9679298" y="4952426"/>
            <a:ext cx="195827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理经验，曾先后任职于整机装备及</a:t>
            </a:r>
          </a:p>
        </p:txBody>
      </p:sp>
      <p:sp>
        <p:nvSpPr>
          <p:cNvPr id="130" name="pdf-text-0130">
            <a:extLst xmlns:a="http://schemas.openxmlformats.org/drawingml/2006/main">
              <a:ext uri="{FF2B5EF4-FFF2-40B4-BE49-F238E27FC236}">
                <a16:creationId xmlns:a16="http://schemas.microsoft.com/office/drawing/2014/main" id="{9BF50FAE-669A-421B-8EE3-5E8B3BC391A7}"/>
              </a:ext>
            </a:extLst>
          </p:cNvPr>
          <p:cNvSpPr>
            <a:spLocks xmlns:a="http://schemas.openxmlformats.org/drawingml/2006/main" noGrp="1"/>
          </p:cNvSpPr>
          <p:nvPr/>
        </p:nvSpPr>
        <p:spPr>
          <a:xfrm xmlns:a="http://schemas.openxmlformats.org/drawingml/2006/main">
            <a:off x="9679305" y="5180997"/>
            <a:ext cx="43579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高精密</a:t>
            </a:r>
          </a:p>
        </p:txBody>
      </p:sp>
      <p:sp>
        <p:nvSpPr>
          <p:cNvPr id="131" name="pdf-text-0131">
            <a:extLst xmlns:a="http://schemas.openxmlformats.org/drawingml/2006/main">
              <a:ext uri="{FF2B5EF4-FFF2-40B4-BE49-F238E27FC236}">
                <a16:creationId xmlns:a16="http://schemas.microsoft.com/office/drawing/2014/main" id="{5971ADC2-BD85-4BEF-995A-34414A7DA823}"/>
              </a:ext>
            </a:extLst>
          </p:cNvPr>
          <p:cNvSpPr>
            <a:spLocks xmlns:a="http://schemas.openxmlformats.org/drawingml/2006/main" noGrp="1"/>
          </p:cNvSpPr>
          <p:nvPr/>
        </p:nvSpPr>
        <p:spPr>
          <a:xfrm xmlns:a="http://schemas.openxmlformats.org/drawingml/2006/main">
            <a:off x="10087748" y="5187512"/>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3D</a:t>
            </a:r>
          </a:p>
        </p:txBody>
      </p:sp>
      <p:sp>
        <p:nvSpPr>
          <p:cNvPr id="132" name="pdf-text-0132">
            <a:extLst xmlns:a="http://schemas.openxmlformats.org/drawingml/2006/main">
              <a:ext uri="{FF2B5EF4-FFF2-40B4-BE49-F238E27FC236}">
                <a16:creationId xmlns:a16="http://schemas.microsoft.com/office/drawing/2014/main" id="{87178161-CD1A-4670-A531-F4F031E9D7FE}"/>
              </a:ext>
            </a:extLst>
          </p:cNvPr>
          <p:cNvSpPr>
            <a:spLocks xmlns:a="http://schemas.openxmlformats.org/drawingml/2006/main" noGrp="1"/>
          </p:cNvSpPr>
          <p:nvPr/>
        </p:nvSpPr>
        <p:spPr>
          <a:xfrm xmlns:a="http://schemas.openxmlformats.org/drawingml/2006/main">
            <a:off x="10250796" y="5180997"/>
            <a:ext cx="138675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传感器企业，管理数百</a:t>
            </a:r>
          </a:p>
        </p:txBody>
      </p:sp>
      <p:sp>
        <p:nvSpPr>
          <p:cNvPr id="133" name="pdf-text-0133">
            <a:extLst xmlns:a="http://schemas.openxmlformats.org/drawingml/2006/main">
              <a:ext uri="{FF2B5EF4-FFF2-40B4-BE49-F238E27FC236}">
                <a16:creationId xmlns:a16="http://schemas.microsoft.com/office/drawing/2014/main" id="{BA0BEB46-A927-4FB5-8A74-93C04E51F141}"/>
              </a:ext>
            </a:extLst>
          </p:cNvPr>
          <p:cNvSpPr>
            <a:spLocks xmlns:a="http://schemas.openxmlformats.org/drawingml/2006/main" noGrp="1"/>
          </p:cNvSpPr>
          <p:nvPr/>
        </p:nvSpPr>
        <p:spPr>
          <a:xfrm xmlns:a="http://schemas.openxmlformats.org/drawingml/2006/main">
            <a:off x="9679305" y="5409568"/>
            <a:ext cx="195837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家整机和传感器核心供应商，并兼</a:t>
            </a:r>
          </a:p>
        </p:txBody>
      </p:sp>
      <p:sp>
        <p:nvSpPr>
          <p:cNvPr id="134" name="pdf-text-0134">
            <a:extLst xmlns:a="http://schemas.openxmlformats.org/drawingml/2006/main">
              <a:ext uri="{FF2B5EF4-FFF2-40B4-BE49-F238E27FC236}">
                <a16:creationId xmlns:a16="http://schemas.microsoft.com/office/drawing/2014/main" id="{8570962A-90FB-4ACE-9CD1-10870EF2D9E0}"/>
              </a:ext>
            </a:extLst>
          </p:cNvPr>
          <p:cNvSpPr>
            <a:spLocks xmlns:a="http://schemas.openxmlformats.org/drawingml/2006/main" noGrp="1"/>
          </p:cNvSpPr>
          <p:nvPr/>
        </p:nvSpPr>
        <p:spPr>
          <a:xfrm xmlns:a="http://schemas.openxmlformats.org/drawingml/2006/main">
            <a:off x="9679305" y="5638139"/>
            <a:ext cx="208474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具统筹生产、供应链（计划、仓库、</a:t>
            </a:r>
          </a:p>
        </p:txBody>
      </p:sp>
      <p:sp>
        <p:nvSpPr>
          <p:cNvPr id="135" name="pdf-text-0135">
            <a:extLst xmlns:a="http://schemas.openxmlformats.org/drawingml/2006/main">
              <a:ext uri="{FF2B5EF4-FFF2-40B4-BE49-F238E27FC236}">
                <a16:creationId xmlns:a16="http://schemas.microsoft.com/office/drawing/2014/main" id="{D0F1A4D6-E0AB-4FA0-9AB4-AEE0B84F79BD}"/>
              </a:ext>
            </a:extLst>
          </p:cNvPr>
          <p:cNvSpPr>
            <a:spLocks xmlns:a="http://schemas.openxmlformats.org/drawingml/2006/main" noGrp="1"/>
          </p:cNvSpPr>
          <p:nvPr/>
        </p:nvSpPr>
        <p:spPr>
          <a:xfrm xmlns:a="http://schemas.openxmlformats.org/drawingml/2006/main">
            <a:off x="9679179" y="5866711"/>
            <a:ext cx="156209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采购、物流）和质量经验。</a:t>
            </a:r>
          </a:p>
        </p:txBody>
      </p:sp>
      <p:sp>
        <p:nvSpPr>
          <p:cNvPr id="136" name="pdf-vector-0136">
            <a:extLst xmlns:a="http://schemas.openxmlformats.org/drawingml/2006/main">
              <a:ext uri="{FF2B5EF4-FFF2-40B4-BE49-F238E27FC236}">
                <a16:creationId xmlns:a16="http://schemas.microsoft.com/office/drawing/2014/main" id="{C8EB5D41-EEAB-47B6-976C-29E28FFA1A88}"/>
              </a:ext>
            </a:extLst>
          </p:cNvPr>
          <p:cNvSpPr>
            <a:spLocks xmlns:a="http://schemas.openxmlformats.org/drawingml/2006/main" noGrp="1"/>
          </p:cNvSpPr>
          <p:nvPr/>
        </p:nvSpPr>
        <p:spPr>
          <a:xfrm xmlns:a="http://schemas.openxmlformats.org/drawingml/2006/main">
            <a:off x="9318625" y="4609465"/>
            <a:ext cx="2470150" cy="953"/>
          </a:xfrm>
          <a:custGeom xmlns:a="http://schemas.openxmlformats.org/drawingml/2006/main">
            <a:pathLst>
              <a:path w="2470150" h="953">
                <a:moveTo>
                  <a:pt x="0" y="0"/>
                </a:moveTo>
                <a:lnTo>
                  <a:pt x="2470150" y="0"/>
                </a:lnTo>
              </a:path>
            </a:pathLst>
          </a:custGeom>
          <a:noFill xmlns:a="http://schemas.openxmlformats.org/drawingml/2006/main"/>
          <a:ln xmlns:a="http://schemas.openxmlformats.org/drawingml/2006/main" w="9525">
            <a:solidFill>
              <a:srgbClr val="DADADA"/>
            </a:solidFill>
            <a:prstDash val="solid"/>
          </a:ln>
        </p:spPr>
      </p:sp>
      <p:sp>
        <p:nvSpPr>
          <p:cNvPr id="137" name="pdf-vector-0137">
            <a:extLst xmlns:a="http://schemas.openxmlformats.org/drawingml/2006/main">
              <a:ext uri="{FF2B5EF4-FFF2-40B4-BE49-F238E27FC236}">
                <a16:creationId xmlns:a16="http://schemas.microsoft.com/office/drawing/2014/main" id="{398D8089-8568-4819-8144-BBEBF04301B4}"/>
              </a:ext>
            </a:extLst>
          </p:cNvPr>
          <p:cNvSpPr>
            <a:spLocks xmlns:a="http://schemas.openxmlformats.org/drawingml/2006/main" noGrp="1"/>
          </p:cNvSpPr>
          <p:nvPr/>
        </p:nvSpPr>
        <p:spPr>
          <a:xfrm xmlns:a="http://schemas.openxmlformats.org/drawingml/2006/main">
            <a:off x="9928225" y="3895725"/>
            <a:ext cx="1234440" cy="32385"/>
          </a:xfrm>
          <a:prstGeom xmlns:a="http://schemas.openxmlformats.org/drawingml/2006/main" prst="rect">
            <a:avLst/>
          </a:prstGeom>
          <a:solidFill xmlns:a="http://schemas.openxmlformats.org/drawingml/2006/main">
            <a:srgbClr val="117CB4"/>
          </a:solidFill>
          <a:ln xmlns:a="http://schemas.openxmlformats.org/drawingml/2006/main" w="0">
            <a:noFill/>
            <a:prstDash val="solid"/>
          </a:ln>
        </p:spPr>
      </p:sp>
      <p:sp>
        <p:nvSpPr>
          <p:cNvPr id="138" name="pdf-text-0138">
            <a:extLst xmlns:a="http://schemas.openxmlformats.org/drawingml/2006/main">
              <a:ext uri="{FF2B5EF4-FFF2-40B4-BE49-F238E27FC236}">
                <a16:creationId xmlns:a16="http://schemas.microsoft.com/office/drawing/2014/main" id="{5D9C7A2E-61CE-41E8-95EC-B85C169801BD}"/>
              </a:ext>
            </a:extLst>
          </p:cNvPr>
          <p:cNvSpPr>
            <a:spLocks xmlns:a="http://schemas.openxmlformats.org/drawingml/2006/main" noGrp="1"/>
          </p:cNvSpPr>
          <p:nvPr/>
        </p:nvSpPr>
        <p:spPr>
          <a:xfrm xmlns:a="http://schemas.openxmlformats.org/drawingml/2006/main">
            <a:off x="10257219" y="4098504"/>
            <a:ext cx="5730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张龙太</a:t>
            </a:r>
          </a:p>
        </p:txBody>
      </p:sp>
      <p:sp>
        <p:nvSpPr>
          <p:cNvPr id="139" name="pdf-text-0139">
            <a:extLst xmlns:a="http://schemas.openxmlformats.org/drawingml/2006/main">
              <a:ext uri="{FF2B5EF4-FFF2-40B4-BE49-F238E27FC236}">
                <a16:creationId xmlns:a16="http://schemas.microsoft.com/office/drawing/2014/main" id="{635B4988-A2AC-4F28-9F12-F9B11D54A3F9}"/>
              </a:ext>
            </a:extLst>
          </p:cNvPr>
          <p:cNvSpPr>
            <a:spLocks xmlns:a="http://schemas.openxmlformats.org/drawingml/2006/main" noGrp="1"/>
          </p:cNvSpPr>
          <p:nvPr/>
        </p:nvSpPr>
        <p:spPr>
          <a:xfrm xmlns:a="http://schemas.openxmlformats.org/drawingml/2006/main">
            <a:off x="10066719" y="435911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212121"/>
                </a:solidFill>
                <a:latin typeface="KaiTi"/>
                <a:ea typeface="KaiTi"/>
                <a:cs typeface="KaiTi"/>
              </a:defRPr>
            </a:pPr>
            <a:r>
              <a:rPr sz="1200" b="0" i="0">
                <a:solidFill>
                  <a:srgbClr val="212121"/>
                </a:solidFill>
                <a:latin typeface="KaiTi"/>
                <a:ea typeface="KaiTi"/>
                <a:cs typeface="KaiTi"/>
              </a:rPr>
              <a:t>供应链负责人</a:t>
            </a:r>
          </a:p>
        </p:txBody>
      </p:sp>
      <p:sp>
        <p:nvSpPr>
          <p:cNvPr id="140" name="pdf-text-0140">
            <a:extLst xmlns:a="http://schemas.openxmlformats.org/drawingml/2006/main">
              <a:ext uri="{FF2B5EF4-FFF2-40B4-BE49-F238E27FC236}">
                <a16:creationId xmlns:a16="http://schemas.microsoft.com/office/drawing/2014/main" id="{780E9C8F-83B2-4063-88B4-7D77E1A3C788}"/>
              </a:ext>
            </a:extLst>
          </p:cNvPr>
          <p:cNvSpPr>
            <a:spLocks xmlns:a="http://schemas.openxmlformats.org/drawingml/2006/main" noGrp="1"/>
          </p:cNvSpPr>
          <p:nvPr/>
        </p:nvSpPr>
        <p:spPr>
          <a:xfrm xmlns:a="http://schemas.openxmlformats.org/drawingml/2006/main">
            <a:off x="6750048" y="4732293"/>
            <a:ext cx="8237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1C2140"/>
                </a:solidFill>
                <a:latin typeface="Arial"/>
                <a:ea typeface="Arial"/>
                <a:cs typeface="Arial"/>
              </a:defRPr>
            </a:pPr>
            <a:r>
              <a:rPr sz="996" b="0" i="0">
                <a:solidFill>
                  <a:srgbClr val="1C2140"/>
                </a:solidFill>
                <a:latin typeface="Arial"/>
                <a:ea typeface="Arial"/>
                <a:cs typeface="Arial"/>
              </a:rPr>
              <a:t>•</a:t>
            </a:r>
          </a:p>
        </p:txBody>
      </p:sp>
      <p:sp>
        <p:nvSpPr>
          <p:cNvPr id="141" name="pdf-text-0141">
            <a:extLst xmlns:a="http://schemas.openxmlformats.org/drawingml/2006/main">
              <a:ext uri="{FF2B5EF4-FFF2-40B4-BE49-F238E27FC236}">
                <a16:creationId xmlns:a16="http://schemas.microsoft.com/office/drawing/2014/main" id="{81A86001-2FE2-43D1-9061-E7683F783B02}"/>
              </a:ext>
            </a:extLst>
          </p:cNvPr>
          <p:cNvSpPr>
            <a:spLocks xmlns:a="http://schemas.openxmlformats.org/drawingml/2006/main" noGrp="1"/>
          </p:cNvSpPr>
          <p:nvPr/>
        </p:nvSpPr>
        <p:spPr>
          <a:xfrm xmlns:a="http://schemas.openxmlformats.org/drawingml/2006/main">
            <a:off x="7036553" y="4731005"/>
            <a:ext cx="16535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10</a:t>
            </a:r>
          </a:p>
        </p:txBody>
      </p:sp>
      <p:sp>
        <p:nvSpPr>
          <p:cNvPr id="142" name="pdf-text-0142">
            <a:extLst xmlns:a="http://schemas.openxmlformats.org/drawingml/2006/main">
              <a:ext uri="{FF2B5EF4-FFF2-40B4-BE49-F238E27FC236}">
                <a16:creationId xmlns:a16="http://schemas.microsoft.com/office/drawing/2014/main" id="{7998F408-316F-49D8-9159-B7121D827874}"/>
              </a:ext>
            </a:extLst>
          </p:cNvPr>
          <p:cNvSpPr>
            <a:spLocks xmlns:a="http://schemas.openxmlformats.org/drawingml/2006/main" noGrp="1"/>
          </p:cNvSpPr>
          <p:nvPr/>
        </p:nvSpPr>
        <p:spPr>
          <a:xfrm xmlns:a="http://schemas.openxmlformats.org/drawingml/2006/main">
            <a:off x="7167598" y="4724490"/>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年</a:t>
            </a:r>
          </a:p>
        </p:txBody>
      </p:sp>
      <p:sp>
        <p:nvSpPr>
          <p:cNvPr id="143" name="pdf-text-0143">
            <a:extLst xmlns:a="http://schemas.openxmlformats.org/drawingml/2006/main">
              <a:ext uri="{FF2B5EF4-FFF2-40B4-BE49-F238E27FC236}">
                <a16:creationId xmlns:a16="http://schemas.microsoft.com/office/drawing/2014/main" id="{33F009D9-6101-41A0-90C0-26A40661D0B5}"/>
              </a:ext>
            </a:extLst>
          </p:cNvPr>
          <p:cNvSpPr>
            <a:spLocks xmlns:a="http://schemas.openxmlformats.org/drawingml/2006/main" noGrp="1"/>
          </p:cNvSpPr>
          <p:nvPr/>
        </p:nvSpPr>
        <p:spPr>
          <a:xfrm xmlns:a="http://schemas.openxmlformats.org/drawingml/2006/main">
            <a:off x="7298644" y="4731005"/>
            <a:ext cx="29672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SMT</a:t>
            </a:r>
          </a:p>
        </p:txBody>
      </p:sp>
      <p:sp>
        <p:nvSpPr>
          <p:cNvPr id="144" name="pdf-text-0144">
            <a:extLst xmlns:a="http://schemas.openxmlformats.org/drawingml/2006/main">
              <a:ext uri="{FF2B5EF4-FFF2-40B4-BE49-F238E27FC236}">
                <a16:creationId xmlns:a16="http://schemas.microsoft.com/office/drawing/2014/main" id="{5C5ADB6B-444C-4591-ADD4-E3BF6B289A3C}"/>
              </a:ext>
            </a:extLst>
          </p:cNvPr>
          <p:cNvSpPr>
            <a:spLocks xmlns:a="http://schemas.openxmlformats.org/drawingml/2006/main" noGrp="1"/>
          </p:cNvSpPr>
          <p:nvPr/>
        </p:nvSpPr>
        <p:spPr>
          <a:xfrm xmlns:a="http://schemas.openxmlformats.org/drawingml/2006/main">
            <a:off x="7560735" y="4724490"/>
            <a:ext cx="146456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行业经验，任职于矩子科</a:t>
            </a:r>
          </a:p>
        </p:txBody>
      </p:sp>
      <p:sp>
        <p:nvSpPr>
          <p:cNvPr id="145" name="pdf-text-0145">
            <a:extLst xmlns:a="http://schemas.openxmlformats.org/drawingml/2006/main">
              <a:ext uri="{FF2B5EF4-FFF2-40B4-BE49-F238E27FC236}">
                <a16:creationId xmlns:a16="http://schemas.microsoft.com/office/drawing/2014/main" id="{78B5639B-13DF-4CF5-AAA9-B13CE558F74F}"/>
              </a:ext>
            </a:extLst>
          </p:cNvPr>
          <p:cNvSpPr>
            <a:spLocks xmlns:a="http://schemas.openxmlformats.org/drawingml/2006/main" noGrp="1"/>
          </p:cNvSpPr>
          <p:nvPr/>
        </p:nvSpPr>
        <p:spPr>
          <a:xfrm xmlns:a="http://schemas.openxmlformats.org/drawingml/2006/main">
            <a:off x="7036553" y="4953061"/>
            <a:ext cx="67511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技多年负责</a:t>
            </a:r>
          </a:p>
        </p:txBody>
      </p:sp>
      <p:sp>
        <p:nvSpPr>
          <p:cNvPr id="146" name="pdf-text-0146">
            <a:extLst xmlns:a="http://schemas.openxmlformats.org/drawingml/2006/main">
              <a:ext uri="{FF2B5EF4-FFF2-40B4-BE49-F238E27FC236}">
                <a16:creationId xmlns:a16="http://schemas.microsoft.com/office/drawing/2014/main" id="{5897740E-C2E6-4987-96E6-80E0A026DA6A}"/>
              </a:ext>
            </a:extLst>
          </p:cNvPr>
          <p:cNvSpPr>
            <a:spLocks xmlns:a="http://schemas.openxmlformats.org/drawingml/2006/main" noGrp="1"/>
          </p:cNvSpPr>
          <p:nvPr/>
        </p:nvSpPr>
        <p:spPr>
          <a:xfrm xmlns:a="http://schemas.openxmlformats.org/drawingml/2006/main">
            <a:off x="7673566" y="4959576"/>
            <a:ext cx="58616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SMTAOI</a:t>
            </a:r>
          </a:p>
        </p:txBody>
      </p:sp>
      <p:sp>
        <p:nvSpPr>
          <p:cNvPr id="147" name="pdf-text-0147">
            <a:extLst xmlns:a="http://schemas.openxmlformats.org/drawingml/2006/main">
              <a:ext uri="{FF2B5EF4-FFF2-40B4-BE49-F238E27FC236}">
                <a16:creationId xmlns:a16="http://schemas.microsoft.com/office/drawing/2014/main" id="{EBCE9D0D-5AA7-411B-B648-13FF7EE1024C}"/>
              </a:ext>
            </a:extLst>
          </p:cNvPr>
          <p:cNvSpPr>
            <a:spLocks xmlns:a="http://schemas.openxmlformats.org/drawingml/2006/main" noGrp="1"/>
          </p:cNvSpPr>
          <p:nvPr/>
        </p:nvSpPr>
        <p:spPr>
          <a:xfrm xmlns:a="http://schemas.openxmlformats.org/drawingml/2006/main">
            <a:off x="8222162" y="4953061"/>
            <a:ext cx="80312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技术支持，负</a:t>
            </a:r>
          </a:p>
        </p:txBody>
      </p:sp>
      <p:sp>
        <p:nvSpPr>
          <p:cNvPr id="148" name="pdf-text-0148">
            <a:extLst xmlns:a="http://schemas.openxmlformats.org/drawingml/2006/main">
              <a:ext uri="{FF2B5EF4-FFF2-40B4-BE49-F238E27FC236}">
                <a16:creationId xmlns:a16="http://schemas.microsoft.com/office/drawing/2014/main" id="{AB1A7557-039E-49CC-BB6A-9E60774F8D72}"/>
              </a:ext>
            </a:extLst>
          </p:cNvPr>
          <p:cNvSpPr>
            <a:spLocks xmlns:a="http://schemas.openxmlformats.org/drawingml/2006/main" noGrp="1"/>
          </p:cNvSpPr>
          <p:nvPr/>
        </p:nvSpPr>
        <p:spPr>
          <a:xfrm xmlns:a="http://schemas.openxmlformats.org/drawingml/2006/main">
            <a:off x="7036426" y="5181632"/>
            <a:ext cx="198865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责和硕、立讯、富士康等众多头部</a:t>
            </a:r>
          </a:p>
        </p:txBody>
      </p:sp>
      <p:sp>
        <p:nvSpPr>
          <p:cNvPr id="149" name="pdf-text-0149">
            <a:extLst xmlns:a="http://schemas.openxmlformats.org/drawingml/2006/main">
              <a:ext uri="{FF2B5EF4-FFF2-40B4-BE49-F238E27FC236}">
                <a16:creationId xmlns:a16="http://schemas.microsoft.com/office/drawing/2014/main" id="{341BE9A9-B06A-4669-B293-43E5B62F8180}"/>
              </a:ext>
            </a:extLst>
          </p:cNvPr>
          <p:cNvSpPr>
            <a:spLocks xmlns:a="http://schemas.openxmlformats.org/drawingml/2006/main" noGrp="1"/>
          </p:cNvSpPr>
          <p:nvPr/>
        </p:nvSpPr>
        <p:spPr>
          <a:xfrm xmlns:a="http://schemas.openxmlformats.org/drawingml/2006/main">
            <a:off x="7036299" y="5410203"/>
            <a:ext cx="118715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客户技术评估、现场</a:t>
            </a:r>
          </a:p>
        </p:txBody>
      </p:sp>
      <p:sp>
        <p:nvSpPr>
          <p:cNvPr id="150" name="pdf-text-0150">
            <a:extLst xmlns:a="http://schemas.openxmlformats.org/drawingml/2006/main">
              <a:ext uri="{FF2B5EF4-FFF2-40B4-BE49-F238E27FC236}">
                <a16:creationId xmlns:a16="http://schemas.microsoft.com/office/drawing/2014/main" id="{BC557643-E792-43F6-B157-9BBB630E66B5}"/>
              </a:ext>
            </a:extLst>
          </p:cNvPr>
          <p:cNvSpPr>
            <a:spLocks xmlns:a="http://schemas.openxmlformats.org/drawingml/2006/main" noGrp="1"/>
          </p:cNvSpPr>
          <p:nvPr/>
        </p:nvSpPr>
        <p:spPr>
          <a:xfrm xmlns:a="http://schemas.openxmlformats.org/drawingml/2006/main">
            <a:off x="8185354" y="5416718"/>
            <a:ext cx="2010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PK</a:t>
            </a:r>
          </a:p>
        </p:txBody>
      </p:sp>
      <p:sp>
        <p:nvSpPr>
          <p:cNvPr id="151" name="pdf-text-0151">
            <a:extLst xmlns:a="http://schemas.openxmlformats.org/drawingml/2006/main">
              <a:ext uri="{FF2B5EF4-FFF2-40B4-BE49-F238E27FC236}">
                <a16:creationId xmlns:a16="http://schemas.microsoft.com/office/drawing/2014/main" id="{79F120AB-9271-400D-8E0A-D350DD306211}"/>
              </a:ext>
            </a:extLst>
          </p:cNvPr>
          <p:cNvSpPr>
            <a:spLocks xmlns:a="http://schemas.openxmlformats.org/drawingml/2006/main" noGrp="1"/>
          </p:cNvSpPr>
          <p:nvPr/>
        </p:nvSpPr>
        <p:spPr>
          <a:xfrm xmlns:a="http://schemas.openxmlformats.org/drawingml/2006/main">
            <a:off x="8348400" y="5410203"/>
            <a:ext cx="80312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和交付服务；</a:t>
            </a:r>
          </a:p>
        </p:txBody>
      </p:sp>
      <p:sp>
        <p:nvSpPr>
          <p:cNvPr id="152" name="pdf-text-0152">
            <a:extLst xmlns:a="http://schemas.openxmlformats.org/drawingml/2006/main">
              <a:ext uri="{FF2B5EF4-FFF2-40B4-BE49-F238E27FC236}">
                <a16:creationId xmlns:a16="http://schemas.microsoft.com/office/drawing/2014/main" id="{627D1287-8353-45E5-B313-6F131440584B}"/>
              </a:ext>
            </a:extLst>
          </p:cNvPr>
          <p:cNvSpPr>
            <a:spLocks xmlns:a="http://schemas.openxmlformats.org/drawingml/2006/main" noGrp="1"/>
          </p:cNvSpPr>
          <p:nvPr/>
        </p:nvSpPr>
        <p:spPr>
          <a:xfrm xmlns:a="http://schemas.openxmlformats.org/drawingml/2006/main">
            <a:off x="7036299" y="5638774"/>
            <a:ext cx="42061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后负责</a:t>
            </a:r>
          </a:p>
        </p:txBody>
      </p:sp>
      <p:sp>
        <p:nvSpPr>
          <p:cNvPr id="153" name="pdf-text-0153">
            <a:extLst xmlns:a="http://schemas.openxmlformats.org/drawingml/2006/main">
              <a:ext uri="{FF2B5EF4-FFF2-40B4-BE49-F238E27FC236}">
                <a16:creationId xmlns:a16="http://schemas.microsoft.com/office/drawing/2014/main" id="{1D60E489-B3AA-438E-A3E5-D4A9A4F34C7D}"/>
              </a:ext>
            </a:extLst>
          </p:cNvPr>
          <p:cNvSpPr>
            <a:spLocks xmlns:a="http://schemas.openxmlformats.org/drawingml/2006/main" noGrp="1"/>
          </p:cNvSpPr>
          <p:nvPr/>
        </p:nvSpPr>
        <p:spPr>
          <a:xfrm xmlns:a="http://schemas.openxmlformats.org/drawingml/2006/main">
            <a:off x="7418811" y="5645289"/>
            <a:ext cx="58617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SMTAOI</a:t>
            </a:r>
          </a:p>
        </p:txBody>
      </p:sp>
      <p:sp>
        <p:nvSpPr>
          <p:cNvPr id="154" name="pdf-text-0154">
            <a:extLst xmlns:a="http://schemas.openxmlformats.org/drawingml/2006/main">
              <a:ext uri="{FF2B5EF4-FFF2-40B4-BE49-F238E27FC236}">
                <a16:creationId xmlns:a16="http://schemas.microsoft.com/office/drawing/2014/main" id="{F3EFA88A-B044-4195-896F-8109AB28AB19}"/>
              </a:ext>
            </a:extLst>
          </p:cNvPr>
          <p:cNvSpPr>
            <a:spLocks xmlns:a="http://schemas.openxmlformats.org/drawingml/2006/main" noGrp="1"/>
          </p:cNvSpPr>
          <p:nvPr/>
        </p:nvSpPr>
        <p:spPr>
          <a:xfrm xmlns:a="http://schemas.openxmlformats.org/drawingml/2006/main">
            <a:off x="7967407" y="5638774"/>
            <a:ext cx="105762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销售数年，客户渠</a:t>
            </a:r>
          </a:p>
        </p:txBody>
      </p:sp>
      <p:sp>
        <p:nvSpPr>
          <p:cNvPr id="155" name="pdf-text-0155">
            <a:extLst xmlns:a="http://schemas.openxmlformats.org/drawingml/2006/main">
              <a:ext uri="{FF2B5EF4-FFF2-40B4-BE49-F238E27FC236}">
                <a16:creationId xmlns:a16="http://schemas.microsoft.com/office/drawing/2014/main" id="{9691F2D5-6F5C-43CA-999B-70B940A07EA8}"/>
              </a:ext>
            </a:extLst>
          </p:cNvPr>
          <p:cNvSpPr>
            <a:spLocks xmlns:a="http://schemas.openxmlformats.org/drawingml/2006/main" noGrp="1"/>
          </p:cNvSpPr>
          <p:nvPr/>
        </p:nvSpPr>
        <p:spPr>
          <a:xfrm xmlns:a="http://schemas.openxmlformats.org/drawingml/2006/main">
            <a:off x="7036172" y="5867345"/>
            <a:ext cx="120541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道覆盖国内外大部分</a:t>
            </a:r>
          </a:p>
        </p:txBody>
      </p:sp>
      <p:sp>
        <p:nvSpPr>
          <p:cNvPr id="156" name="pdf-text-0156">
            <a:extLst xmlns:a="http://schemas.openxmlformats.org/drawingml/2006/main">
              <a:ext uri="{FF2B5EF4-FFF2-40B4-BE49-F238E27FC236}">
                <a16:creationId xmlns:a16="http://schemas.microsoft.com/office/drawing/2014/main" id="{2DE8BBBE-E03E-4949-8B8C-C33A8C2F9DA8}"/>
              </a:ext>
            </a:extLst>
          </p:cNvPr>
          <p:cNvSpPr>
            <a:spLocks xmlns:a="http://schemas.openxmlformats.org/drawingml/2006/main" noGrp="1"/>
          </p:cNvSpPr>
          <p:nvPr/>
        </p:nvSpPr>
        <p:spPr>
          <a:xfrm xmlns:a="http://schemas.openxmlformats.org/drawingml/2006/main">
            <a:off x="8208121" y="5873860"/>
            <a:ext cx="29667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TimesNewRomanPSMT"/>
                <a:ea typeface="TimesNewRomanPSMT"/>
                <a:cs typeface="TimesNewRomanPSMT"/>
              </a:defRPr>
            </a:pPr>
            <a:r>
              <a:rPr sz="996" b="0" i="0">
                <a:solidFill>
                  <a:srgbClr val="212121"/>
                </a:solidFill>
                <a:latin typeface="TimesNewRomanPSMT"/>
                <a:ea typeface="TimesNewRomanPSMT"/>
                <a:cs typeface="TimesNewRomanPSMT"/>
              </a:rPr>
              <a:t>SMT</a:t>
            </a:r>
          </a:p>
        </p:txBody>
      </p:sp>
      <p:sp>
        <p:nvSpPr>
          <p:cNvPr id="157" name="pdf-text-0157">
            <a:extLst xmlns:a="http://schemas.openxmlformats.org/drawingml/2006/main">
              <a:ext uri="{FF2B5EF4-FFF2-40B4-BE49-F238E27FC236}">
                <a16:creationId xmlns:a16="http://schemas.microsoft.com/office/drawing/2014/main" id="{7089FBFD-3C45-4DE3-944C-4212B298DDEE}"/>
              </a:ext>
            </a:extLst>
          </p:cNvPr>
          <p:cNvSpPr>
            <a:spLocks xmlns:a="http://schemas.openxmlformats.org/drawingml/2006/main" noGrp="1"/>
          </p:cNvSpPr>
          <p:nvPr/>
        </p:nvSpPr>
        <p:spPr>
          <a:xfrm xmlns:a="http://schemas.openxmlformats.org/drawingml/2006/main">
            <a:off x="8470212" y="5867345"/>
            <a:ext cx="55470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核心生产</a:t>
            </a:r>
          </a:p>
        </p:txBody>
      </p:sp>
      <p:sp>
        <p:nvSpPr>
          <p:cNvPr id="158" name="pdf-text-0158">
            <a:extLst xmlns:a="http://schemas.openxmlformats.org/drawingml/2006/main">
              <a:ext uri="{FF2B5EF4-FFF2-40B4-BE49-F238E27FC236}">
                <a16:creationId xmlns:a16="http://schemas.microsoft.com/office/drawing/2014/main" id="{7B002BF6-C966-4B56-A420-6FE4A7A8832D}"/>
              </a:ext>
            </a:extLst>
          </p:cNvPr>
          <p:cNvSpPr>
            <a:spLocks xmlns:a="http://schemas.openxmlformats.org/drawingml/2006/main" noGrp="1"/>
          </p:cNvSpPr>
          <p:nvPr/>
        </p:nvSpPr>
        <p:spPr>
          <a:xfrm xmlns:a="http://schemas.openxmlformats.org/drawingml/2006/main">
            <a:off x="7036173" y="6095916"/>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212121"/>
                </a:solidFill>
                <a:latin typeface="KaiTi"/>
                <a:ea typeface="KaiTi"/>
                <a:cs typeface="KaiTi"/>
              </a:defRPr>
            </a:pPr>
            <a:r>
              <a:rPr sz="996" b="0" i="0">
                <a:solidFill>
                  <a:srgbClr val="212121"/>
                </a:solidFill>
                <a:latin typeface="KaiTi"/>
                <a:ea typeface="KaiTi"/>
                <a:cs typeface="KaiTi"/>
              </a:rPr>
              <a:t>型企业。</a:t>
            </a:r>
          </a:p>
        </p:txBody>
      </p:sp>
      <p:pic>
        <p:nvPicPr>
          <p:cNvPr id="318" name=""/>
          <p:cNvPicPr>
            <a:picLocks xmlns:a="http://schemas.openxmlformats.org/drawingml/2006/main" noChangeAspect="1"/>
          </p:cNvPicPr>
          <p:nvPr/>
        </p:nvPicPr>
        <p:blipFill>
          <a:blip xmlns:r="http://schemas.openxmlformats.org/officeDocument/2006/relationships" xmlns:a="http://schemas.openxmlformats.org/drawingml/2006/main" r:embed="Re872682c7a1d4b7d"/>
          <a:srcRect xmlns:a="http://schemas.openxmlformats.org/drawingml/2006/main" l="0" t="0" r="0" b="0"/>
          <a:stretch xmlns:a="http://schemas.openxmlformats.org/drawingml/2006/main">
            <a:fillRect l="0" t="0" r="0" b="0"/>
          </a:stretch>
        </p:blipFill>
        <p:spPr>
          <a:xfrm xmlns:a="http://schemas.openxmlformats.org/drawingml/2006/main">
            <a:off x="1854805" y="1110535"/>
            <a:ext cx="1584024" cy="2076832"/>
          </a:xfrm>
          <a:prstGeom xmlns:a="http://schemas.openxmlformats.org/drawingml/2006/main" prst="rect">
            <a:avLst/>
          </a:prstGeom>
        </p:spPr>
      </p:pic>
    </p:spTree>
    <p:extLst>
      <p:ext uri="{BB962C8B-B14F-4D97-AF65-F5344CB8AC3E}">
        <p14:creationId xmlns:p14="http://schemas.microsoft.com/office/powerpoint/2010/main" val="15697854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df-vector-0001">
            <a:extLst xmlns:a="http://schemas.openxmlformats.org/drawingml/2006/main">
              <a:ext uri="{FF2B5EF4-FFF2-40B4-BE49-F238E27FC236}">
                <a16:creationId xmlns:a16="http://schemas.microsoft.com/office/drawing/2014/main" id="{7BBBB424-0D7E-4F0A-8FB6-92F09FB995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b8faf362f194d75"/>
          <a:srcRect xmlns:a="http://schemas.openxmlformats.org/drawingml/2006/main" l="0" t="179" r="0" b="179"/>
          <a:stretch xmlns:a="http://schemas.openxmlformats.org/drawingml/2006/main">
            <a:fillRect l="0" t="0" r="0" b="0"/>
          </a:stretch>
        </p:blipFill>
        <p:spPr>
          <a:xfrm xmlns:a="http://schemas.openxmlformats.org/drawingml/2006/main">
            <a:off x="9978765" y="245716"/>
            <a:ext cx="1756035" cy="414631"/>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F244A6D1-5FE0-4964-A7F5-C0B77FEBB7DA}"/>
              </a:ext>
            </a:extLst>
          </p:cNvPr>
          <p:cNvSpPr>
            <a:spLocks xmlns:a="http://schemas.openxmlformats.org/drawingml/2006/main" noGrp="1"/>
          </p:cNvSpPr>
          <p:nvPr/>
        </p:nvSpPr>
        <p:spPr>
          <a:xfrm xmlns:a="http://schemas.openxmlformats.org/drawingml/2006/main">
            <a:off x="1130174" y="2974909"/>
            <a:ext cx="12664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70C0"/>
                </a:solidFill>
                <a:latin typeface="KaiTi"/>
                <a:ea typeface="KaiTi"/>
                <a:cs typeface="KaiTi"/>
              </a:defRPr>
            </a:pPr>
            <a:r>
              <a:rPr sz="4800" b="0" i="0">
                <a:solidFill>
                  <a:srgbClr val="0070C0"/>
                </a:solidFill>
                <a:latin typeface="KaiTi"/>
                <a:ea typeface="KaiTi"/>
                <a:cs typeface="KaiTi"/>
              </a:rPr>
              <a:t>03. </a:t>
            </a:r>
          </a:p>
        </p:txBody>
      </p:sp>
      <p:sp>
        <p:nvSpPr>
          <p:cNvPr id="4" name="pdf-text-0004">
            <a:extLst xmlns:a="http://schemas.openxmlformats.org/drawingml/2006/main">
              <a:ext uri="{FF2B5EF4-FFF2-40B4-BE49-F238E27FC236}">
                <a16:creationId xmlns:a16="http://schemas.microsoft.com/office/drawing/2014/main" id="{C8393966-60BB-4458-AB50-E16DB07B97A1}"/>
              </a:ext>
            </a:extLst>
          </p:cNvPr>
          <p:cNvSpPr>
            <a:spLocks xmlns:a="http://schemas.openxmlformats.org/drawingml/2006/main" noGrp="1"/>
          </p:cNvSpPr>
          <p:nvPr/>
        </p:nvSpPr>
        <p:spPr>
          <a:xfrm xmlns:a="http://schemas.openxmlformats.org/drawingml/2006/main">
            <a:off x="2361566" y="2974909"/>
            <a:ext cx="24856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0000"/>
                </a:solidFill>
                <a:latin typeface="KaiTi"/>
                <a:ea typeface="KaiTi"/>
                <a:cs typeface="KaiTi"/>
              </a:defRPr>
            </a:pPr>
            <a:r>
              <a:rPr sz="4800" b="0" i="0">
                <a:solidFill>
                  <a:srgbClr val="000000"/>
                </a:solidFill>
                <a:latin typeface="KaiTi"/>
                <a:ea typeface="KaiTi"/>
                <a:cs typeface="KaiTi"/>
              </a:rPr>
              <a:t>产品技术</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fdf5b0c840a478c"/>
          <a:srcRect xmlns:a="http://schemas.openxmlformats.org/drawingml/2006/main" l="23664" t="0" r="23664" b="0"/>
          <a:stretch xmlns:a="http://schemas.openxmlformats.org/drawingml/2006/main">
            <a:fillRect l="0" t="0" r="0" b="0"/>
          </a:stretch>
        </p:blipFill>
        <p:spPr>
          <a:xfrm xmlns:a="http://schemas.openxmlformats.org/drawingml/2006/main">
            <a:off x="6654798" y="1"/>
            <a:ext cx="5537199" cy="6857999"/>
          </a:xfrm>
          <a:prstGeom xmlns:a="http://schemas.openxmlformats.org/drawingml/2006/main" prst="rect">
            <a:avLst/>
          </a:prstGeom>
        </p:spPr>
      </p:pic>
      <p:sp>
        <p:nvSpPr>
          <p:cNvPr id="6" name="pdf-vector-0006">
            <a:extLst xmlns:a="http://schemas.openxmlformats.org/drawingml/2006/main">
              <a:ext uri="{FF2B5EF4-FFF2-40B4-BE49-F238E27FC236}">
                <a16:creationId xmlns:a16="http://schemas.microsoft.com/office/drawing/2014/main" id="{1D0EDC6C-F021-49F2-B9D8-BF7543E4A3CE}"/>
              </a:ext>
            </a:extLst>
          </p:cNvPr>
          <p:cNvSpPr>
            <a:spLocks xmlns:a="http://schemas.openxmlformats.org/drawingml/2006/main" noGrp="1"/>
          </p:cNvSpPr>
          <p:nvPr/>
        </p:nvSpPr>
        <p:spPr>
          <a:xfrm xmlns:a="http://schemas.openxmlformats.org/drawingml/2006/main">
            <a:off x="6460757" y="0"/>
            <a:ext cx="5731243" cy="6858000"/>
          </a:xfrm>
          <a:prstGeom xmlns:a="http://schemas.openxmlformats.org/drawingml/2006/main" prst="rect">
            <a:avLst/>
          </a:prstGeom>
          <a:solidFill xmlns:a="http://schemas.openxmlformats.org/drawingml/2006/main">
            <a:srgbClr val="FFFFFF">
              <a:alpha val="15000"/>
            </a:srgbClr>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98c13ea23e94718"/>
          <a:srcRect xmlns:a="http://schemas.openxmlformats.org/drawingml/2006/main" l="305" t="0" r="305" b="0"/>
          <a:stretch xmlns:a="http://schemas.openxmlformats.org/drawingml/2006/main">
            <a:fillRect l="0" t="0" r="0" b="0"/>
          </a:stretch>
        </p:blipFill>
        <p:spPr>
          <a:xfrm xmlns:a="http://schemas.openxmlformats.org/drawingml/2006/main">
            <a:off x="8078036" y="2590800"/>
            <a:ext cx="2690726" cy="1042032"/>
          </a:xfrm>
          <a:prstGeom xmlns:a="http://schemas.openxmlformats.org/drawingml/2006/main" prst="rect">
            <a:avLst/>
          </a:prstGeom>
        </p:spPr>
      </p:pic>
    </p:spTree>
    <p:extLst>
      <p:ext uri="{BB962C8B-B14F-4D97-AF65-F5344CB8AC3E}">
        <p14:creationId xmlns:p14="http://schemas.microsoft.com/office/powerpoint/2010/main" val="19770606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pdf-vector-0001">
            <a:extLst xmlns:a="http://schemas.openxmlformats.org/drawingml/2006/main">
              <a:ext uri="{FF2B5EF4-FFF2-40B4-BE49-F238E27FC236}">
                <a16:creationId xmlns:a16="http://schemas.microsoft.com/office/drawing/2014/main" id="{A6C2476C-88F6-4A80-9364-77DE2FC0F6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4c05c6d3b5c5456b"/>
          <a:srcRect xmlns:a="http://schemas.openxmlformats.org/drawingml/2006/main" l="0" t="0" r="0" b="0"/>
          <a:stretch xmlns:a="http://schemas.openxmlformats.org/drawingml/2006/main">
            <a:fillRect l="0" t="0" r="0" b="0"/>
          </a:stretch>
        </p:blipFill>
        <p:spPr>
          <a:xfrm xmlns:a="http://schemas.openxmlformats.org/drawingml/2006/main">
            <a:off x="1943100" y="203200"/>
            <a:ext cx="50800" cy="508000"/>
          </a:xfrm>
          <a:prstGeom xmlns:a="http://schemas.openxmlformats.org/drawingml/2006/main" prst="rect">
            <a:avLst/>
          </a:prstGeom>
        </p:spPr>
      </p:pic>
      <p:sp>
        <p:nvSpPr>
          <p:cNvPr id="3" name="pdf-vector-0003">
            <a:extLst xmlns:a="http://schemas.openxmlformats.org/drawingml/2006/main">
              <a:ext uri="{FF2B5EF4-FFF2-40B4-BE49-F238E27FC236}">
                <a16:creationId xmlns:a16="http://schemas.microsoft.com/office/drawing/2014/main" id="{916D1FC0-2EF0-469D-8633-EA031137B392}"/>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4" name="pdf-vector-0004">
            <a:extLst xmlns:a="http://schemas.openxmlformats.org/drawingml/2006/main">
              <a:ext uri="{FF2B5EF4-FFF2-40B4-BE49-F238E27FC236}">
                <a16:creationId xmlns:a16="http://schemas.microsoft.com/office/drawing/2014/main" id="{1CE8342B-F1E8-4354-9DBD-A1B3A1B2E6EA}"/>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5" name="pdf-text-0005">
            <a:extLst xmlns:a="http://schemas.openxmlformats.org/drawingml/2006/main">
              <a:ext uri="{FF2B5EF4-FFF2-40B4-BE49-F238E27FC236}">
                <a16:creationId xmlns:a16="http://schemas.microsoft.com/office/drawing/2014/main" id="{090EC78E-9352-4386-AFB7-0AB5B88E55E7}"/>
              </a:ext>
            </a:extLst>
          </p:cNvPr>
          <p:cNvSpPr>
            <a:spLocks xmlns:a="http://schemas.openxmlformats.org/drawingml/2006/main" noGrp="1"/>
          </p:cNvSpPr>
          <p:nvPr/>
        </p:nvSpPr>
        <p:spPr>
          <a:xfrm xmlns:a="http://schemas.openxmlformats.org/drawingml/2006/main">
            <a:off x="2112010" y="342419"/>
            <a:ext cx="1313694"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0" i="0">
                <a:solidFill>
                  <a:srgbClr val="212121"/>
                </a:solidFill>
                <a:latin typeface="KaiTi"/>
                <a:ea typeface="KaiTi"/>
                <a:cs typeface="KaiTi"/>
              </a:defRPr>
            </a:pPr>
            <a:r>
              <a:rPr sz="2004" b="0" i="0">
                <a:solidFill>
                  <a:srgbClr val="212121"/>
                </a:solidFill>
                <a:latin typeface="KaiTi"/>
                <a:ea typeface="KaiTi"/>
                <a:cs typeface="KaiTi"/>
              </a:rPr>
              <a:t>聚焦中后道</a:t>
            </a:r>
          </a:p>
        </p:txBody>
      </p:sp>
      <p:sp>
        <p:nvSpPr>
          <p:cNvPr id="6" name="pdf-text-0006">
            <a:extLst xmlns:a="http://schemas.openxmlformats.org/drawingml/2006/main">
              <a:ext uri="{FF2B5EF4-FFF2-40B4-BE49-F238E27FC236}">
                <a16:creationId xmlns:a16="http://schemas.microsoft.com/office/drawing/2014/main" id="{2E0E4463-4322-4380-8E55-273FA4510F55}"/>
              </a:ext>
            </a:extLst>
          </p:cNvPr>
          <p:cNvSpPr>
            <a:spLocks xmlns:a="http://schemas.openxmlformats.org/drawingml/2006/main" noGrp="1"/>
          </p:cNvSpPr>
          <p:nvPr/>
        </p:nvSpPr>
        <p:spPr>
          <a:xfrm xmlns:a="http://schemas.openxmlformats.org/drawingml/2006/main">
            <a:off x="3386074" y="341114"/>
            <a:ext cx="321520"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1" i="0">
                <a:solidFill>
                  <a:srgbClr val="212121"/>
                </a:solidFill>
                <a:latin typeface="TimesNewRomanPSMT"/>
                <a:ea typeface="TimesNewRomanPSMT"/>
                <a:cs typeface="TimesNewRomanPSMT"/>
              </a:defRPr>
            </a:pPr>
            <a:r>
              <a:rPr sz="2004" b="1" i="0">
                <a:solidFill>
                  <a:srgbClr val="212121"/>
                </a:solidFill>
                <a:latin typeface="TimesNewRomanPSMT"/>
                <a:ea typeface="TimesNewRomanPSMT"/>
                <a:cs typeface="TimesNewRomanPSMT"/>
              </a:rPr>
              <a:t>AI</a:t>
            </a:r>
          </a:p>
        </p:txBody>
      </p:sp>
      <p:sp>
        <p:nvSpPr>
          <p:cNvPr id="7" name="pdf-text-0007">
            <a:extLst xmlns:a="http://schemas.openxmlformats.org/drawingml/2006/main">
              <a:ext uri="{FF2B5EF4-FFF2-40B4-BE49-F238E27FC236}">
                <a16:creationId xmlns:a16="http://schemas.microsoft.com/office/drawing/2014/main" id="{900D49CD-8F8E-48D7-89E1-38F4262F2DAB}"/>
              </a:ext>
            </a:extLst>
          </p:cNvPr>
          <p:cNvSpPr>
            <a:spLocks xmlns:a="http://schemas.openxmlformats.org/drawingml/2006/main" noGrp="1"/>
          </p:cNvSpPr>
          <p:nvPr/>
        </p:nvSpPr>
        <p:spPr>
          <a:xfrm xmlns:a="http://schemas.openxmlformats.org/drawingml/2006/main">
            <a:off x="3668014" y="342419"/>
            <a:ext cx="2580127"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0" i="0">
                <a:solidFill>
                  <a:srgbClr val="212121"/>
                </a:solidFill>
                <a:latin typeface="KaiTi"/>
                <a:ea typeface="KaiTi"/>
                <a:cs typeface="KaiTi"/>
              </a:defRPr>
            </a:pPr>
            <a:r>
              <a:rPr sz="2004" b="0" i="0">
                <a:solidFill>
                  <a:srgbClr val="212121"/>
                </a:solidFill>
                <a:latin typeface="KaiTi"/>
                <a:ea typeface="KaiTi"/>
                <a:cs typeface="KaiTi"/>
              </a:rPr>
              <a:t>算力产业链量检测市场</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1379f9f1954f419d"/>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9" name="pdf-text-0009">
            <a:extLst xmlns:a="http://schemas.openxmlformats.org/drawingml/2006/main">
              <a:ext uri="{FF2B5EF4-FFF2-40B4-BE49-F238E27FC236}">
                <a16:creationId xmlns:a16="http://schemas.microsoft.com/office/drawing/2014/main" id="{C765A718-BF16-4ECC-AEE6-06CF07F98F13}"/>
              </a:ext>
            </a:extLst>
          </p:cNvPr>
          <p:cNvSpPr>
            <a:spLocks xmlns:a="http://schemas.openxmlformats.org/drawingml/2006/main" noGrp="1"/>
          </p:cNvSpPr>
          <p:nvPr/>
        </p:nvSpPr>
        <p:spPr>
          <a:xfrm xmlns:a="http://schemas.openxmlformats.org/drawingml/2006/main">
            <a:off x="594510" y="320541"/>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核心矩阵</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ac679f6ae82b4294"/>
          <a:srcRect xmlns:a="http://schemas.openxmlformats.org/drawingml/2006/main" l="3" t="0" r="3" b="0"/>
          <a:stretch xmlns:a="http://schemas.openxmlformats.org/drawingml/2006/main">
            <a:fillRect l="0" t="0" r="0" b="0"/>
          </a:stretch>
        </p:blipFill>
        <p:spPr>
          <a:xfrm xmlns:a="http://schemas.openxmlformats.org/drawingml/2006/main">
            <a:off x="358140" y="1750695"/>
            <a:ext cx="11229338" cy="4128095"/>
          </a:xfrm>
          <a:prstGeom xmlns:a="http://schemas.openxmlformats.org/drawingml/2006/main" prst="rect">
            <a:avLst/>
          </a:prstGeom>
        </p:spPr>
      </p:pic>
      <p:sp>
        <p:nvSpPr>
          <p:cNvPr id="11" name="pdf-vector-0011">
            <a:extLst xmlns:a="http://schemas.openxmlformats.org/drawingml/2006/main">
              <a:ext uri="{FF2B5EF4-FFF2-40B4-BE49-F238E27FC236}">
                <a16:creationId xmlns:a16="http://schemas.microsoft.com/office/drawing/2014/main" id="{C943E4A1-B620-4303-870D-C9E3768274CC}"/>
              </a:ext>
            </a:extLst>
          </p:cNvPr>
          <p:cNvSpPr>
            <a:spLocks xmlns:a="http://schemas.openxmlformats.org/drawingml/2006/main" noGrp="1"/>
          </p:cNvSpPr>
          <p:nvPr/>
        </p:nvSpPr>
        <p:spPr>
          <a:xfrm xmlns:a="http://schemas.openxmlformats.org/drawingml/2006/main">
            <a:off x="2600960" y="970915"/>
            <a:ext cx="4117340" cy="3347085"/>
          </a:xfrm>
          <a:prstGeom xmlns:a="http://schemas.openxmlformats.org/drawingml/2006/main" prst="rect">
            <a:avLst/>
          </a:prstGeom>
          <a:noFill xmlns:a="http://schemas.openxmlformats.org/drawingml/2006/main"/>
          <a:ln xmlns:a="http://schemas.openxmlformats.org/drawingml/2006/main" w="25400">
            <a:solidFill>
              <a:srgbClr val="9BBB59"/>
            </a:solidFill>
            <a:prstDash val="solid"/>
          </a:ln>
        </p:spPr>
      </p:sp>
      <p:sp>
        <p:nvSpPr>
          <p:cNvPr id="12" name="pdf-vector-0012">
            <a:extLst xmlns:a="http://schemas.openxmlformats.org/drawingml/2006/main">
              <a:ext uri="{FF2B5EF4-FFF2-40B4-BE49-F238E27FC236}">
                <a16:creationId xmlns:a16="http://schemas.microsoft.com/office/drawing/2014/main" id="{18E4AA65-03D7-4EC7-889B-1FB8FC64A1B1}"/>
              </a:ext>
            </a:extLst>
          </p:cNvPr>
          <p:cNvSpPr>
            <a:spLocks xmlns:a="http://schemas.openxmlformats.org/drawingml/2006/main" noGrp="1"/>
          </p:cNvSpPr>
          <p:nvPr/>
        </p:nvSpPr>
        <p:spPr>
          <a:xfrm xmlns:a="http://schemas.openxmlformats.org/drawingml/2006/main">
            <a:off x="7686040" y="970915"/>
            <a:ext cx="3728721" cy="3339465"/>
          </a:xfrm>
          <a:prstGeom xmlns:a="http://schemas.openxmlformats.org/drawingml/2006/main" prst="rect">
            <a:avLst/>
          </a:prstGeom>
          <a:noFill xmlns:a="http://schemas.openxmlformats.org/drawingml/2006/main"/>
          <a:ln xmlns:a="http://schemas.openxmlformats.org/drawingml/2006/main" w="25400">
            <a:solidFill>
              <a:srgbClr val="FFC000"/>
            </a:solidFill>
            <a:prstDash val="solid"/>
          </a:ln>
        </p:spPr>
      </p:sp>
      <p:sp>
        <p:nvSpPr>
          <p:cNvPr id="13" name="pdf-text-0013">
            <a:extLst xmlns:a="http://schemas.openxmlformats.org/drawingml/2006/main">
              <a:ext uri="{FF2B5EF4-FFF2-40B4-BE49-F238E27FC236}">
                <a16:creationId xmlns:a16="http://schemas.microsoft.com/office/drawing/2014/main" id="{08A5B507-093C-4F37-BC07-4092156E2B2D}"/>
              </a:ext>
            </a:extLst>
          </p:cNvPr>
          <p:cNvSpPr>
            <a:spLocks xmlns:a="http://schemas.openxmlformats.org/drawingml/2006/main" noGrp="1"/>
          </p:cNvSpPr>
          <p:nvPr/>
        </p:nvSpPr>
        <p:spPr>
          <a:xfrm xmlns:a="http://schemas.openxmlformats.org/drawingml/2006/main">
            <a:off x="8965531" y="1980247"/>
            <a:ext cx="99017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SMT/SIP 3D AOI </a:t>
            </a:r>
          </a:p>
        </p:txBody>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20d481938a4546d5"/>
          <a:srcRect xmlns:a="http://schemas.openxmlformats.org/drawingml/2006/main" l="13" t="0" r="13" b="0"/>
          <a:stretch xmlns:a="http://schemas.openxmlformats.org/drawingml/2006/main">
            <a:fillRect l="0" t="0" r="0" b="0"/>
          </a:stretch>
        </p:blipFill>
        <p:spPr>
          <a:xfrm xmlns:a="http://schemas.openxmlformats.org/drawingml/2006/main">
            <a:off x="9102153" y="2043006"/>
            <a:ext cx="712255" cy="712434"/>
          </a:xfrm>
          <a:prstGeom xmlns:a="http://schemas.openxmlformats.org/drawingml/2006/main" prst="rect">
            <a:avLst/>
          </a:prstGeom>
        </p:spPr>
      </p:pic>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a454a899186b42fd"/>
          <a:srcRect xmlns:a="http://schemas.openxmlformats.org/drawingml/2006/main" l="0" t="191" r="0" b="191"/>
          <a:stretch xmlns:a="http://schemas.openxmlformats.org/drawingml/2006/main">
            <a:fillRect l="0" t="0" r="0" b="0"/>
          </a:stretch>
        </p:blipFill>
        <p:spPr>
          <a:xfrm xmlns:a="http://schemas.openxmlformats.org/drawingml/2006/main">
            <a:off x="8251910" y="2043006"/>
            <a:ext cx="569569" cy="609651"/>
          </a:xfrm>
          <a:prstGeom xmlns:a="http://schemas.openxmlformats.org/drawingml/2006/main" prst="rect">
            <a:avLst/>
          </a:prstGeom>
        </p:spPr>
      </p:pic>
      <p:sp>
        <p:nvSpPr>
          <p:cNvPr id="16" name="pdf-vector-0016">
            <a:extLst xmlns:a="http://schemas.openxmlformats.org/drawingml/2006/main">
              <a:ext uri="{FF2B5EF4-FFF2-40B4-BE49-F238E27FC236}">
                <a16:creationId xmlns:a16="http://schemas.microsoft.com/office/drawing/2014/main" id="{C548DA37-2EFC-47A9-BBEC-0EDA07846447}"/>
              </a:ext>
            </a:extLst>
          </p:cNvPr>
          <p:cNvSpPr>
            <a:spLocks xmlns:a="http://schemas.openxmlformats.org/drawingml/2006/main" noGrp="1"/>
          </p:cNvSpPr>
          <p:nvPr/>
        </p:nvSpPr>
        <p:spPr>
          <a:xfrm xmlns:a="http://schemas.openxmlformats.org/drawingml/2006/main">
            <a:off x="8174990" y="1889125"/>
            <a:ext cx="690525" cy="876300"/>
          </a:xfrm>
          <a:prstGeom xmlns:a="http://schemas.openxmlformats.org/drawingml/2006/main" prst="rect">
            <a:avLst/>
          </a:prstGeom>
          <a:noFill xmlns:a="http://schemas.openxmlformats.org/drawingml/2006/main"/>
          <a:ln xmlns:a="http://schemas.openxmlformats.org/drawingml/2006/main" w="19050">
            <a:solidFill>
              <a:srgbClr val="FFC000"/>
            </a:solidFill>
            <a:prstDash val="dash"/>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fea0d469383d480f"/>
          <a:srcRect xmlns:a="http://schemas.openxmlformats.org/drawingml/2006/main" l="0" t="4" r="0" b="4"/>
          <a:stretch xmlns:a="http://schemas.openxmlformats.org/drawingml/2006/main">
            <a:fillRect l="0" t="0" r="0" b="0"/>
          </a:stretch>
        </p:blipFill>
        <p:spPr>
          <a:xfrm xmlns:a="http://schemas.openxmlformats.org/drawingml/2006/main">
            <a:off x="5862955" y="4408170"/>
            <a:ext cx="1512570" cy="1020445"/>
          </a:xfrm>
          <a:prstGeom xmlns:a="http://schemas.openxmlformats.org/drawingml/2006/main" prst="rect">
            <a:avLst/>
          </a:prstGeom>
        </p:spPr>
      </p:pic>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715ff0234b804809"/>
          <a:srcRect xmlns:a="http://schemas.openxmlformats.org/drawingml/2006/main" l="128" t="0" r="128" b="0"/>
          <a:stretch xmlns:a="http://schemas.openxmlformats.org/drawingml/2006/main">
            <a:fillRect l="0" t="0" r="0" b="0"/>
          </a:stretch>
        </p:blipFill>
        <p:spPr>
          <a:xfrm xmlns:a="http://schemas.openxmlformats.org/drawingml/2006/main">
            <a:off x="5452679" y="4482833"/>
            <a:ext cx="640090" cy="877838"/>
          </a:xfrm>
          <a:prstGeom xmlns:a="http://schemas.openxmlformats.org/drawingml/2006/main" prst="rect">
            <a:avLst/>
          </a:prstGeom>
        </p:spPr>
      </p:pic>
      <p:sp>
        <p:nvSpPr>
          <p:cNvPr id="19" name="pdf-vector-0019">
            <a:extLst xmlns:a="http://schemas.openxmlformats.org/drawingml/2006/main">
              <a:ext uri="{FF2B5EF4-FFF2-40B4-BE49-F238E27FC236}">
                <a16:creationId xmlns:a16="http://schemas.microsoft.com/office/drawing/2014/main" id="{E08D9458-253F-4775-8B5D-259DFCFBC0AE}"/>
              </a:ext>
            </a:extLst>
          </p:cNvPr>
          <p:cNvSpPr>
            <a:spLocks xmlns:a="http://schemas.openxmlformats.org/drawingml/2006/main" noGrp="1"/>
          </p:cNvSpPr>
          <p:nvPr/>
        </p:nvSpPr>
        <p:spPr>
          <a:xfrm xmlns:a="http://schemas.openxmlformats.org/drawingml/2006/main">
            <a:off x="5381625" y="4454284"/>
            <a:ext cx="774916" cy="906386"/>
          </a:xfrm>
          <a:prstGeom xmlns:a="http://schemas.openxmlformats.org/drawingml/2006/main" prst="rect">
            <a:avLst/>
          </a:prstGeom>
          <a:noFill xmlns:a="http://schemas.openxmlformats.org/drawingml/2006/main"/>
          <a:ln xmlns:a="http://schemas.openxmlformats.org/drawingml/2006/main" w="19050">
            <a:solidFill>
              <a:srgbClr val="4BACC6"/>
            </a:solidFill>
            <a:prstDash val="dash"/>
          </a:ln>
        </p:spPr>
      </p:sp>
      <p:sp>
        <p:nvSpPr>
          <p:cNvPr id="20" name="pdf-vector-0020">
            <a:extLst xmlns:a="http://schemas.openxmlformats.org/drawingml/2006/main">
              <a:ext uri="{FF2B5EF4-FFF2-40B4-BE49-F238E27FC236}">
                <a16:creationId xmlns:a16="http://schemas.microsoft.com/office/drawing/2014/main" id="{2FF03270-0165-4D1B-8D45-C41DC3C43408}"/>
              </a:ext>
            </a:extLst>
          </p:cNvPr>
          <p:cNvSpPr>
            <a:spLocks xmlns:a="http://schemas.openxmlformats.org/drawingml/2006/main" noGrp="1"/>
          </p:cNvSpPr>
          <p:nvPr/>
        </p:nvSpPr>
        <p:spPr>
          <a:xfrm xmlns:a="http://schemas.openxmlformats.org/drawingml/2006/main">
            <a:off x="6227585" y="4453674"/>
            <a:ext cx="820458" cy="906996"/>
          </a:xfrm>
          <a:prstGeom xmlns:a="http://schemas.openxmlformats.org/drawingml/2006/main" prst="rect">
            <a:avLst/>
          </a:prstGeom>
          <a:noFill xmlns:a="http://schemas.openxmlformats.org/drawingml/2006/main"/>
          <a:ln xmlns:a="http://schemas.openxmlformats.org/drawingml/2006/main" w="19050">
            <a:solidFill>
              <a:srgbClr val="4BACC6"/>
            </a:solidFill>
            <a:prstDash val="dash"/>
          </a:ln>
        </p:spPr>
      </p:sp>
      <p:sp>
        <p:nvSpPr>
          <p:cNvPr id="21" name="pdf-text-0021">
            <a:extLst xmlns:a="http://schemas.openxmlformats.org/drawingml/2006/main">
              <a:ext uri="{FF2B5EF4-FFF2-40B4-BE49-F238E27FC236}">
                <a16:creationId xmlns:a16="http://schemas.microsoft.com/office/drawing/2014/main" id="{69ACB538-5D66-428B-8BD6-1B2BDD46600D}"/>
              </a:ext>
            </a:extLst>
          </p:cNvPr>
          <p:cNvSpPr>
            <a:spLocks xmlns:a="http://schemas.openxmlformats.org/drawingml/2006/main" noGrp="1"/>
          </p:cNvSpPr>
          <p:nvPr/>
        </p:nvSpPr>
        <p:spPr>
          <a:xfrm xmlns:a="http://schemas.openxmlformats.org/drawingml/2006/main">
            <a:off x="6363894" y="4504817"/>
            <a:ext cx="59078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IGBT AOI</a:t>
            </a:r>
          </a:p>
        </p:txBody>
      </p:sp>
      <p:sp>
        <p:nvSpPr>
          <p:cNvPr id="22" name="pdf-text-0022">
            <a:extLst xmlns:a="http://schemas.openxmlformats.org/drawingml/2006/main">
              <a:ext uri="{FF2B5EF4-FFF2-40B4-BE49-F238E27FC236}">
                <a16:creationId xmlns:a16="http://schemas.microsoft.com/office/drawing/2014/main" id="{D8126C76-6F8B-4157-A2C5-AB55BF5084C8}"/>
              </a:ext>
            </a:extLst>
          </p:cNvPr>
          <p:cNvSpPr>
            <a:spLocks xmlns:a="http://schemas.openxmlformats.org/drawingml/2006/main" noGrp="1"/>
          </p:cNvSpPr>
          <p:nvPr/>
        </p:nvSpPr>
        <p:spPr>
          <a:xfrm xmlns:a="http://schemas.openxmlformats.org/drawingml/2006/main">
            <a:off x="3668855" y="1906013"/>
            <a:ext cx="5486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先进封装</a:t>
            </a:r>
          </a:p>
        </p:txBody>
      </p:sp>
      <p:sp>
        <p:nvSpPr>
          <p:cNvPr id="23" name="pdf-text-0023">
            <a:extLst xmlns:a="http://schemas.openxmlformats.org/drawingml/2006/main">
              <a:ext uri="{FF2B5EF4-FFF2-40B4-BE49-F238E27FC236}">
                <a16:creationId xmlns:a16="http://schemas.microsoft.com/office/drawing/2014/main" id="{897E2360-31A6-47A4-B9C8-960A822955A5}"/>
              </a:ext>
            </a:extLst>
          </p:cNvPr>
          <p:cNvSpPr>
            <a:spLocks xmlns:a="http://schemas.openxmlformats.org/drawingml/2006/main" noGrp="1"/>
          </p:cNvSpPr>
          <p:nvPr/>
        </p:nvSpPr>
        <p:spPr>
          <a:xfrm xmlns:a="http://schemas.openxmlformats.org/drawingml/2006/main">
            <a:off x="4180919" y="1905364"/>
            <a:ext cx="802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t>
            </a:r>
          </a:p>
        </p:txBody>
      </p:sp>
      <p:sp>
        <p:nvSpPr>
          <p:cNvPr id="24" name="pdf-text-0024">
            <a:extLst xmlns:a="http://schemas.openxmlformats.org/drawingml/2006/main">
              <a:ext uri="{FF2B5EF4-FFF2-40B4-BE49-F238E27FC236}">
                <a16:creationId xmlns:a16="http://schemas.microsoft.com/office/drawing/2014/main" id="{865EE8E4-75B2-4F0C-8D91-11225FE7603E}"/>
              </a:ext>
            </a:extLst>
          </p:cNvPr>
          <p:cNvSpPr>
            <a:spLocks xmlns:a="http://schemas.openxmlformats.org/drawingml/2006/main" noGrp="1"/>
          </p:cNvSpPr>
          <p:nvPr/>
        </p:nvSpPr>
        <p:spPr>
          <a:xfrm xmlns:a="http://schemas.openxmlformats.org/drawingml/2006/main">
            <a:off x="4223546" y="1904216"/>
            <a:ext cx="37756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Bump </a:t>
            </a:r>
          </a:p>
        </p:txBody>
      </p:sp>
      <p:sp>
        <p:nvSpPr>
          <p:cNvPr id="25" name="pdf-text-0025">
            <a:extLst xmlns:a="http://schemas.openxmlformats.org/drawingml/2006/main">
              <a:ext uri="{FF2B5EF4-FFF2-40B4-BE49-F238E27FC236}">
                <a16:creationId xmlns:a16="http://schemas.microsoft.com/office/drawing/2014/main" id="{C01B477F-34AE-466D-9A02-E34AE3B38A42}"/>
              </a:ext>
            </a:extLst>
          </p:cNvPr>
          <p:cNvSpPr>
            <a:spLocks xmlns:a="http://schemas.openxmlformats.org/drawingml/2006/main" noGrp="1"/>
          </p:cNvSpPr>
          <p:nvPr/>
        </p:nvSpPr>
        <p:spPr>
          <a:xfrm xmlns:a="http://schemas.openxmlformats.org/drawingml/2006/main">
            <a:off x="3987386" y="2059674"/>
            <a:ext cx="26159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AOI</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a4013c7763b94e26"/>
          <a:srcRect xmlns:a="http://schemas.openxmlformats.org/drawingml/2006/main" l="0" t="33" r="0" b="33"/>
          <a:stretch xmlns:a="http://schemas.openxmlformats.org/drawingml/2006/main">
            <a:fillRect l="0" t="0" r="0" b="0"/>
          </a:stretch>
        </p:blipFill>
        <p:spPr>
          <a:xfrm xmlns:a="http://schemas.openxmlformats.org/drawingml/2006/main">
            <a:off x="3732362" y="2118287"/>
            <a:ext cx="790956" cy="589788"/>
          </a:xfrm>
          <a:prstGeom xmlns:a="http://schemas.openxmlformats.org/drawingml/2006/main" prst="rect">
            <a:avLst/>
          </a:prstGeom>
        </p:spPr>
      </p:pic>
      <p:sp>
        <p:nvSpPr>
          <p:cNvPr id="27" name="pdf-vector-0027">
            <a:extLst xmlns:a="http://schemas.openxmlformats.org/drawingml/2006/main">
              <a:ext uri="{FF2B5EF4-FFF2-40B4-BE49-F238E27FC236}">
                <a16:creationId xmlns:a16="http://schemas.microsoft.com/office/drawing/2014/main" id="{B6063C01-C494-46F9-B474-8CF3ED3080C2}"/>
              </a:ext>
            </a:extLst>
          </p:cNvPr>
          <p:cNvSpPr>
            <a:spLocks xmlns:a="http://schemas.openxmlformats.org/drawingml/2006/main" noGrp="1"/>
          </p:cNvSpPr>
          <p:nvPr/>
        </p:nvSpPr>
        <p:spPr>
          <a:xfrm xmlns:a="http://schemas.openxmlformats.org/drawingml/2006/main">
            <a:off x="3648049" y="1812582"/>
            <a:ext cx="950023" cy="933221"/>
          </a:xfrm>
          <a:prstGeom xmlns:a="http://schemas.openxmlformats.org/drawingml/2006/main" prst="rect">
            <a:avLst/>
          </a:prstGeom>
          <a:noFill xmlns:a="http://schemas.openxmlformats.org/drawingml/2006/main"/>
          <a:ln xmlns:a="http://schemas.openxmlformats.org/drawingml/2006/main" w="19050">
            <a:solidFill>
              <a:srgbClr val="9BBB59"/>
            </a:solidFill>
            <a:prstDash val="dash"/>
          </a:ln>
        </p:spPr>
      </p:sp>
      <p:sp>
        <p:nvSpPr>
          <p:cNvPr id="28" name="pdf-vector-0028">
            <a:extLst xmlns:a="http://schemas.openxmlformats.org/drawingml/2006/main">
              <a:ext uri="{FF2B5EF4-FFF2-40B4-BE49-F238E27FC236}">
                <a16:creationId xmlns:a16="http://schemas.microsoft.com/office/drawing/2014/main" id="{F6CD6CC8-FC0B-4832-8DB0-4BA892B68DC8}"/>
              </a:ext>
            </a:extLst>
          </p:cNvPr>
          <p:cNvSpPr>
            <a:spLocks xmlns:a="http://schemas.openxmlformats.org/drawingml/2006/main" noGrp="1"/>
          </p:cNvSpPr>
          <p:nvPr/>
        </p:nvSpPr>
        <p:spPr>
          <a:xfrm xmlns:a="http://schemas.openxmlformats.org/drawingml/2006/main">
            <a:off x="2652395" y="1813154"/>
            <a:ext cx="946557" cy="933221"/>
          </a:xfrm>
          <a:prstGeom xmlns:a="http://schemas.openxmlformats.org/drawingml/2006/main" prst="rect">
            <a:avLst/>
          </a:prstGeom>
          <a:noFill xmlns:a="http://schemas.openxmlformats.org/drawingml/2006/main"/>
          <a:ln xmlns:a="http://schemas.openxmlformats.org/drawingml/2006/main" w="19050">
            <a:solidFill>
              <a:srgbClr val="9BBB59"/>
            </a:solidFill>
            <a:prstDash val="dash"/>
          </a:ln>
        </p:spPr>
      </p:sp>
      <p:sp>
        <p:nvSpPr>
          <p:cNvPr id="29" name="pdf-vector-0029">
            <a:extLst xmlns:a="http://schemas.openxmlformats.org/drawingml/2006/main">
              <a:ext uri="{FF2B5EF4-FFF2-40B4-BE49-F238E27FC236}">
                <a16:creationId xmlns:a16="http://schemas.microsoft.com/office/drawing/2014/main" id="{19A80B77-A627-4360-A094-694D012484D3}"/>
              </a:ext>
            </a:extLst>
          </p:cNvPr>
          <p:cNvSpPr>
            <a:spLocks xmlns:a="http://schemas.openxmlformats.org/drawingml/2006/main" noGrp="1"/>
          </p:cNvSpPr>
          <p:nvPr/>
        </p:nvSpPr>
        <p:spPr>
          <a:xfrm xmlns:a="http://schemas.openxmlformats.org/drawingml/2006/main">
            <a:off x="5715000" y="1813154"/>
            <a:ext cx="950023" cy="932650"/>
          </a:xfrm>
          <a:prstGeom xmlns:a="http://schemas.openxmlformats.org/drawingml/2006/main" prst="rect">
            <a:avLst/>
          </a:prstGeom>
          <a:noFill xmlns:a="http://schemas.openxmlformats.org/drawingml/2006/main"/>
          <a:ln xmlns:a="http://schemas.openxmlformats.org/drawingml/2006/main" w="19050">
            <a:solidFill>
              <a:srgbClr val="77933C"/>
            </a:solidFill>
            <a:prstDash val="dash"/>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e18821cd6a6646a2"/>
          <a:srcRect xmlns:a="http://schemas.openxmlformats.org/drawingml/2006/main" l="0" t="209" r="0" b="209"/>
          <a:stretch xmlns:a="http://schemas.openxmlformats.org/drawingml/2006/main">
            <a:fillRect l="0" t="0" r="0" b="0"/>
          </a:stretch>
        </p:blipFill>
        <p:spPr>
          <a:xfrm xmlns:a="http://schemas.openxmlformats.org/drawingml/2006/main">
            <a:off x="4790385" y="1907967"/>
            <a:ext cx="858777" cy="776346"/>
          </a:xfrm>
          <a:prstGeom xmlns:a="http://schemas.openxmlformats.org/drawingml/2006/main" prst="rect">
            <a:avLst/>
          </a:prstGeom>
        </p:spPr>
      </p:pic>
      <p:sp>
        <p:nvSpPr>
          <p:cNvPr id="31" name="pdf-vector-0031">
            <a:extLst xmlns:a="http://schemas.openxmlformats.org/drawingml/2006/main">
              <a:ext uri="{FF2B5EF4-FFF2-40B4-BE49-F238E27FC236}">
                <a16:creationId xmlns:a16="http://schemas.microsoft.com/office/drawing/2014/main" id="{7311DD40-34B2-4713-B8A0-F74B117EF3CC}"/>
              </a:ext>
            </a:extLst>
          </p:cNvPr>
          <p:cNvSpPr>
            <a:spLocks xmlns:a="http://schemas.openxmlformats.org/drawingml/2006/main" noGrp="1"/>
          </p:cNvSpPr>
          <p:nvPr/>
        </p:nvSpPr>
        <p:spPr>
          <a:xfrm xmlns:a="http://schemas.openxmlformats.org/drawingml/2006/main">
            <a:off x="4725708" y="1813154"/>
            <a:ext cx="946557" cy="932078"/>
          </a:xfrm>
          <a:prstGeom xmlns:a="http://schemas.openxmlformats.org/drawingml/2006/main" prst="rect">
            <a:avLst/>
          </a:prstGeom>
          <a:noFill xmlns:a="http://schemas.openxmlformats.org/drawingml/2006/main"/>
          <a:ln xmlns:a="http://schemas.openxmlformats.org/drawingml/2006/main" w="19050">
            <a:solidFill>
              <a:srgbClr val="77933C"/>
            </a:solidFill>
            <a:prstDash val="dash"/>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bc0935bcec014bc3"/>
          <a:srcRect xmlns:a="http://schemas.openxmlformats.org/drawingml/2006/main" l="179" t="0" r="179" b="0"/>
          <a:stretch xmlns:a="http://schemas.openxmlformats.org/drawingml/2006/main">
            <a:fillRect l="0" t="0" r="0" b="0"/>
          </a:stretch>
        </p:blipFill>
        <p:spPr>
          <a:xfrm xmlns:a="http://schemas.openxmlformats.org/drawingml/2006/main">
            <a:off x="5853604" y="2119437"/>
            <a:ext cx="683836" cy="564830"/>
          </a:xfrm>
          <a:prstGeom xmlns:a="http://schemas.openxmlformats.org/drawingml/2006/main" prst="rect">
            <a:avLst/>
          </a:prstGeom>
        </p:spPr>
      </p:pic>
      <p:sp>
        <p:nvSpPr>
          <p:cNvPr id="33" name="pdf-text-0033">
            <a:extLst xmlns:a="http://schemas.openxmlformats.org/drawingml/2006/main">
              <a:ext uri="{FF2B5EF4-FFF2-40B4-BE49-F238E27FC236}">
                <a16:creationId xmlns:a16="http://schemas.microsoft.com/office/drawing/2014/main" id="{962EBD08-E07E-4DEB-85FC-CB71F25B6AF6}"/>
              </a:ext>
            </a:extLst>
          </p:cNvPr>
          <p:cNvSpPr>
            <a:spLocks xmlns:a="http://schemas.openxmlformats.org/drawingml/2006/main" noGrp="1"/>
          </p:cNvSpPr>
          <p:nvPr/>
        </p:nvSpPr>
        <p:spPr>
          <a:xfrm xmlns:a="http://schemas.openxmlformats.org/drawingml/2006/main">
            <a:off x="5799848" y="1906013"/>
            <a:ext cx="5486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先进封装</a:t>
            </a:r>
          </a:p>
        </p:txBody>
      </p:sp>
      <p:sp>
        <p:nvSpPr>
          <p:cNvPr id="34" name="pdf-text-0034">
            <a:extLst xmlns:a="http://schemas.openxmlformats.org/drawingml/2006/main">
              <a:ext uri="{FF2B5EF4-FFF2-40B4-BE49-F238E27FC236}">
                <a16:creationId xmlns:a16="http://schemas.microsoft.com/office/drawing/2014/main" id="{B6CF4B18-FCED-42E0-A63C-41BBF1EB13C1}"/>
              </a:ext>
            </a:extLst>
          </p:cNvPr>
          <p:cNvSpPr>
            <a:spLocks xmlns:a="http://schemas.openxmlformats.org/drawingml/2006/main" noGrp="1"/>
          </p:cNvSpPr>
          <p:nvPr/>
        </p:nvSpPr>
        <p:spPr>
          <a:xfrm xmlns:a="http://schemas.openxmlformats.org/drawingml/2006/main">
            <a:off x="6311911" y="1905364"/>
            <a:ext cx="802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t>
            </a:r>
          </a:p>
        </p:txBody>
      </p:sp>
      <p:sp>
        <p:nvSpPr>
          <p:cNvPr id="35" name="pdf-text-0035">
            <a:extLst xmlns:a="http://schemas.openxmlformats.org/drawingml/2006/main">
              <a:ext uri="{FF2B5EF4-FFF2-40B4-BE49-F238E27FC236}">
                <a16:creationId xmlns:a16="http://schemas.microsoft.com/office/drawing/2014/main" id="{6893DCD6-4FB2-4234-B5B5-6C3DF9856962}"/>
              </a:ext>
            </a:extLst>
          </p:cNvPr>
          <p:cNvSpPr>
            <a:spLocks xmlns:a="http://schemas.openxmlformats.org/drawingml/2006/main" noGrp="1"/>
          </p:cNvSpPr>
          <p:nvPr/>
        </p:nvSpPr>
        <p:spPr>
          <a:xfrm xmlns:a="http://schemas.openxmlformats.org/drawingml/2006/main">
            <a:off x="6354539" y="1904216"/>
            <a:ext cx="32117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RDL </a:t>
            </a:r>
          </a:p>
        </p:txBody>
      </p:sp>
      <p:sp>
        <p:nvSpPr>
          <p:cNvPr id="36" name="pdf-text-0036">
            <a:extLst xmlns:a="http://schemas.openxmlformats.org/drawingml/2006/main">
              <a:ext uri="{FF2B5EF4-FFF2-40B4-BE49-F238E27FC236}">
                <a16:creationId xmlns:a16="http://schemas.microsoft.com/office/drawing/2014/main" id="{BCA2B66C-93EA-4175-8BF3-06FB04BF7D47}"/>
              </a:ext>
            </a:extLst>
          </p:cNvPr>
          <p:cNvSpPr>
            <a:spLocks xmlns:a="http://schemas.openxmlformats.org/drawingml/2006/main" noGrp="1"/>
          </p:cNvSpPr>
          <p:nvPr/>
        </p:nvSpPr>
        <p:spPr>
          <a:xfrm xmlns:a="http://schemas.openxmlformats.org/drawingml/2006/main">
            <a:off x="6090929" y="2059674"/>
            <a:ext cx="26159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AOI</a:t>
            </a:r>
          </a:p>
        </p:txBody>
      </p:sp>
      <p:sp>
        <p:nvSpPr>
          <p:cNvPr id="37" name="pdf-vector-0037">
            <a:extLst xmlns:a="http://schemas.openxmlformats.org/drawingml/2006/main">
              <a:ext uri="{FF2B5EF4-FFF2-40B4-BE49-F238E27FC236}">
                <a16:creationId xmlns:a16="http://schemas.microsoft.com/office/drawing/2014/main" id="{D9AB476D-CD00-43BD-B01F-EC92B4432EA3}"/>
              </a:ext>
            </a:extLst>
          </p:cNvPr>
          <p:cNvSpPr>
            <a:spLocks xmlns:a="http://schemas.openxmlformats.org/drawingml/2006/main" noGrp="1"/>
          </p:cNvSpPr>
          <p:nvPr/>
        </p:nvSpPr>
        <p:spPr>
          <a:xfrm xmlns:a="http://schemas.openxmlformats.org/drawingml/2006/main">
            <a:off x="5285105" y="2904490"/>
            <a:ext cx="3714750" cy="3358515"/>
          </a:xfrm>
          <a:prstGeom xmlns:a="http://schemas.openxmlformats.org/drawingml/2006/main" prst="rect">
            <a:avLst/>
          </a:prstGeom>
          <a:noFill xmlns:a="http://schemas.openxmlformats.org/drawingml/2006/main"/>
          <a:ln xmlns:a="http://schemas.openxmlformats.org/drawingml/2006/main" w="25400">
            <a:solidFill>
              <a:srgbClr val="4BACC6"/>
            </a:solidFill>
            <a:prstDash val="solid"/>
          </a:ln>
        </p:spPr>
      </p:sp>
      <p:sp>
        <p:nvSpPr>
          <p:cNvPr id="38" name="pdf-text-0038">
            <a:extLst xmlns:a="http://schemas.openxmlformats.org/drawingml/2006/main">
              <a:ext uri="{FF2B5EF4-FFF2-40B4-BE49-F238E27FC236}">
                <a16:creationId xmlns:a16="http://schemas.microsoft.com/office/drawing/2014/main" id="{1C413175-F172-4287-BCC5-652D727B4199}"/>
              </a:ext>
            </a:extLst>
          </p:cNvPr>
          <p:cNvSpPr>
            <a:spLocks xmlns:a="http://schemas.openxmlformats.org/drawingml/2006/main" noGrp="1"/>
          </p:cNvSpPr>
          <p:nvPr/>
        </p:nvSpPr>
        <p:spPr>
          <a:xfrm xmlns:a="http://schemas.openxmlformats.org/drawingml/2006/main">
            <a:off x="843534" y="2041088"/>
            <a:ext cx="647696"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硅衬底</a:t>
            </a:r>
          </a:p>
        </p:txBody>
      </p:sp>
      <p:sp>
        <p:nvSpPr>
          <p:cNvPr id="39" name="pdf-text-0039">
            <a:extLst xmlns:a="http://schemas.openxmlformats.org/drawingml/2006/main">
              <a:ext uri="{FF2B5EF4-FFF2-40B4-BE49-F238E27FC236}">
                <a16:creationId xmlns:a16="http://schemas.microsoft.com/office/drawing/2014/main" id="{537030A6-1EE3-4908-9BD6-4A1B905D35DD}"/>
              </a:ext>
            </a:extLst>
          </p:cNvPr>
          <p:cNvSpPr>
            <a:spLocks xmlns:a="http://schemas.openxmlformats.org/drawingml/2006/main" noGrp="1"/>
          </p:cNvSpPr>
          <p:nvPr/>
        </p:nvSpPr>
        <p:spPr>
          <a:xfrm xmlns:a="http://schemas.openxmlformats.org/drawingml/2006/main">
            <a:off x="1419382" y="5249094"/>
            <a:ext cx="445004"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光罩</a:t>
            </a:r>
          </a:p>
        </p:txBody>
      </p:sp>
      <p:sp>
        <p:nvSpPr>
          <p:cNvPr id="40" name="pdf-text-0040">
            <a:extLst xmlns:a="http://schemas.openxmlformats.org/drawingml/2006/main">
              <a:ext uri="{FF2B5EF4-FFF2-40B4-BE49-F238E27FC236}">
                <a16:creationId xmlns:a16="http://schemas.microsoft.com/office/drawing/2014/main" id="{F5889B74-53EB-4289-95A0-566F1F1CDBEB}"/>
              </a:ext>
            </a:extLst>
          </p:cNvPr>
          <p:cNvSpPr>
            <a:spLocks xmlns:a="http://schemas.openxmlformats.org/drawingml/2006/main" noGrp="1"/>
          </p:cNvSpPr>
          <p:nvPr/>
        </p:nvSpPr>
        <p:spPr>
          <a:xfrm xmlns:a="http://schemas.openxmlformats.org/drawingml/2006/main">
            <a:off x="4022090" y="3491698"/>
            <a:ext cx="119487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9BBB59"/>
                </a:solidFill>
                <a:latin typeface="KaiTi"/>
                <a:ea typeface="KaiTi"/>
                <a:cs typeface="KaiTi"/>
              </a:defRPr>
            </a:pPr>
            <a:r>
              <a:rPr sz="1404" b="0" i="0">
                <a:solidFill>
                  <a:srgbClr val="9BBB59"/>
                </a:solidFill>
                <a:latin typeface="KaiTi"/>
                <a:ea typeface="KaiTi"/>
                <a:cs typeface="KaiTi"/>
              </a:rPr>
              <a:t>中道/先进封装</a:t>
            </a:r>
          </a:p>
        </p:txBody>
      </p:sp>
      <p:sp>
        <p:nvSpPr>
          <p:cNvPr id="41" name="pdf-text-0041">
            <a:extLst xmlns:a="http://schemas.openxmlformats.org/drawingml/2006/main">
              <a:ext uri="{FF2B5EF4-FFF2-40B4-BE49-F238E27FC236}">
                <a16:creationId xmlns:a16="http://schemas.microsoft.com/office/drawing/2014/main" id="{BB798D35-04CD-4E17-80F0-2080CA114A91}"/>
              </a:ext>
            </a:extLst>
          </p:cNvPr>
          <p:cNvSpPr>
            <a:spLocks xmlns:a="http://schemas.openxmlformats.org/drawingml/2006/main" noGrp="1"/>
          </p:cNvSpPr>
          <p:nvPr/>
        </p:nvSpPr>
        <p:spPr>
          <a:xfrm xmlns:a="http://schemas.openxmlformats.org/drawingml/2006/main">
            <a:off x="6771243" y="3505606"/>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4BACC6"/>
                </a:solidFill>
                <a:latin typeface="KaiTi"/>
                <a:ea typeface="KaiTi"/>
                <a:cs typeface="KaiTi"/>
              </a:defRPr>
            </a:pPr>
            <a:r>
              <a:rPr sz="1404" b="0" i="0">
                <a:solidFill>
                  <a:srgbClr val="4BACC6"/>
                </a:solidFill>
                <a:latin typeface="KaiTi"/>
                <a:ea typeface="KaiTi"/>
                <a:cs typeface="KaiTi"/>
              </a:rPr>
              <a:t>后道封装</a:t>
            </a:r>
          </a:p>
        </p:txBody>
      </p:sp>
      <p:sp>
        <p:nvSpPr>
          <p:cNvPr id="42" name="pdf-text-0042">
            <a:extLst xmlns:a="http://schemas.openxmlformats.org/drawingml/2006/main">
              <a:ext uri="{FF2B5EF4-FFF2-40B4-BE49-F238E27FC236}">
                <a16:creationId xmlns:a16="http://schemas.microsoft.com/office/drawing/2014/main" id="{023B700E-7B78-47F7-9E07-4C190413CE6E}"/>
              </a:ext>
            </a:extLst>
          </p:cNvPr>
          <p:cNvSpPr>
            <a:spLocks xmlns:a="http://schemas.openxmlformats.org/drawingml/2006/main" noGrp="1"/>
          </p:cNvSpPr>
          <p:nvPr/>
        </p:nvSpPr>
        <p:spPr>
          <a:xfrm xmlns:a="http://schemas.openxmlformats.org/drawingml/2006/main">
            <a:off x="9525567" y="3126523"/>
            <a:ext cx="3056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C000"/>
                </a:solidFill>
                <a:latin typeface="KaiTi"/>
                <a:ea typeface="KaiTi"/>
                <a:cs typeface="KaiTi"/>
              </a:defRPr>
            </a:pPr>
            <a:r>
              <a:rPr sz="1404" b="0" i="0">
                <a:solidFill>
                  <a:srgbClr val="FFC000"/>
                </a:solidFill>
                <a:latin typeface="KaiTi"/>
                <a:ea typeface="KaiTi"/>
                <a:cs typeface="KaiTi"/>
              </a:rPr>
              <a:t>SMT</a:t>
            </a:r>
          </a:p>
        </p:txBody>
      </p:sp>
      <p:sp>
        <p:nvSpPr>
          <p:cNvPr id="43" name="pdf-vector-0043">
            <a:extLst xmlns:a="http://schemas.openxmlformats.org/drawingml/2006/main">
              <a:ext uri="{FF2B5EF4-FFF2-40B4-BE49-F238E27FC236}">
                <a16:creationId xmlns:a16="http://schemas.microsoft.com/office/drawing/2014/main" id="{1C1ED59D-EAD2-411A-B162-0C1B64B73355}"/>
              </a:ext>
            </a:extLst>
          </p:cNvPr>
          <p:cNvSpPr>
            <a:spLocks xmlns:a="http://schemas.openxmlformats.org/drawingml/2006/main" noGrp="1"/>
          </p:cNvSpPr>
          <p:nvPr/>
        </p:nvSpPr>
        <p:spPr>
          <a:xfrm xmlns:a="http://schemas.openxmlformats.org/drawingml/2006/main">
            <a:off x="7217410" y="4449204"/>
            <a:ext cx="774916" cy="906387"/>
          </a:xfrm>
          <a:prstGeom xmlns:a="http://schemas.openxmlformats.org/drawingml/2006/main" prst="rect">
            <a:avLst/>
          </a:prstGeom>
          <a:noFill xmlns:a="http://schemas.openxmlformats.org/drawingml/2006/main"/>
          <a:ln xmlns:a="http://schemas.openxmlformats.org/drawingml/2006/main" w="19050">
            <a:solidFill>
              <a:srgbClr val="4BACC6"/>
            </a:solidFill>
            <a:prstDash val="dash"/>
          </a:ln>
        </p:spPr>
      </p:sp>
      <p:sp>
        <p:nvSpPr>
          <p:cNvPr id="44" name="pdf-vector-0044">
            <a:extLst xmlns:a="http://schemas.openxmlformats.org/drawingml/2006/main">
              <a:ext uri="{FF2B5EF4-FFF2-40B4-BE49-F238E27FC236}">
                <a16:creationId xmlns:a16="http://schemas.microsoft.com/office/drawing/2014/main" id="{8AD183A2-FBE9-4CA2-AAED-861F5382076C}"/>
              </a:ext>
            </a:extLst>
          </p:cNvPr>
          <p:cNvSpPr>
            <a:spLocks xmlns:a="http://schemas.openxmlformats.org/drawingml/2006/main" noGrp="1"/>
          </p:cNvSpPr>
          <p:nvPr/>
        </p:nvSpPr>
        <p:spPr>
          <a:xfrm xmlns:a="http://schemas.openxmlformats.org/drawingml/2006/main">
            <a:off x="8063370" y="4448594"/>
            <a:ext cx="820458" cy="906996"/>
          </a:xfrm>
          <a:prstGeom xmlns:a="http://schemas.openxmlformats.org/drawingml/2006/main" prst="rect">
            <a:avLst/>
          </a:prstGeom>
          <a:noFill xmlns:a="http://schemas.openxmlformats.org/drawingml/2006/main"/>
          <a:ln xmlns:a="http://schemas.openxmlformats.org/drawingml/2006/main" w="19050">
            <a:solidFill>
              <a:srgbClr val="4BACC6"/>
            </a:solidFill>
            <a:prstDash val="dash"/>
          </a:ln>
        </p:spPr>
      </p:sp>
      <p:sp>
        <p:nvSpPr>
          <p:cNvPr id="45" name="pdf-text-0045">
            <a:extLst xmlns:a="http://schemas.openxmlformats.org/drawingml/2006/main">
              <a:ext uri="{FF2B5EF4-FFF2-40B4-BE49-F238E27FC236}">
                <a16:creationId xmlns:a16="http://schemas.microsoft.com/office/drawing/2014/main" id="{B001EFB3-1796-455C-9DD0-1A8E4A27FB07}"/>
              </a:ext>
            </a:extLst>
          </p:cNvPr>
          <p:cNvSpPr>
            <a:spLocks xmlns:a="http://schemas.openxmlformats.org/drawingml/2006/main" noGrp="1"/>
          </p:cNvSpPr>
          <p:nvPr/>
        </p:nvSpPr>
        <p:spPr>
          <a:xfrm xmlns:a="http://schemas.openxmlformats.org/drawingml/2006/main">
            <a:off x="8157039" y="4494747"/>
            <a:ext cx="42061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光模块</a:t>
            </a:r>
          </a:p>
        </p:txBody>
      </p:sp>
      <p:sp>
        <p:nvSpPr>
          <p:cNvPr id="46" name="pdf-text-0046">
            <a:extLst xmlns:a="http://schemas.openxmlformats.org/drawingml/2006/main">
              <a:ext uri="{FF2B5EF4-FFF2-40B4-BE49-F238E27FC236}">
                <a16:creationId xmlns:a16="http://schemas.microsoft.com/office/drawing/2014/main" id="{27572019-1101-4196-9289-DB9ABFB68623}"/>
              </a:ext>
            </a:extLst>
          </p:cNvPr>
          <p:cNvSpPr>
            <a:spLocks xmlns:a="http://schemas.openxmlformats.org/drawingml/2006/main" noGrp="1"/>
          </p:cNvSpPr>
          <p:nvPr/>
        </p:nvSpPr>
        <p:spPr>
          <a:xfrm xmlns:a="http://schemas.openxmlformats.org/drawingml/2006/main">
            <a:off x="8570035" y="4501261"/>
            <a:ext cx="26158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AOI</a:t>
            </a:r>
          </a:p>
        </p:txBody>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af0d8cada4184173"/>
          <a:srcRect xmlns:a="http://schemas.openxmlformats.org/drawingml/2006/main" l="0" t="39" r="0" b="39"/>
          <a:stretch xmlns:a="http://schemas.openxmlformats.org/drawingml/2006/main">
            <a:fillRect l="0" t="0" r="0" b="0"/>
          </a:stretch>
        </p:blipFill>
        <p:spPr>
          <a:xfrm xmlns:a="http://schemas.openxmlformats.org/drawingml/2006/main">
            <a:off x="8104504" y="4642484"/>
            <a:ext cx="760730" cy="675005"/>
          </a:xfrm>
          <a:prstGeom xmlns:a="http://schemas.openxmlformats.org/drawingml/2006/main" prst="rect">
            <a:avLst/>
          </a:prstGeom>
        </p:spPr>
      </p:pic>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30cf33ee9da5447f"/>
          <a:srcRect xmlns:a="http://schemas.openxmlformats.org/drawingml/2006/main" l="169" t="0" r="169" b="0"/>
          <a:stretch xmlns:a="http://schemas.openxmlformats.org/drawingml/2006/main">
            <a:fillRect l="0" t="0" r="0" b="0"/>
          </a:stretch>
        </p:blipFill>
        <p:spPr>
          <a:xfrm xmlns:a="http://schemas.openxmlformats.org/drawingml/2006/main">
            <a:off x="7316470" y="4523740"/>
            <a:ext cx="615950" cy="793750"/>
          </a:xfrm>
          <a:prstGeom xmlns:a="http://schemas.openxmlformats.org/drawingml/2006/main" prst="rect">
            <a:avLst/>
          </a:prstGeom>
        </p:spPr>
      </p:pic>
      <p:pic>
        <p:nvPicPr>
          <p:cNvPr id="117" name=""/>
          <p:cNvPicPr>
            <a:picLocks xmlns:a="http://schemas.openxmlformats.org/drawingml/2006/main" noChangeAspect="1"/>
          </p:cNvPicPr>
          <p:nvPr/>
        </p:nvPicPr>
        <p:blipFill>
          <a:blip xmlns:r="http://schemas.openxmlformats.org/officeDocument/2006/relationships" xmlns:a="http://schemas.openxmlformats.org/drawingml/2006/main" r:embed="Rac64f9fd90104610"/>
          <a:srcRect xmlns:a="http://schemas.openxmlformats.org/drawingml/2006/main" l="158" t="0" r="158" b="0"/>
          <a:stretch xmlns:a="http://schemas.openxmlformats.org/drawingml/2006/main">
            <a:fillRect l="0" t="0" r="0" b="0"/>
          </a:stretch>
        </p:blipFill>
        <p:spPr>
          <a:xfrm xmlns:a="http://schemas.openxmlformats.org/drawingml/2006/main">
            <a:off x="2665730" y="1935480"/>
            <a:ext cx="939744" cy="772423"/>
          </a:xfrm>
          <a:prstGeom xmlns:a="http://schemas.openxmlformats.org/drawingml/2006/main" prst="rect">
            <a:avLst/>
          </a:prstGeom>
        </p:spPr>
      </p:pic>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66826fabd5a04443"/>
          <a:srcRect xmlns:a="http://schemas.openxmlformats.org/drawingml/2006/main" l="0" t="532" r="0" b="532"/>
          <a:stretch xmlns:a="http://schemas.openxmlformats.org/drawingml/2006/main">
            <a:fillRect l="0" t="0" r="0" b="0"/>
          </a:stretch>
        </p:blipFill>
        <p:spPr>
          <a:xfrm xmlns:a="http://schemas.openxmlformats.org/drawingml/2006/main">
            <a:off x="8063229" y="5516245"/>
            <a:ext cx="886460" cy="300355"/>
          </a:xfrm>
          <a:prstGeom xmlns:a="http://schemas.openxmlformats.org/drawingml/2006/main" prst="rect">
            <a:avLst/>
          </a:prstGeom>
        </p:spPr>
      </p:pic>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f1ac96f63e344ca5"/>
          <a:srcRect xmlns:a="http://schemas.openxmlformats.org/drawingml/2006/main" l="0" t="411" r="0" b="411"/>
          <a:stretch xmlns:a="http://schemas.openxmlformats.org/drawingml/2006/main">
            <a:fillRect l="0" t="0" r="0" b="0"/>
          </a:stretch>
        </p:blipFill>
        <p:spPr>
          <a:xfrm xmlns:a="http://schemas.openxmlformats.org/drawingml/2006/main">
            <a:off x="7091679" y="5770245"/>
            <a:ext cx="1082675" cy="374015"/>
          </a:xfrm>
          <a:prstGeom xmlns:a="http://schemas.openxmlformats.org/drawingml/2006/main" prst="rect">
            <a:avLst/>
          </a:prstGeom>
        </p:spPr>
      </p:pic>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76697dd77ae04f4e"/>
          <a:srcRect xmlns:a="http://schemas.openxmlformats.org/drawingml/2006/main" l="0" t="356" r="0" b="356"/>
          <a:stretch xmlns:a="http://schemas.openxmlformats.org/drawingml/2006/main">
            <a:fillRect l="0" t="0" r="0" b="0"/>
          </a:stretch>
        </p:blipFill>
        <p:spPr>
          <a:xfrm xmlns:a="http://schemas.openxmlformats.org/drawingml/2006/main">
            <a:off x="7204710" y="5497195"/>
            <a:ext cx="860205" cy="318779"/>
          </a:xfrm>
          <a:prstGeom xmlns:a="http://schemas.openxmlformats.org/drawingml/2006/main" prst="rect">
            <a:avLst/>
          </a:prstGeom>
        </p:spPr>
      </p:pic>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c324986522db474f"/>
          <a:srcRect xmlns:a="http://schemas.openxmlformats.org/drawingml/2006/main" l="0" t="34" r="0" b="34"/>
          <a:stretch xmlns:a="http://schemas.openxmlformats.org/drawingml/2006/main">
            <a:fillRect l="0" t="0" r="0" b="0"/>
          </a:stretch>
        </p:blipFill>
        <p:spPr>
          <a:xfrm xmlns:a="http://schemas.openxmlformats.org/drawingml/2006/main">
            <a:off x="6228079" y="5828029"/>
            <a:ext cx="798830" cy="254000"/>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da711db79ff1489e"/>
          <a:srcRect xmlns:a="http://schemas.openxmlformats.org/drawingml/2006/main" l="0" t="142" r="0" b="142"/>
          <a:stretch xmlns:a="http://schemas.openxmlformats.org/drawingml/2006/main">
            <a:fillRect l="0" t="0" r="0" b="0"/>
          </a:stretch>
        </p:blipFill>
        <p:spPr>
          <a:xfrm xmlns:a="http://schemas.openxmlformats.org/drawingml/2006/main">
            <a:off x="5452745" y="5509895"/>
            <a:ext cx="589542" cy="260603"/>
          </a:xfrm>
          <a:prstGeom xmlns:a="http://schemas.openxmlformats.org/drawingml/2006/main" prst="rect">
            <a:avLst/>
          </a:prstGeom>
        </p:spPr>
      </p:pic>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a351230333bc4993"/>
          <a:srcRect xmlns:a="http://schemas.openxmlformats.org/drawingml/2006/main" l="50" t="0" r="50" b="0"/>
          <a:stretch xmlns:a="http://schemas.openxmlformats.org/drawingml/2006/main">
            <a:fillRect l="0" t="0" r="0" b="0"/>
          </a:stretch>
        </p:blipFill>
        <p:spPr>
          <a:xfrm xmlns:a="http://schemas.openxmlformats.org/drawingml/2006/main">
            <a:off x="6227444" y="5516245"/>
            <a:ext cx="787771" cy="230503"/>
          </a:xfrm>
          <a:prstGeom xmlns:a="http://schemas.openxmlformats.org/drawingml/2006/main" prst="rect">
            <a:avLst/>
          </a:prstGeom>
        </p:spPr>
      </p:pic>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c51fc792d62b4949"/>
          <a:srcRect xmlns:a="http://schemas.openxmlformats.org/drawingml/2006/main" l="39" t="0" r="39" b="0"/>
          <a:stretch xmlns:a="http://schemas.openxmlformats.org/drawingml/2006/main">
            <a:fillRect l="0" t="0" r="0" b="0"/>
          </a:stretch>
        </p:blipFill>
        <p:spPr>
          <a:xfrm xmlns:a="http://schemas.openxmlformats.org/drawingml/2006/main">
            <a:off x="5376545" y="5824855"/>
            <a:ext cx="765810" cy="231140"/>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8a4a4c1634ff48e8"/>
          <a:srcRect xmlns:a="http://schemas.openxmlformats.org/drawingml/2006/main" l="0" t="527" r="0" b="527"/>
          <a:stretch xmlns:a="http://schemas.openxmlformats.org/drawingml/2006/main">
            <a:fillRect l="0" t="0" r="0" b="0"/>
          </a:stretch>
        </p:blipFill>
        <p:spPr>
          <a:xfrm xmlns:a="http://schemas.openxmlformats.org/drawingml/2006/main">
            <a:off x="3923029" y="1273175"/>
            <a:ext cx="1520190" cy="240665"/>
          </a:xfrm>
          <a:prstGeom xmlns:a="http://schemas.openxmlformats.org/drawingml/2006/main" prst="rect">
            <a:avLst/>
          </a:prstGeom>
        </p:spPr>
      </p:pic>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34d2cafe13df4819"/>
          <a:srcRect xmlns:a="http://schemas.openxmlformats.org/drawingml/2006/main" l="93" t="0" r="93" b="0"/>
          <a:stretch xmlns:a="http://schemas.openxmlformats.org/drawingml/2006/main">
            <a:fillRect l="0" t="0" r="0" b="0"/>
          </a:stretch>
        </p:blipFill>
        <p:spPr>
          <a:xfrm xmlns:a="http://schemas.openxmlformats.org/drawingml/2006/main">
            <a:off x="2698115" y="1187450"/>
            <a:ext cx="1106170" cy="340995"/>
          </a:xfrm>
          <a:prstGeom xmlns:a="http://schemas.openxmlformats.org/drawingml/2006/main" prst="rect">
            <a:avLst/>
          </a:prstGeom>
        </p:spPr>
      </p:pic>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242adeb272c04ff5"/>
          <a:srcRect xmlns:a="http://schemas.openxmlformats.org/drawingml/2006/main" l="0" t="278" r="0" b="278"/>
          <a:stretch xmlns:a="http://schemas.openxmlformats.org/drawingml/2006/main">
            <a:fillRect l="0" t="0" r="0" b="0"/>
          </a:stretch>
        </p:blipFill>
        <p:spPr>
          <a:xfrm xmlns:a="http://schemas.openxmlformats.org/drawingml/2006/main">
            <a:off x="5559425" y="1289685"/>
            <a:ext cx="1005205" cy="224155"/>
          </a:xfrm>
          <a:prstGeom xmlns:a="http://schemas.openxmlformats.org/drawingml/2006/main" prst="rect">
            <a:avLst/>
          </a:prstGeom>
        </p:spPr>
      </p:pic>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17ea6d63d5dd4b88"/>
          <a:srcRect xmlns:a="http://schemas.openxmlformats.org/drawingml/2006/main" l="575" t="0" r="575" b="0"/>
          <a:stretch xmlns:a="http://schemas.openxmlformats.org/drawingml/2006/main">
            <a:fillRect l="0" t="0" r="0" b="0"/>
          </a:stretch>
        </p:blipFill>
        <p:spPr>
          <a:xfrm xmlns:a="http://schemas.openxmlformats.org/drawingml/2006/main">
            <a:off x="8206740" y="1144270"/>
            <a:ext cx="774700" cy="230505"/>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49a4431804694a3f"/>
          <a:srcRect xmlns:a="http://schemas.openxmlformats.org/drawingml/2006/main" l="0" t="132" r="0" b="132"/>
          <a:stretch xmlns:a="http://schemas.openxmlformats.org/drawingml/2006/main">
            <a:fillRect l="0" t="0" r="0" b="0"/>
          </a:stretch>
        </p:blipFill>
        <p:spPr>
          <a:xfrm xmlns:a="http://schemas.openxmlformats.org/drawingml/2006/main">
            <a:off x="9882504" y="1271904"/>
            <a:ext cx="881380" cy="642620"/>
          </a:xfrm>
          <a:prstGeom xmlns:a="http://schemas.openxmlformats.org/drawingml/2006/main" prst="rect">
            <a:avLst/>
          </a:prstGeom>
        </p:spPr>
      </p:pic>
      <p:pic>
        <p:nvPicPr>
          <p:cNvPr id="130" name=""/>
          <p:cNvPicPr>
            <a:picLocks xmlns:a="http://schemas.openxmlformats.org/drawingml/2006/main" noChangeAspect="1"/>
          </p:cNvPicPr>
          <p:nvPr/>
        </p:nvPicPr>
        <p:blipFill>
          <a:blip xmlns:r="http://schemas.openxmlformats.org/officeDocument/2006/relationships" xmlns:a="http://schemas.openxmlformats.org/drawingml/2006/main" r:embed="R7c8cc2f52ea44007"/>
          <a:srcRect xmlns:a="http://schemas.openxmlformats.org/drawingml/2006/main" l="312" t="0" r="312" b="0"/>
          <a:stretch xmlns:a="http://schemas.openxmlformats.org/drawingml/2006/main">
            <a:fillRect l="0" t="0" r="0" b="0"/>
          </a:stretch>
        </p:blipFill>
        <p:spPr>
          <a:xfrm xmlns:a="http://schemas.openxmlformats.org/drawingml/2006/main">
            <a:off x="9087485" y="1437005"/>
            <a:ext cx="726948" cy="298704"/>
          </a:xfrm>
          <a:prstGeom xmlns:a="http://schemas.openxmlformats.org/drawingml/2006/main" prst="rect">
            <a:avLst/>
          </a:prstGeom>
        </p:spPr>
      </p:pic>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f23b613698f74b8f"/>
          <a:srcRect xmlns:a="http://schemas.openxmlformats.org/drawingml/2006/main" l="162" t="0" r="162" b="0"/>
          <a:stretch xmlns:a="http://schemas.openxmlformats.org/drawingml/2006/main">
            <a:fillRect l="0" t="0" r="0" b="0"/>
          </a:stretch>
        </p:blipFill>
        <p:spPr>
          <a:xfrm xmlns:a="http://schemas.openxmlformats.org/drawingml/2006/main">
            <a:off x="9232899" y="1058545"/>
            <a:ext cx="476250" cy="368935"/>
          </a:xfrm>
          <a:prstGeom xmlns:a="http://schemas.openxmlformats.org/drawingml/2006/main" prst="rect">
            <a:avLst/>
          </a:prstGeom>
        </p:spPr>
      </p:pic>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1067ed72a7a54bfc"/>
          <a:srcRect xmlns:a="http://schemas.openxmlformats.org/drawingml/2006/main" l="0" t="1" r="0" b="1"/>
          <a:stretch xmlns:a="http://schemas.openxmlformats.org/drawingml/2006/main">
            <a:fillRect l="0" t="0" r="0" b="0"/>
          </a:stretch>
        </p:blipFill>
        <p:spPr>
          <a:xfrm xmlns:a="http://schemas.openxmlformats.org/drawingml/2006/main">
            <a:off x="8119745" y="1374775"/>
            <a:ext cx="977243" cy="359798"/>
          </a:xfrm>
          <a:prstGeom xmlns:a="http://schemas.openxmlformats.org/drawingml/2006/main" prst="rect">
            <a:avLst/>
          </a:prstGeom>
        </p:spPr>
      </p:pic>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21f4f270066643ce"/>
          <a:srcRect xmlns:a="http://schemas.openxmlformats.org/drawingml/2006/main" l="0" t="731" r="0" b="731"/>
          <a:stretch xmlns:a="http://schemas.openxmlformats.org/drawingml/2006/main">
            <a:fillRect l="0" t="0" r="0" b="0"/>
          </a:stretch>
        </p:blipFill>
        <p:spPr>
          <a:xfrm xmlns:a="http://schemas.openxmlformats.org/drawingml/2006/main">
            <a:off x="9998708" y="1169671"/>
            <a:ext cx="648970" cy="203200"/>
          </a:xfrm>
          <a:prstGeom xmlns:a="http://schemas.openxmlformats.org/drawingml/2006/main" prst="rect">
            <a:avLst/>
          </a:prstGeom>
        </p:spPr>
      </p:pic>
      <p:sp>
        <p:nvSpPr>
          <p:cNvPr id="66" name="pdf-vector-0066">
            <a:extLst xmlns:a="http://schemas.openxmlformats.org/drawingml/2006/main">
              <a:ext uri="{FF2B5EF4-FFF2-40B4-BE49-F238E27FC236}">
                <a16:creationId xmlns:a16="http://schemas.microsoft.com/office/drawing/2014/main" id="{C57DE726-F1E3-41A8-BF15-BD82A10EC11C}"/>
              </a:ext>
            </a:extLst>
          </p:cNvPr>
          <p:cNvSpPr>
            <a:spLocks xmlns:a="http://schemas.openxmlformats.org/drawingml/2006/main" noGrp="1"/>
          </p:cNvSpPr>
          <p:nvPr/>
        </p:nvSpPr>
        <p:spPr>
          <a:xfrm xmlns:a="http://schemas.openxmlformats.org/drawingml/2006/main">
            <a:off x="8925408" y="1889125"/>
            <a:ext cx="1001738" cy="876884"/>
          </a:xfrm>
          <a:prstGeom xmlns:a="http://schemas.openxmlformats.org/drawingml/2006/main" prst="rect">
            <a:avLst/>
          </a:prstGeom>
          <a:noFill xmlns:a="http://schemas.openxmlformats.org/drawingml/2006/main"/>
          <a:ln xmlns:a="http://schemas.openxmlformats.org/drawingml/2006/main" w="19050">
            <a:solidFill>
              <a:srgbClr val="FFC000"/>
            </a:solidFill>
            <a:prstDash val="dash"/>
          </a:ln>
        </p:spPr>
      </p:sp>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072e2c569f854b56"/>
          <a:srcRect xmlns:a="http://schemas.openxmlformats.org/drawingml/2006/main" l="0" t="485" r="0" b="485"/>
          <a:stretch xmlns:a="http://schemas.openxmlformats.org/drawingml/2006/main">
            <a:fillRect l="0" t="0" r="0" b="0"/>
          </a:stretch>
        </p:blipFill>
        <p:spPr>
          <a:xfrm xmlns:a="http://schemas.openxmlformats.org/drawingml/2006/main">
            <a:off x="8148954" y="5882005"/>
            <a:ext cx="716280" cy="180340"/>
          </a:xfrm>
          <a:prstGeom xmlns:a="http://schemas.openxmlformats.org/drawingml/2006/main" prst="rect">
            <a:avLst/>
          </a:prstGeom>
        </p:spPr>
      </p:pic>
      <p:sp>
        <p:nvSpPr>
          <p:cNvPr id="68" name="pdf-text-0068">
            <a:extLst xmlns:a="http://schemas.openxmlformats.org/drawingml/2006/main">
              <a:ext uri="{FF2B5EF4-FFF2-40B4-BE49-F238E27FC236}">
                <a16:creationId xmlns:a16="http://schemas.microsoft.com/office/drawing/2014/main" id="{16E5B010-405F-46AE-9FC2-4DBF8573DC08}"/>
              </a:ext>
            </a:extLst>
          </p:cNvPr>
          <p:cNvSpPr>
            <a:spLocks xmlns:a="http://schemas.openxmlformats.org/drawingml/2006/main" noGrp="1"/>
          </p:cNvSpPr>
          <p:nvPr/>
        </p:nvSpPr>
        <p:spPr>
          <a:xfrm xmlns:a="http://schemas.openxmlformats.org/drawingml/2006/main">
            <a:off x="10444607" y="3441034"/>
            <a:ext cx="445915"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PCBA</a:t>
            </a:r>
          </a:p>
        </p:txBody>
      </p:sp>
    </p:spTree>
    <p:extLst>
      <p:ext uri="{BB962C8B-B14F-4D97-AF65-F5344CB8AC3E}">
        <p14:creationId xmlns:p14="http://schemas.microsoft.com/office/powerpoint/2010/main" val="3089606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 name="pdf-vector-0001">
            <a:extLst xmlns:a="http://schemas.openxmlformats.org/drawingml/2006/main">
              <a:ext uri="{FF2B5EF4-FFF2-40B4-BE49-F238E27FC236}">
                <a16:creationId xmlns:a16="http://schemas.microsoft.com/office/drawing/2014/main" id="{853EFDB3-8A41-4D7E-83FD-A943BBCC3C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text-0002">
            <a:extLst xmlns:a="http://schemas.openxmlformats.org/drawingml/2006/main">
              <a:ext uri="{FF2B5EF4-FFF2-40B4-BE49-F238E27FC236}">
                <a16:creationId xmlns:a16="http://schemas.microsoft.com/office/drawing/2014/main" id="{14B3BB05-B4C4-4BF8-A182-5C5B81FD9057}"/>
              </a:ext>
            </a:extLst>
          </p:cNvPr>
          <p:cNvSpPr>
            <a:spLocks xmlns:a="http://schemas.openxmlformats.org/drawingml/2006/main" noGrp="1"/>
          </p:cNvSpPr>
          <p:nvPr/>
        </p:nvSpPr>
        <p:spPr>
          <a:xfrm xmlns:a="http://schemas.openxmlformats.org/drawingml/2006/main">
            <a:off x="594510" y="320541"/>
            <a:ext cx="9555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产品（</a:t>
            </a:r>
          </a:p>
        </p:txBody>
      </p:sp>
      <p:sp>
        <p:nvSpPr>
          <p:cNvPr id="3" name="pdf-text-0003">
            <a:extLst xmlns:a="http://schemas.openxmlformats.org/drawingml/2006/main">
              <a:ext uri="{FF2B5EF4-FFF2-40B4-BE49-F238E27FC236}">
                <a16:creationId xmlns:a16="http://schemas.microsoft.com/office/drawing/2014/main" id="{DB187516-5197-4CB8-BBCE-9FF0C259CDEF}"/>
              </a:ext>
            </a:extLst>
          </p:cNvPr>
          <p:cNvSpPr>
            <a:spLocks xmlns:a="http://schemas.openxmlformats.org/drawingml/2006/main" noGrp="1"/>
          </p:cNvSpPr>
          <p:nvPr/>
        </p:nvSpPr>
        <p:spPr>
          <a:xfrm xmlns:a="http://schemas.openxmlformats.org/drawingml/2006/main">
            <a:off x="15134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1</a:t>
            </a:r>
          </a:p>
        </p:txBody>
      </p:sp>
      <p:sp>
        <p:nvSpPr>
          <p:cNvPr id="4" name="pdf-text-0004">
            <a:extLst xmlns:a="http://schemas.openxmlformats.org/drawingml/2006/main">
              <a:ext uri="{FF2B5EF4-FFF2-40B4-BE49-F238E27FC236}">
                <a16:creationId xmlns:a16="http://schemas.microsoft.com/office/drawing/2014/main" id="{A72DF4D5-FC6B-48BD-9536-FB748779B389}"/>
              </a:ext>
            </a:extLst>
          </p:cNvPr>
          <p:cNvSpPr>
            <a:spLocks xmlns:a="http://schemas.openxmlformats.org/drawingml/2006/main" noGrp="1"/>
          </p:cNvSpPr>
          <p:nvPr/>
        </p:nvSpPr>
        <p:spPr>
          <a:xfrm xmlns:a="http://schemas.openxmlformats.org/drawingml/2006/main">
            <a:off x="1665882" y="320541"/>
            <a:ext cx="2171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）：功率半导体</a:t>
            </a:r>
          </a:p>
        </p:txBody>
      </p:sp>
      <p:sp>
        <p:nvSpPr>
          <p:cNvPr id="5" name="pdf-text-0005">
            <a:extLst xmlns:a="http://schemas.openxmlformats.org/drawingml/2006/main">
              <a:ext uri="{FF2B5EF4-FFF2-40B4-BE49-F238E27FC236}">
                <a16:creationId xmlns:a16="http://schemas.microsoft.com/office/drawing/2014/main" id="{803E43C1-E625-4858-8E40-01A7F5464F33}"/>
              </a:ext>
            </a:extLst>
          </p:cNvPr>
          <p:cNvSpPr>
            <a:spLocks xmlns:a="http://schemas.openxmlformats.org/drawingml/2006/main" noGrp="1"/>
          </p:cNvSpPr>
          <p:nvPr/>
        </p:nvSpPr>
        <p:spPr>
          <a:xfrm xmlns:a="http://schemas.openxmlformats.org/drawingml/2006/main">
            <a:off x="3799482" y="318978"/>
            <a:ext cx="79918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IGBT</a:t>
            </a:r>
          </a:p>
        </p:txBody>
      </p:sp>
      <p:sp>
        <p:nvSpPr>
          <p:cNvPr id="6" name="pdf-text-0006">
            <a:extLst xmlns:a="http://schemas.openxmlformats.org/drawingml/2006/main">
              <a:ext uri="{FF2B5EF4-FFF2-40B4-BE49-F238E27FC236}">
                <a16:creationId xmlns:a16="http://schemas.microsoft.com/office/drawing/2014/main" id="{9D8E6897-3EE5-47D2-92A1-FB97B877556A}"/>
              </a:ext>
            </a:extLst>
          </p:cNvPr>
          <p:cNvSpPr>
            <a:spLocks xmlns:a="http://schemas.openxmlformats.org/drawingml/2006/main" noGrp="1"/>
          </p:cNvSpPr>
          <p:nvPr/>
        </p:nvSpPr>
        <p:spPr>
          <a:xfrm xmlns:a="http://schemas.openxmlformats.org/drawingml/2006/main">
            <a:off x="4559958" y="320541"/>
            <a:ext cx="247802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封装缺陷检测设备</a:t>
            </a:r>
          </a:p>
        </p:txBody>
      </p:sp>
      <p:sp>
        <p:nvSpPr>
          <p:cNvPr id="7" name="pdf-vector-0007">
            <a:extLst xmlns:a="http://schemas.openxmlformats.org/drawingml/2006/main">
              <a:ext uri="{FF2B5EF4-FFF2-40B4-BE49-F238E27FC236}">
                <a16:creationId xmlns:a16="http://schemas.microsoft.com/office/drawing/2014/main" id="{682E8C20-BBC0-4527-BE2F-7155D7E0A17D}"/>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6D815FB2-B12D-4E30-88C4-0A6FC944DC10}"/>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9decd7f63f444e58"/>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7771fcea2c6a4d1d"/>
          <a:srcRect xmlns:a="http://schemas.openxmlformats.org/drawingml/2006/main" l="0" t="60" r="0" b="60"/>
          <a:stretch xmlns:a="http://schemas.openxmlformats.org/drawingml/2006/main">
            <a:fillRect l="0" t="0" r="0" b="0"/>
          </a:stretch>
        </p:blipFill>
        <p:spPr>
          <a:xfrm xmlns:a="http://schemas.openxmlformats.org/drawingml/2006/main">
            <a:off x="6542091" y="1003707"/>
            <a:ext cx="4539016" cy="3060937"/>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dc0870c352b144d4"/>
          <a:srcRect xmlns:a="http://schemas.openxmlformats.org/drawingml/2006/main" l="0" t="117" r="0" b="117"/>
          <a:stretch xmlns:a="http://schemas.openxmlformats.org/drawingml/2006/main">
            <a:fillRect l="0" t="0" r="0" b="0"/>
          </a:stretch>
        </p:blipFill>
        <p:spPr>
          <a:xfrm xmlns:a="http://schemas.openxmlformats.org/drawingml/2006/main">
            <a:off x="10228579" y="1574099"/>
            <a:ext cx="826388" cy="800204"/>
          </a:xfrm>
          <a:prstGeom xmlns:a="http://schemas.openxmlformats.org/drawingml/2006/main" prst="rect">
            <a:avLst/>
          </a:prstGeom>
        </p:spPr>
      </p:pic>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a969f020df61456d"/>
          <a:srcRect xmlns:a="http://schemas.openxmlformats.org/drawingml/2006/main" l="60" t="0" r="60" b="0"/>
          <a:stretch xmlns:a="http://schemas.openxmlformats.org/drawingml/2006/main">
            <a:fillRect l="0" t="0" r="0" b="0"/>
          </a:stretch>
        </p:blipFill>
        <p:spPr>
          <a:xfrm xmlns:a="http://schemas.openxmlformats.org/drawingml/2006/main">
            <a:off x="11025504" y="1579178"/>
            <a:ext cx="800204" cy="795095"/>
          </a:xfrm>
          <a:prstGeom xmlns:a="http://schemas.openxmlformats.org/drawingml/2006/main" prst="rect">
            <a:avLst/>
          </a:prstGeom>
        </p:spPr>
      </p:pic>
      <p:sp>
        <p:nvSpPr>
          <p:cNvPr id="13" name="pdf-vector-0013">
            <a:extLst xmlns:a="http://schemas.openxmlformats.org/drawingml/2006/main">
              <a:ext uri="{FF2B5EF4-FFF2-40B4-BE49-F238E27FC236}">
                <a16:creationId xmlns:a16="http://schemas.microsoft.com/office/drawing/2014/main" id="{5CE85B78-634D-41AF-ABE9-8B4DC8179D5A}"/>
              </a:ext>
            </a:extLst>
          </p:cNvPr>
          <p:cNvSpPr>
            <a:spLocks xmlns:a="http://schemas.openxmlformats.org/drawingml/2006/main" noGrp="1"/>
          </p:cNvSpPr>
          <p:nvPr/>
        </p:nvSpPr>
        <p:spPr>
          <a:xfrm xmlns:a="http://schemas.openxmlformats.org/drawingml/2006/main">
            <a:off x="7672070" y="826656"/>
            <a:ext cx="4237990" cy="566420"/>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14" name="pdf-text-0014">
            <a:extLst xmlns:a="http://schemas.openxmlformats.org/drawingml/2006/main">
              <a:ext uri="{FF2B5EF4-FFF2-40B4-BE49-F238E27FC236}">
                <a16:creationId xmlns:a16="http://schemas.microsoft.com/office/drawing/2014/main" id="{EF65DFF9-2E7F-4019-A6EC-663A21C069F3}"/>
              </a:ext>
            </a:extLst>
          </p:cNvPr>
          <p:cNvSpPr>
            <a:spLocks xmlns:a="http://schemas.openxmlformats.org/drawingml/2006/main" noGrp="1"/>
          </p:cNvSpPr>
          <p:nvPr/>
        </p:nvSpPr>
        <p:spPr>
          <a:xfrm xmlns:a="http://schemas.openxmlformats.org/drawingml/2006/main">
            <a:off x="9100406" y="918938"/>
            <a:ext cx="1417702"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1" i="0">
                <a:solidFill>
                  <a:srgbClr val="000000"/>
                </a:solidFill>
                <a:latin typeface="TimesNewRomanPSMT"/>
                <a:ea typeface="TimesNewRomanPSMT"/>
                <a:cs typeface="TimesNewRomanPSMT"/>
              </a:defRPr>
            </a:pPr>
            <a:r>
              <a:rPr sz="1800" b="1" i="0">
                <a:solidFill>
                  <a:srgbClr val="000000"/>
                </a:solidFill>
                <a:latin typeface="TimesNewRomanPSMT"/>
                <a:ea typeface="TimesNewRomanPSMT"/>
                <a:cs typeface="TimesNewRomanPSMT"/>
              </a:rPr>
              <a:t>IGBT 3D AOI</a:t>
            </a:r>
          </a:p>
        </p:txBody>
      </p:sp>
      <p:sp>
        <p:nvSpPr>
          <p:cNvPr id="15" name="pdf-text-0015">
            <a:extLst xmlns:a="http://schemas.openxmlformats.org/drawingml/2006/main">
              <a:ext uri="{FF2B5EF4-FFF2-40B4-BE49-F238E27FC236}">
                <a16:creationId xmlns:a16="http://schemas.microsoft.com/office/drawing/2014/main" id="{D56E8089-C8B5-49B9-90B6-F97CD03716F3}"/>
              </a:ext>
            </a:extLst>
          </p:cNvPr>
          <p:cNvSpPr>
            <a:spLocks xmlns:a="http://schemas.openxmlformats.org/drawingml/2006/main" noGrp="1"/>
          </p:cNvSpPr>
          <p:nvPr/>
        </p:nvSpPr>
        <p:spPr>
          <a:xfrm xmlns:a="http://schemas.openxmlformats.org/drawingml/2006/main">
            <a:off x="8612726" y="1177681"/>
            <a:ext cx="14660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业界独家完整线弧</a:t>
            </a:r>
          </a:p>
        </p:txBody>
      </p:sp>
      <p:sp>
        <p:nvSpPr>
          <p:cNvPr id="16" name="pdf-text-0016">
            <a:extLst xmlns:a="http://schemas.openxmlformats.org/drawingml/2006/main">
              <a:ext uri="{FF2B5EF4-FFF2-40B4-BE49-F238E27FC236}">
                <a16:creationId xmlns:a16="http://schemas.microsoft.com/office/drawing/2014/main" id="{6680CB9D-6497-4E79-A03C-9C5031266D1B}"/>
              </a:ext>
            </a:extLst>
          </p:cNvPr>
          <p:cNvSpPr>
            <a:spLocks xmlns:a="http://schemas.openxmlformats.org/drawingml/2006/main" noGrp="1"/>
          </p:cNvSpPr>
          <p:nvPr/>
        </p:nvSpPr>
        <p:spPr>
          <a:xfrm xmlns:a="http://schemas.openxmlformats.org/drawingml/2006/main">
            <a:off x="10039190" y="1176767"/>
            <a:ext cx="25670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3D</a:t>
            </a:r>
          </a:p>
        </p:txBody>
      </p:sp>
      <p:sp>
        <p:nvSpPr>
          <p:cNvPr id="17" name="pdf-text-0017">
            <a:extLst xmlns:a="http://schemas.openxmlformats.org/drawingml/2006/main">
              <a:ext uri="{FF2B5EF4-FFF2-40B4-BE49-F238E27FC236}">
                <a16:creationId xmlns:a16="http://schemas.microsoft.com/office/drawing/2014/main" id="{64A59898-1F39-4B7C-A9EE-C6D78DEE0FF7}"/>
              </a:ext>
            </a:extLst>
          </p:cNvPr>
          <p:cNvSpPr>
            <a:spLocks xmlns:a="http://schemas.openxmlformats.org/drawingml/2006/main" noGrp="1"/>
          </p:cNvSpPr>
          <p:nvPr/>
        </p:nvSpPr>
        <p:spPr>
          <a:xfrm xmlns:a="http://schemas.openxmlformats.org/drawingml/2006/main">
            <a:off x="10257124" y="1177681"/>
            <a:ext cx="74979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成像能力</a:t>
            </a:r>
          </a:p>
        </p:txBody>
      </p:sp>
      <p:sp>
        <p:nvSpPr>
          <p:cNvPr id="18" name="pdf-vector-0018">
            <a:extLst xmlns:a="http://schemas.openxmlformats.org/drawingml/2006/main">
              <a:ext uri="{FF2B5EF4-FFF2-40B4-BE49-F238E27FC236}">
                <a16:creationId xmlns:a16="http://schemas.microsoft.com/office/drawing/2014/main" id="{A09B85C3-735F-4D6E-BCA7-CA7750F5605E}"/>
              </a:ext>
            </a:extLst>
          </p:cNvPr>
          <p:cNvSpPr>
            <a:spLocks xmlns:a="http://schemas.openxmlformats.org/drawingml/2006/main" noGrp="1"/>
          </p:cNvSpPr>
          <p:nvPr/>
        </p:nvSpPr>
        <p:spPr>
          <a:xfrm xmlns:a="http://schemas.openxmlformats.org/drawingml/2006/main">
            <a:off x="10670222" y="4064648"/>
            <a:ext cx="1182370" cy="58991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9" name="pdf-vector-0019">
            <a:extLst xmlns:a="http://schemas.openxmlformats.org/drawingml/2006/main">
              <a:ext uri="{FF2B5EF4-FFF2-40B4-BE49-F238E27FC236}">
                <a16:creationId xmlns:a16="http://schemas.microsoft.com/office/drawing/2014/main" id="{FDEAF337-E212-49DF-93F6-A7FC07693271}"/>
              </a:ext>
            </a:extLst>
          </p:cNvPr>
          <p:cNvSpPr>
            <a:spLocks xmlns:a="http://schemas.openxmlformats.org/drawingml/2006/main" noGrp="1"/>
          </p:cNvSpPr>
          <p:nvPr/>
        </p:nvSpPr>
        <p:spPr>
          <a:xfrm xmlns:a="http://schemas.openxmlformats.org/drawingml/2006/main">
            <a:off x="10670222" y="4654563"/>
            <a:ext cx="1182370" cy="26733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20" name="pdf-vector-0020">
            <a:extLst xmlns:a="http://schemas.openxmlformats.org/drawingml/2006/main">
              <a:ext uri="{FF2B5EF4-FFF2-40B4-BE49-F238E27FC236}">
                <a16:creationId xmlns:a16="http://schemas.microsoft.com/office/drawing/2014/main" id="{53F43213-9A10-4ECB-B997-03F55541D9F3}"/>
              </a:ext>
            </a:extLst>
          </p:cNvPr>
          <p:cNvSpPr>
            <a:spLocks xmlns:a="http://schemas.openxmlformats.org/drawingml/2006/main" noGrp="1"/>
          </p:cNvSpPr>
          <p:nvPr/>
        </p:nvSpPr>
        <p:spPr>
          <a:xfrm xmlns:a="http://schemas.openxmlformats.org/drawingml/2006/main">
            <a:off x="10670222" y="4921898"/>
            <a:ext cx="1182370" cy="61722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21" name="pdf-vector-0021">
            <a:extLst xmlns:a="http://schemas.openxmlformats.org/drawingml/2006/main">
              <a:ext uri="{FF2B5EF4-FFF2-40B4-BE49-F238E27FC236}">
                <a16:creationId xmlns:a16="http://schemas.microsoft.com/office/drawing/2014/main" id="{BD81DFCE-FD2D-413D-A8FC-4B9E435CCC87}"/>
              </a:ext>
            </a:extLst>
          </p:cNvPr>
          <p:cNvSpPr>
            <a:spLocks xmlns:a="http://schemas.openxmlformats.org/drawingml/2006/main" noGrp="1"/>
          </p:cNvSpPr>
          <p:nvPr/>
        </p:nvSpPr>
        <p:spPr>
          <a:xfrm xmlns:a="http://schemas.openxmlformats.org/drawingml/2006/main">
            <a:off x="10670222" y="5539118"/>
            <a:ext cx="1182370" cy="428308"/>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22" name="pdf-vector-0022">
            <a:extLst xmlns:a="http://schemas.openxmlformats.org/drawingml/2006/main">
              <a:ext uri="{FF2B5EF4-FFF2-40B4-BE49-F238E27FC236}">
                <a16:creationId xmlns:a16="http://schemas.microsoft.com/office/drawing/2014/main" id="{A5AEDFAF-CA33-4AE8-B00A-9DA7422E4708}"/>
              </a:ext>
            </a:extLst>
          </p:cNvPr>
          <p:cNvSpPr>
            <a:spLocks xmlns:a="http://schemas.openxmlformats.org/drawingml/2006/main" noGrp="1"/>
          </p:cNvSpPr>
          <p:nvPr/>
        </p:nvSpPr>
        <p:spPr>
          <a:xfrm xmlns:a="http://schemas.openxmlformats.org/drawingml/2006/main">
            <a:off x="10670222" y="5967425"/>
            <a:ext cx="1182370" cy="428307"/>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23" name="pdf-vector-0023">
            <a:extLst xmlns:a="http://schemas.openxmlformats.org/drawingml/2006/main">
              <a:ext uri="{FF2B5EF4-FFF2-40B4-BE49-F238E27FC236}">
                <a16:creationId xmlns:a16="http://schemas.microsoft.com/office/drawing/2014/main" id="{E2838EB0-F584-48C6-B809-855CA0031B1A}"/>
              </a:ext>
            </a:extLst>
          </p:cNvPr>
          <p:cNvSpPr>
            <a:spLocks xmlns:a="http://schemas.openxmlformats.org/drawingml/2006/main" noGrp="1"/>
          </p:cNvSpPr>
          <p:nvPr/>
        </p:nvSpPr>
        <p:spPr>
          <a:xfrm xmlns:a="http://schemas.openxmlformats.org/drawingml/2006/main">
            <a:off x="8485822" y="4058294"/>
            <a:ext cx="953" cy="2343785"/>
          </a:xfrm>
          <a:custGeom xmlns:a="http://schemas.openxmlformats.org/drawingml/2006/main">
            <a:pathLst>
              <a:path w="953" h="2343785">
                <a:moveTo>
                  <a:pt x="0" y="0"/>
                </a:moveTo>
                <a:lnTo>
                  <a:pt x="0" y="2343785"/>
                </a:lnTo>
              </a:path>
            </a:pathLst>
          </a:custGeom>
          <a:noFill xmlns:a="http://schemas.openxmlformats.org/drawingml/2006/main"/>
          <a:ln xmlns:a="http://schemas.openxmlformats.org/drawingml/2006/main" w="12700">
            <a:solidFill>
              <a:srgbClr val="C0C0C0"/>
            </a:solidFill>
            <a:prstDash val="solid"/>
          </a:ln>
        </p:spPr>
      </p:sp>
      <p:sp>
        <p:nvSpPr>
          <p:cNvPr id="24" name="pdf-vector-0024">
            <a:extLst xmlns:a="http://schemas.openxmlformats.org/drawingml/2006/main">
              <a:ext uri="{FF2B5EF4-FFF2-40B4-BE49-F238E27FC236}">
                <a16:creationId xmlns:a16="http://schemas.microsoft.com/office/drawing/2014/main" id="{C65EA4E2-717F-4D24-ACAA-43F1FCD211F1}"/>
              </a:ext>
            </a:extLst>
          </p:cNvPr>
          <p:cNvSpPr>
            <a:spLocks xmlns:a="http://schemas.openxmlformats.org/drawingml/2006/main" noGrp="1"/>
          </p:cNvSpPr>
          <p:nvPr/>
        </p:nvSpPr>
        <p:spPr>
          <a:xfrm xmlns:a="http://schemas.openxmlformats.org/drawingml/2006/main">
            <a:off x="9565322" y="4058294"/>
            <a:ext cx="953" cy="2343785"/>
          </a:xfrm>
          <a:custGeom xmlns:a="http://schemas.openxmlformats.org/drawingml/2006/main">
            <a:pathLst>
              <a:path w="953" h="2343785">
                <a:moveTo>
                  <a:pt x="0" y="0"/>
                </a:moveTo>
                <a:lnTo>
                  <a:pt x="0" y="2343785"/>
                </a:lnTo>
              </a:path>
            </a:pathLst>
          </a:custGeom>
          <a:noFill xmlns:a="http://schemas.openxmlformats.org/drawingml/2006/main"/>
          <a:ln xmlns:a="http://schemas.openxmlformats.org/drawingml/2006/main" w="12700">
            <a:solidFill>
              <a:srgbClr val="C0C0C0"/>
            </a:solidFill>
            <a:prstDash val="solid"/>
          </a:ln>
        </p:spPr>
      </p:sp>
      <p:sp>
        <p:nvSpPr>
          <p:cNvPr id="25" name="pdf-vector-0025">
            <a:extLst xmlns:a="http://schemas.openxmlformats.org/drawingml/2006/main">
              <a:ext uri="{FF2B5EF4-FFF2-40B4-BE49-F238E27FC236}">
                <a16:creationId xmlns:a16="http://schemas.microsoft.com/office/drawing/2014/main" id="{358896AD-BAAB-41DF-813B-5A1DE73226C3}"/>
              </a:ext>
            </a:extLst>
          </p:cNvPr>
          <p:cNvSpPr>
            <a:spLocks xmlns:a="http://schemas.openxmlformats.org/drawingml/2006/main" noGrp="1"/>
          </p:cNvSpPr>
          <p:nvPr/>
        </p:nvSpPr>
        <p:spPr>
          <a:xfrm xmlns:a="http://schemas.openxmlformats.org/drawingml/2006/main">
            <a:off x="10670222" y="4058294"/>
            <a:ext cx="953" cy="2343785"/>
          </a:xfrm>
          <a:custGeom xmlns:a="http://schemas.openxmlformats.org/drawingml/2006/main">
            <a:pathLst>
              <a:path w="953" h="2343785">
                <a:moveTo>
                  <a:pt x="0" y="0"/>
                </a:moveTo>
                <a:lnTo>
                  <a:pt x="0" y="2343785"/>
                </a:lnTo>
              </a:path>
            </a:pathLst>
          </a:custGeom>
          <a:noFill xmlns:a="http://schemas.openxmlformats.org/drawingml/2006/main"/>
          <a:ln xmlns:a="http://schemas.openxmlformats.org/drawingml/2006/main" w="12700">
            <a:solidFill>
              <a:srgbClr val="C0C0C0"/>
            </a:solidFill>
            <a:prstDash val="solid"/>
          </a:ln>
        </p:spPr>
      </p:sp>
      <p:sp>
        <p:nvSpPr>
          <p:cNvPr id="26" name="pdf-vector-0026">
            <a:extLst xmlns:a="http://schemas.openxmlformats.org/drawingml/2006/main">
              <a:ext uri="{FF2B5EF4-FFF2-40B4-BE49-F238E27FC236}">
                <a16:creationId xmlns:a16="http://schemas.microsoft.com/office/drawing/2014/main" id="{82DFC80E-D785-40FD-B89B-CFDDE2BDC811}"/>
              </a:ext>
            </a:extLst>
          </p:cNvPr>
          <p:cNvSpPr>
            <a:spLocks xmlns:a="http://schemas.openxmlformats.org/drawingml/2006/main" noGrp="1"/>
          </p:cNvSpPr>
          <p:nvPr/>
        </p:nvSpPr>
        <p:spPr>
          <a:xfrm xmlns:a="http://schemas.openxmlformats.org/drawingml/2006/main">
            <a:off x="7723186" y="4654559"/>
            <a:ext cx="4135755" cy="953"/>
          </a:xfrm>
          <a:custGeom xmlns:a="http://schemas.openxmlformats.org/drawingml/2006/main">
            <a:pathLst>
              <a:path w="4135755" h="953">
                <a:moveTo>
                  <a:pt x="0" y="0"/>
                </a:moveTo>
                <a:lnTo>
                  <a:pt x="4135755" y="0"/>
                </a:lnTo>
              </a:path>
            </a:pathLst>
          </a:custGeom>
          <a:noFill xmlns:a="http://schemas.openxmlformats.org/drawingml/2006/main"/>
          <a:ln xmlns:a="http://schemas.openxmlformats.org/drawingml/2006/main" w="12700">
            <a:solidFill>
              <a:srgbClr val="C0C0C0"/>
            </a:solidFill>
            <a:prstDash val="solid"/>
          </a:ln>
        </p:spPr>
      </p:sp>
      <p:sp>
        <p:nvSpPr>
          <p:cNvPr id="27" name="pdf-vector-0027">
            <a:extLst xmlns:a="http://schemas.openxmlformats.org/drawingml/2006/main">
              <a:ext uri="{FF2B5EF4-FFF2-40B4-BE49-F238E27FC236}">
                <a16:creationId xmlns:a16="http://schemas.microsoft.com/office/drawing/2014/main" id="{736E60AA-F110-4200-9E6C-7F657283D8B0}"/>
              </a:ext>
            </a:extLst>
          </p:cNvPr>
          <p:cNvSpPr>
            <a:spLocks xmlns:a="http://schemas.openxmlformats.org/drawingml/2006/main" noGrp="1"/>
          </p:cNvSpPr>
          <p:nvPr/>
        </p:nvSpPr>
        <p:spPr>
          <a:xfrm xmlns:a="http://schemas.openxmlformats.org/drawingml/2006/main">
            <a:off x="7723186" y="4921894"/>
            <a:ext cx="4135755" cy="953"/>
          </a:xfrm>
          <a:custGeom xmlns:a="http://schemas.openxmlformats.org/drawingml/2006/main">
            <a:pathLst>
              <a:path w="4135755" h="953">
                <a:moveTo>
                  <a:pt x="0" y="0"/>
                </a:moveTo>
                <a:lnTo>
                  <a:pt x="4135755" y="0"/>
                </a:lnTo>
              </a:path>
            </a:pathLst>
          </a:custGeom>
          <a:noFill xmlns:a="http://schemas.openxmlformats.org/drawingml/2006/main"/>
          <a:ln xmlns:a="http://schemas.openxmlformats.org/drawingml/2006/main" w="12700">
            <a:solidFill>
              <a:srgbClr val="C0C0C0"/>
            </a:solidFill>
            <a:prstDash val="solid"/>
          </a:ln>
        </p:spPr>
      </p:sp>
      <p:sp>
        <p:nvSpPr>
          <p:cNvPr id="28" name="pdf-vector-0028">
            <a:extLst xmlns:a="http://schemas.openxmlformats.org/drawingml/2006/main">
              <a:ext uri="{FF2B5EF4-FFF2-40B4-BE49-F238E27FC236}">
                <a16:creationId xmlns:a16="http://schemas.microsoft.com/office/drawing/2014/main" id="{51328B65-6A46-4C45-B9F1-3A6091868565}"/>
              </a:ext>
            </a:extLst>
          </p:cNvPr>
          <p:cNvSpPr>
            <a:spLocks xmlns:a="http://schemas.openxmlformats.org/drawingml/2006/main" noGrp="1"/>
          </p:cNvSpPr>
          <p:nvPr/>
        </p:nvSpPr>
        <p:spPr>
          <a:xfrm xmlns:a="http://schemas.openxmlformats.org/drawingml/2006/main">
            <a:off x="7723186" y="5539114"/>
            <a:ext cx="4135755" cy="953"/>
          </a:xfrm>
          <a:custGeom xmlns:a="http://schemas.openxmlformats.org/drawingml/2006/main">
            <a:pathLst>
              <a:path w="4135755" h="953">
                <a:moveTo>
                  <a:pt x="0" y="0"/>
                </a:moveTo>
                <a:lnTo>
                  <a:pt x="4135755" y="0"/>
                </a:lnTo>
              </a:path>
            </a:pathLst>
          </a:custGeom>
          <a:noFill xmlns:a="http://schemas.openxmlformats.org/drawingml/2006/main"/>
          <a:ln xmlns:a="http://schemas.openxmlformats.org/drawingml/2006/main" w="12700">
            <a:solidFill>
              <a:srgbClr val="C0C0C0"/>
            </a:solidFill>
            <a:prstDash val="solid"/>
          </a:ln>
        </p:spPr>
      </p:sp>
      <p:sp>
        <p:nvSpPr>
          <p:cNvPr id="29" name="pdf-vector-0029">
            <a:extLst xmlns:a="http://schemas.openxmlformats.org/drawingml/2006/main">
              <a:ext uri="{FF2B5EF4-FFF2-40B4-BE49-F238E27FC236}">
                <a16:creationId xmlns:a16="http://schemas.microsoft.com/office/drawing/2014/main" id="{BA58A8EA-DF16-4460-9757-705C548F50AB}"/>
              </a:ext>
            </a:extLst>
          </p:cNvPr>
          <p:cNvSpPr>
            <a:spLocks xmlns:a="http://schemas.openxmlformats.org/drawingml/2006/main" noGrp="1"/>
          </p:cNvSpPr>
          <p:nvPr/>
        </p:nvSpPr>
        <p:spPr>
          <a:xfrm xmlns:a="http://schemas.openxmlformats.org/drawingml/2006/main">
            <a:off x="7723186" y="5967423"/>
            <a:ext cx="4135755" cy="953"/>
          </a:xfrm>
          <a:custGeom xmlns:a="http://schemas.openxmlformats.org/drawingml/2006/main">
            <a:pathLst>
              <a:path w="4135755" h="953">
                <a:moveTo>
                  <a:pt x="0" y="0"/>
                </a:moveTo>
                <a:lnTo>
                  <a:pt x="4135755" y="0"/>
                </a:lnTo>
              </a:path>
            </a:pathLst>
          </a:custGeom>
          <a:noFill xmlns:a="http://schemas.openxmlformats.org/drawingml/2006/main"/>
          <a:ln xmlns:a="http://schemas.openxmlformats.org/drawingml/2006/main" w="12700">
            <a:solidFill>
              <a:srgbClr val="C0C0C0"/>
            </a:solidFill>
            <a:prstDash val="solid"/>
          </a:ln>
        </p:spPr>
      </p:sp>
      <p:sp>
        <p:nvSpPr>
          <p:cNvPr id="30" name="pdf-vector-0030">
            <a:extLst xmlns:a="http://schemas.openxmlformats.org/drawingml/2006/main">
              <a:ext uri="{FF2B5EF4-FFF2-40B4-BE49-F238E27FC236}">
                <a16:creationId xmlns:a16="http://schemas.microsoft.com/office/drawing/2014/main" id="{D1E76E90-55C7-4249-B8D4-30A22DC19149}"/>
              </a:ext>
            </a:extLst>
          </p:cNvPr>
          <p:cNvSpPr>
            <a:spLocks xmlns:a="http://schemas.openxmlformats.org/drawingml/2006/main" noGrp="1"/>
          </p:cNvSpPr>
          <p:nvPr/>
        </p:nvSpPr>
        <p:spPr>
          <a:xfrm xmlns:a="http://schemas.openxmlformats.org/drawingml/2006/main">
            <a:off x="7729536" y="4058294"/>
            <a:ext cx="953" cy="2343785"/>
          </a:xfrm>
          <a:custGeom xmlns:a="http://schemas.openxmlformats.org/drawingml/2006/main">
            <a:pathLst>
              <a:path w="953" h="2343785">
                <a:moveTo>
                  <a:pt x="0" y="0"/>
                </a:moveTo>
                <a:lnTo>
                  <a:pt x="0" y="2343785"/>
                </a:lnTo>
              </a:path>
            </a:pathLst>
          </a:custGeom>
          <a:noFill xmlns:a="http://schemas.openxmlformats.org/drawingml/2006/main"/>
          <a:ln xmlns:a="http://schemas.openxmlformats.org/drawingml/2006/main" w="12700">
            <a:solidFill>
              <a:srgbClr val="C0C0C0"/>
            </a:solidFill>
            <a:prstDash val="solid"/>
          </a:ln>
        </p:spPr>
      </p:sp>
      <p:sp>
        <p:nvSpPr>
          <p:cNvPr id="31" name="pdf-vector-0031">
            <a:extLst xmlns:a="http://schemas.openxmlformats.org/drawingml/2006/main">
              <a:ext uri="{FF2B5EF4-FFF2-40B4-BE49-F238E27FC236}">
                <a16:creationId xmlns:a16="http://schemas.microsoft.com/office/drawing/2014/main" id="{9E5E2C61-EB1C-4E18-AE97-B4DD43DF3B95}"/>
              </a:ext>
            </a:extLst>
          </p:cNvPr>
          <p:cNvSpPr>
            <a:spLocks xmlns:a="http://schemas.openxmlformats.org/drawingml/2006/main" noGrp="1"/>
          </p:cNvSpPr>
          <p:nvPr/>
        </p:nvSpPr>
        <p:spPr>
          <a:xfrm xmlns:a="http://schemas.openxmlformats.org/drawingml/2006/main">
            <a:off x="11852591" y="4058294"/>
            <a:ext cx="953" cy="2343785"/>
          </a:xfrm>
          <a:custGeom xmlns:a="http://schemas.openxmlformats.org/drawingml/2006/main">
            <a:pathLst>
              <a:path w="953" h="2343785">
                <a:moveTo>
                  <a:pt x="0" y="0"/>
                </a:moveTo>
                <a:lnTo>
                  <a:pt x="0" y="2343785"/>
                </a:lnTo>
              </a:path>
            </a:pathLst>
          </a:custGeom>
          <a:noFill xmlns:a="http://schemas.openxmlformats.org/drawingml/2006/main"/>
          <a:ln xmlns:a="http://schemas.openxmlformats.org/drawingml/2006/main" w="12700">
            <a:solidFill>
              <a:srgbClr val="C0C0C0"/>
            </a:solidFill>
            <a:prstDash val="solid"/>
          </a:ln>
        </p:spPr>
      </p:sp>
      <p:sp>
        <p:nvSpPr>
          <p:cNvPr id="32" name="pdf-vector-0032">
            <a:extLst xmlns:a="http://schemas.openxmlformats.org/drawingml/2006/main">
              <a:ext uri="{FF2B5EF4-FFF2-40B4-BE49-F238E27FC236}">
                <a16:creationId xmlns:a16="http://schemas.microsoft.com/office/drawing/2014/main" id="{A47436A0-D3B2-4BA9-94F4-9AE81A664AF6}"/>
              </a:ext>
            </a:extLst>
          </p:cNvPr>
          <p:cNvSpPr>
            <a:spLocks xmlns:a="http://schemas.openxmlformats.org/drawingml/2006/main" noGrp="1"/>
          </p:cNvSpPr>
          <p:nvPr/>
        </p:nvSpPr>
        <p:spPr>
          <a:xfrm xmlns:a="http://schemas.openxmlformats.org/drawingml/2006/main">
            <a:off x="7723186" y="4064644"/>
            <a:ext cx="4135755" cy="953"/>
          </a:xfrm>
          <a:custGeom xmlns:a="http://schemas.openxmlformats.org/drawingml/2006/main">
            <a:pathLst>
              <a:path w="4135755" h="953">
                <a:moveTo>
                  <a:pt x="0" y="0"/>
                </a:moveTo>
                <a:lnTo>
                  <a:pt x="4135755" y="0"/>
                </a:lnTo>
              </a:path>
            </a:pathLst>
          </a:custGeom>
          <a:noFill xmlns:a="http://schemas.openxmlformats.org/drawingml/2006/main"/>
          <a:ln xmlns:a="http://schemas.openxmlformats.org/drawingml/2006/main" w="12700">
            <a:solidFill>
              <a:srgbClr val="C0C0C0"/>
            </a:solidFill>
            <a:prstDash val="solid"/>
          </a:ln>
        </p:spPr>
      </p:sp>
      <p:sp>
        <p:nvSpPr>
          <p:cNvPr id="33" name="pdf-vector-0033">
            <a:extLst xmlns:a="http://schemas.openxmlformats.org/drawingml/2006/main">
              <a:ext uri="{FF2B5EF4-FFF2-40B4-BE49-F238E27FC236}">
                <a16:creationId xmlns:a16="http://schemas.microsoft.com/office/drawing/2014/main" id="{D83E9A03-B3BD-45FE-9896-D0B43AF2E301}"/>
              </a:ext>
            </a:extLst>
          </p:cNvPr>
          <p:cNvSpPr>
            <a:spLocks xmlns:a="http://schemas.openxmlformats.org/drawingml/2006/main" noGrp="1"/>
          </p:cNvSpPr>
          <p:nvPr/>
        </p:nvSpPr>
        <p:spPr>
          <a:xfrm xmlns:a="http://schemas.openxmlformats.org/drawingml/2006/main">
            <a:off x="7723186" y="6395730"/>
            <a:ext cx="4135755" cy="953"/>
          </a:xfrm>
          <a:custGeom xmlns:a="http://schemas.openxmlformats.org/drawingml/2006/main">
            <a:pathLst>
              <a:path w="4135755" h="953">
                <a:moveTo>
                  <a:pt x="0" y="0"/>
                </a:moveTo>
                <a:lnTo>
                  <a:pt x="4135755" y="0"/>
                </a:lnTo>
              </a:path>
            </a:pathLst>
          </a:custGeom>
          <a:noFill xmlns:a="http://schemas.openxmlformats.org/drawingml/2006/main"/>
          <a:ln xmlns:a="http://schemas.openxmlformats.org/drawingml/2006/main" w="12700">
            <a:solidFill>
              <a:srgbClr val="C0C0C0"/>
            </a:solidFill>
            <a:prstDash val="solid"/>
          </a:ln>
        </p:spPr>
      </p:sp>
      <p:sp>
        <p:nvSpPr>
          <p:cNvPr id="34" name="pdf-text-0034">
            <a:extLst xmlns:a="http://schemas.openxmlformats.org/drawingml/2006/main">
              <a:ext uri="{FF2B5EF4-FFF2-40B4-BE49-F238E27FC236}">
                <a16:creationId xmlns:a16="http://schemas.microsoft.com/office/drawing/2014/main" id="{EA51F5E5-36F2-49E7-AFBE-B10BCF54D288}"/>
              </a:ext>
            </a:extLst>
          </p:cNvPr>
          <p:cNvSpPr>
            <a:spLocks xmlns:a="http://schemas.openxmlformats.org/drawingml/2006/main" noGrp="1"/>
          </p:cNvSpPr>
          <p:nvPr/>
        </p:nvSpPr>
        <p:spPr>
          <a:xfrm xmlns:a="http://schemas.openxmlformats.org/drawingml/2006/main">
            <a:off x="7979472" y="4213483"/>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品牌</a:t>
            </a:r>
          </a:p>
        </p:txBody>
      </p:sp>
      <p:sp>
        <p:nvSpPr>
          <p:cNvPr id="35" name="pdf-text-0035">
            <a:extLst xmlns:a="http://schemas.openxmlformats.org/drawingml/2006/main">
              <a:ext uri="{FF2B5EF4-FFF2-40B4-BE49-F238E27FC236}">
                <a16:creationId xmlns:a16="http://schemas.microsoft.com/office/drawing/2014/main" id="{59754029-CCE5-45C0-98C2-EDFD4E94D5B6}"/>
              </a:ext>
            </a:extLst>
          </p:cNvPr>
          <p:cNvSpPr>
            <a:spLocks xmlns:a="http://schemas.openxmlformats.org/drawingml/2006/main" noGrp="1"/>
          </p:cNvSpPr>
          <p:nvPr/>
        </p:nvSpPr>
        <p:spPr>
          <a:xfrm xmlns:a="http://schemas.openxmlformats.org/drawingml/2006/main">
            <a:off x="7979472" y="4442083"/>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型号</a:t>
            </a:r>
          </a:p>
        </p:txBody>
      </p:sp>
      <p:sp>
        <p:nvSpPr>
          <p:cNvPr id="36" name="pdf-text-0036">
            <a:extLst xmlns:a="http://schemas.openxmlformats.org/drawingml/2006/main">
              <a:ext uri="{FF2B5EF4-FFF2-40B4-BE49-F238E27FC236}">
                <a16:creationId xmlns:a16="http://schemas.microsoft.com/office/drawing/2014/main" id="{6B56A1D6-2864-493B-B542-DF1413E510B5}"/>
              </a:ext>
            </a:extLst>
          </p:cNvPr>
          <p:cNvSpPr>
            <a:spLocks xmlns:a="http://schemas.openxmlformats.org/drawingml/2006/main" noGrp="1"/>
          </p:cNvSpPr>
          <p:nvPr/>
        </p:nvSpPr>
        <p:spPr>
          <a:xfrm xmlns:a="http://schemas.openxmlformats.org/drawingml/2006/main">
            <a:off x="8769762" y="4221145"/>
            <a:ext cx="55041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TTVision</a:t>
            </a:r>
          </a:p>
        </p:txBody>
      </p:sp>
      <p:sp>
        <p:nvSpPr>
          <p:cNvPr id="37" name="pdf-text-0037">
            <a:extLst xmlns:a="http://schemas.openxmlformats.org/drawingml/2006/main">
              <a:ext uri="{FF2B5EF4-FFF2-40B4-BE49-F238E27FC236}">
                <a16:creationId xmlns:a16="http://schemas.microsoft.com/office/drawing/2014/main" id="{325FAFD6-21C9-4FA9-A047-5C65639D2D58}"/>
              </a:ext>
            </a:extLst>
          </p:cNvPr>
          <p:cNvSpPr>
            <a:spLocks xmlns:a="http://schemas.openxmlformats.org/drawingml/2006/main" noGrp="1"/>
          </p:cNvSpPr>
          <p:nvPr/>
        </p:nvSpPr>
        <p:spPr>
          <a:xfrm xmlns:a="http://schemas.openxmlformats.org/drawingml/2006/main">
            <a:off x="8678321" y="444208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8" name="pdf-text-0038">
            <a:extLst xmlns:a="http://schemas.openxmlformats.org/drawingml/2006/main">
              <a:ext uri="{FF2B5EF4-FFF2-40B4-BE49-F238E27FC236}">
                <a16:creationId xmlns:a16="http://schemas.microsoft.com/office/drawing/2014/main" id="{90D5F933-136A-4142-85A4-168979F4FE61}"/>
              </a:ext>
            </a:extLst>
          </p:cNvPr>
          <p:cNvSpPr>
            <a:spLocks xmlns:a="http://schemas.openxmlformats.org/drawingml/2006/main" noGrp="1"/>
          </p:cNvSpPr>
          <p:nvPr/>
        </p:nvSpPr>
        <p:spPr>
          <a:xfrm xmlns:a="http://schemas.openxmlformats.org/drawingml/2006/main">
            <a:off x="8807862" y="4449745"/>
            <a:ext cx="47571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PV50SS</a:t>
            </a:r>
          </a:p>
        </p:txBody>
      </p:sp>
      <p:sp>
        <p:nvSpPr>
          <p:cNvPr id="39" name="pdf-text-0039">
            <a:extLst xmlns:a="http://schemas.openxmlformats.org/drawingml/2006/main">
              <a:ext uri="{FF2B5EF4-FFF2-40B4-BE49-F238E27FC236}">
                <a16:creationId xmlns:a16="http://schemas.microsoft.com/office/drawing/2014/main" id="{70CE56DD-6C18-4BC6-9701-AE29219CA920}"/>
              </a:ext>
            </a:extLst>
          </p:cNvPr>
          <p:cNvSpPr>
            <a:spLocks xmlns:a="http://schemas.openxmlformats.org/drawingml/2006/main" noGrp="1"/>
          </p:cNvSpPr>
          <p:nvPr/>
        </p:nvSpPr>
        <p:spPr>
          <a:xfrm xmlns:a="http://schemas.openxmlformats.org/drawingml/2006/main">
            <a:off x="9245250" y="444208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0" name="pdf-text-0040">
            <a:extLst xmlns:a="http://schemas.openxmlformats.org/drawingml/2006/main">
              <a:ext uri="{FF2B5EF4-FFF2-40B4-BE49-F238E27FC236}">
                <a16:creationId xmlns:a16="http://schemas.microsoft.com/office/drawing/2014/main" id="{663685D6-12AE-492E-80D1-02A2B2C03B9B}"/>
              </a:ext>
            </a:extLst>
          </p:cNvPr>
          <p:cNvSpPr>
            <a:spLocks xmlns:a="http://schemas.openxmlformats.org/drawingml/2006/main" noGrp="1"/>
          </p:cNvSpPr>
          <p:nvPr/>
        </p:nvSpPr>
        <p:spPr>
          <a:xfrm xmlns:a="http://schemas.openxmlformats.org/drawingml/2006/main">
            <a:off x="9917873" y="4221145"/>
            <a:ext cx="43791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IDEAL</a:t>
            </a:r>
          </a:p>
        </p:txBody>
      </p:sp>
      <p:sp>
        <p:nvSpPr>
          <p:cNvPr id="41" name="pdf-text-0041">
            <a:extLst xmlns:a="http://schemas.openxmlformats.org/drawingml/2006/main">
              <a:ext uri="{FF2B5EF4-FFF2-40B4-BE49-F238E27FC236}">
                <a16:creationId xmlns:a16="http://schemas.microsoft.com/office/drawing/2014/main" id="{E061CB16-2AF8-425A-98C9-2500E2EEC580}"/>
              </a:ext>
            </a:extLst>
          </p:cNvPr>
          <p:cNvSpPr>
            <a:spLocks xmlns:a="http://schemas.openxmlformats.org/drawingml/2006/main" noGrp="1"/>
          </p:cNvSpPr>
          <p:nvPr/>
        </p:nvSpPr>
        <p:spPr>
          <a:xfrm xmlns:a="http://schemas.openxmlformats.org/drawingml/2006/main">
            <a:off x="9866058" y="444208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2" name="pdf-text-0042">
            <a:extLst xmlns:a="http://schemas.openxmlformats.org/drawingml/2006/main">
              <a:ext uri="{FF2B5EF4-FFF2-40B4-BE49-F238E27FC236}">
                <a16:creationId xmlns:a16="http://schemas.microsoft.com/office/drawing/2014/main" id="{3BADFBF0-28DA-46FB-B81F-17F834AAEB03}"/>
              </a:ext>
            </a:extLst>
          </p:cNvPr>
          <p:cNvSpPr>
            <a:spLocks xmlns:a="http://schemas.openxmlformats.org/drawingml/2006/main" noGrp="1"/>
          </p:cNvSpPr>
          <p:nvPr/>
        </p:nvSpPr>
        <p:spPr>
          <a:xfrm xmlns:a="http://schemas.openxmlformats.org/drawingml/2006/main">
            <a:off x="9995598" y="4449745"/>
            <a:ext cx="28117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Zeta</a:t>
            </a:r>
          </a:p>
        </p:txBody>
      </p:sp>
      <p:sp>
        <p:nvSpPr>
          <p:cNvPr id="43" name="pdf-text-0043">
            <a:extLst xmlns:a="http://schemas.openxmlformats.org/drawingml/2006/main">
              <a:ext uri="{FF2B5EF4-FFF2-40B4-BE49-F238E27FC236}">
                <a16:creationId xmlns:a16="http://schemas.microsoft.com/office/drawing/2014/main" id="{1E232EC1-3B91-4756-AB51-44203452A245}"/>
              </a:ext>
            </a:extLst>
          </p:cNvPr>
          <p:cNvSpPr>
            <a:spLocks xmlns:a="http://schemas.openxmlformats.org/drawingml/2006/main" noGrp="1"/>
          </p:cNvSpPr>
          <p:nvPr/>
        </p:nvSpPr>
        <p:spPr>
          <a:xfrm xmlns:a="http://schemas.openxmlformats.org/drawingml/2006/main">
            <a:off x="10239437" y="444208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4" name="pdf-text-0044">
            <a:extLst xmlns:a="http://schemas.openxmlformats.org/drawingml/2006/main">
              <a:ext uri="{FF2B5EF4-FFF2-40B4-BE49-F238E27FC236}">
                <a16:creationId xmlns:a16="http://schemas.microsoft.com/office/drawing/2014/main" id="{04ECA648-49D0-4DF8-8BA9-B45F3F9F5262}"/>
              </a:ext>
            </a:extLst>
          </p:cNvPr>
          <p:cNvSpPr>
            <a:spLocks xmlns:a="http://schemas.openxmlformats.org/drawingml/2006/main" noGrp="1"/>
          </p:cNvSpPr>
          <p:nvPr/>
        </p:nvSpPr>
        <p:spPr>
          <a:xfrm xmlns:a="http://schemas.openxmlformats.org/drawingml/2006/main">
            <a:off x="11133834" y="4213483"/>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轻蜓</a:t>
            </a:r>
          </a:p>
        </p:txBody>
      </p:sp>
      <p:sp>
        <p:nvSpPr>
          <p:cNvPr id="45" name="pdf-text-0045">
            <a:extLst xmlns:a="http://schemas.openxmlformats.org/drawingml/2006/main">
              <a:ext uri="{FF2B5EF4-FFF2-40B4-BE49-F238E27FC236}">
                <a16:creationId xmlns:a16="http://schemas.microsoft.com/office/drawing/2014/main" id="{1770E744-FA98-4F47-87D4-89C0F9532474}"/>
              </a:ext>
            </a:extLst>
          </p:cNvPr>
          <p:cNvSpPr>
            <a:spLocks xmlns:a="http://schemas.openxmlformats.org/drawingml/2006/main" noGrp="1"/>
          </p:cNvSpPr>
          <p:nvPr/>
        </p:nvSpPr>
        <p:spPr>
          <a:xfrm xmlns:a="http://schemas.openxmlformats.org/drawingml/2006/main">
            <a:off x="10947907" y="444208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6" name="pdf-text-0046">
            <a:extLst xmlns:a="http://schemas.openxmlformats.org/drawingml/2006/main">
              <a:ext uri="{FF2B5EF4-FFF2-40B4-BE49-F238E27FC236}">
                <a16:creationId xmlns:a16="http://schemas.microsoft.com/office/drawing/2014/main" id="{17B1D54C-40B7-490A-829A-E57A26E34602}"/>
              </a:ext>
            </a:extLst>
          </p:cNvPr>
          <p:cNvSpPr>
            <a:spLocks xmlns:a="http://schemas.openxmlformats.org/drawingml/2006/main" noGrp="1"/>
          </p:cNvSpPr>
          <p:nvPr/>
        </p:nvSpPr>
        <p:spPr>
          <a:xfrm xmlns:a="http://schemas.openxmlformats.org/drawingml/2006/main">
            <a:off x="11077447" y="4449745"/>
            <a:ext cx="4036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Weber</a:t>
            </a:r>
          </a:p>
        </p:txBody>
      </p:sp>
      <p:sp>
        <p:nvSpPr>
          <p:cNvPr id="47" name="pdf-text-0047">
            <a:extLst xmlns:a="http://schemas.openxmlformats.org/drawingml/2006/main">
              <a:ext uri="{FF2B5EF4-FFF2-40B4-BE49-F238E27FC236}">
                <a16:creationId xmlns:a16="http://schemas.microsoft.com/office/drawing/2014/main" id="{0B25AFE9-701D-43E9-A8A4-D38C24F98AB8}"/>
              </a:ext>
            </a:extLst>
          </p:cNvPr>
          <p:cNvSpPr>
            <a:spLocks xmlns:a="http://schemas.openxmlformats.org/drawingml/2006/main" noGrp="1"/>
          </p:cNvSpPr>
          <p:nvPr/>
        </p:nvSpPr>
        <p:spPr>
          <a:xfrm xmlns:a="http://schemas.openxmlformats.org/drawingml/2006/main">
            <a:off x="11443207" y="444208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8" name="pdf-text-0048">
            <a:extLst xmlns:a="http://schemas.openxmlformats.org/drawingml/2006/main">
              <a:ext uri="{FF2B5EF4-FFF2-40B4-BE49-F238E27FC236}">
                <a16:creationId xmlns:a16="http://schemas.microsoft.com/office/drawing/2014/main" id="{682AB339-2C77-4AB6-A597-71FCDAE31B32}"/>
              </a:ext>
            </a:extLst>
          </p:cNvPr>
          <p:cNvSpPr>
            <a:spLocks xmlns:a="http://schemas.openxmlformats.org/drawingml/2006/main" noGrp="1"/>
          </p:cNvSpPr>
          <p:nvPr/>
        </p:nvSpPr>
        <p:spPr>
          <a:xfrm xmlns:a="http://schemas.openxmlformats.org/drawingml/2006/main">
            <a:off x="7979472" y="4756408"/>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地区</a:t>
            </a:r>
          </a:p>
        </p:txBody>
      </p:sp>
      <p:sp>
        <p:nvSpPr>
          <p:cNvPr id="49" name="pdf-text-0049">
            <a:extLst xmlns:a="http://schemas.openxmlformats.org/drawingml/2006/main">
              <a:ext uri="{FF2B5EF4-FFF2-40B4-BE49-F238E27FC236}">
                <a16:creationId xmlns:a16="http://schemas.microsoft.com/office/drawing/2014/main" id="{1224A7AC-F5E1-4B94-A40A-F049BFDCC32E}"/>
              </a:ext>
            </a:extLst>
          </p:cNvPr>
          <p:cNvSpPr>
            <a:spLocks xmlns:a="http://schemas.openxmlformats.org/drawingml/2006/main" noGrp="1"/>
          </p:cNvSpPr>
          <p:nvPr/>
        </p:nvSpPr>
        <p:spPr>
          <a:xfrm xmlns:a="http://schemas.openxmlformats.org/drawingml/2006/main">
            <a:off x="8771319" y="4756408"/>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马来西亚</a:t>
            </a:r>
          </a:p>
        </p:txBody>
      </p:sp>
      <p:sp>
        <p:nvSpPr>
          <p:cNvPr id="50" name="pdf-text-0050">
            <a:extLst xmlns:a="http://schemas.openxmlformats.org/drawingml/2006/main">
              <a:ext uri="{FF2B5EF4-FFF2-40B4-BE49-F238E27FC236}">
                <a16:creationId xmlns:a16="http://schemas.microsoft.com/office/drawing/2014/main" id="{B0C64422-2DA6-486E-8E7B-57DE6BEF7E4A}"/>
              </a:ext>
            </a:extLst>
          </p:cNvPr>
          <p:cNvSpPr>
            <a:spLocks xmlns:a="http://schemas.openxmlformats.org/drawingml/2006/main" noGrp="1"/>
          </p:cNvSpPr>
          <p:nvPr/>
        </p:nvSpPr>
        <p:spPr>
          <a:xfrm xmlns:a="http://schemas.openxmlformats.org/drawingml/2006/main">
            <a:off x="9863071" y="4756408"/>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马来西亚</a:t>
            </a:r>
          </a:p>
        </p:txBody>
      </p:sp>
      <p:sp>
        <p:nvSpPr>
          <p:cNvPr id="51" name="pdf-text-0051">
            <a:extLst xmlns:a="http://schemas.openxmlformats.org/drawingml/2006/main">
              <a:ext uri="{FF2B5EF4-FFF2-40B4-BE49-F238E27FC236}">
                <a16:creationId xmlns:a16="http://schemas.microsoft.com/office/drawing/2014/main" id="{E6FF30AC-21C9-4947-9B6D-492CCC939DE9}"/>
              </a:ext>
            </a:extLst>
          </p:cNvPr>
          <p:cNvSpPr>
            <a:spLocks xmlns:a="http://schemas.openxmlformats.org/drawingml/2006/main" noGrp="1"/>
          </p:cNvSpPr>
          <p:nvPr/>
        </p:nvSpPr>
        <p:spPr>
          <a:xfrm xmlns:a="http://schemas.openxmlformats.org/drawingml/2006/main">
            <a:off x="11133936" y="4756408"/>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52" name="pdf-text-0052">
            <a:extLst xmlns:a="http://schemas.openxmlformats.org/drawingml/2006/main">
              <a:ext uri="{FF2B5EF4-FFF2-40B4-BE49-F238E27FC236}">
                <a16:creationId xmlns:a16="http://schemas.microsoft.com/office/drawing/2014/main" id="{AA40AAC2-8989-4D1A-91B4-A14555F0F90E}"/>
              </a:ext>
            </a:extLst>
          </p:cNvPr>
          <p:cNvSpPr>
            <a:spLocks xmlns:a="http://schemas.openxmlformats.org/drawingml/2006/main" noGrp="1"/>
          </p:cNvSpPr>
          <p:nvPr/>
        </p:nvSpPr>
        <p:spPr>
          <a:xfrm xmlns:a="http://schemas.openxmlformats.org/drawingml/2006/main">
            <a:off x="7900294" y="5206287"/>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3D</a:t>
            </a:r>
          </a:p>
        </p:txBody>
      </p:sp>
      <p:sp>
        <p:nvSpPr>
          <p:cNvPr id="53" name="pdf-text-0053">
            <a:extLst xmlns:a="http://schemas.openxmlformats.org/drawingml/2006/main">
              <a:ext uri="{FF2B5EF4-FFF2-40B4-BE49-F238E27FC236}">
                <a16:creationId xmlns:a16="http://schemas.microsoft.com/office/drawing/2014/main" id="{3870748D-A6A1-4761-A1E5-85C85714CCCA}"/>
              </a:ext>
            </a:extLst>
          </p:cNvPr>
          <p:cNvSpPr>
            <a:spLocks xmlns:a="http://schemas.openxmlformats.org/drawingml/2006/main" noGrp="1"/>
          </p:cNvSpPr>
          <p:nvPr/>
        </p:nvSpPr>
        <p:spPr>
          <a:xfrm xmlns:a="http://schemas.openxmlformats.org/drawingml/2006/main">
            <a:off x="8055672" y="5198685"/>
            <a:ext cx="29412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成像</a:t>
            </a:r>
          </a:p>
        </p:txBody>
      </p:sp>
      <p:sp>
        <p:nvSpPr>
          <p:cNvPr id="54" name="pdf-text-0054">
            <a:extLst xmlns:a="http://schemas.openxmlformats.org/drawingml/2006/main">
              <a:ext uri="{FF2B5EF4-FFF2-40B4-BE49-F238E27FC236}">
                <a16:creationId xmlns:a16="http://schemas.microsoft.com/office/drawing/2014/main" id="{A8C3F225-796D-4709-9665-B96684D9D312}"/>
              </a:ext>
            </a:extLst>
          </p:cNvPr>
          <p:cNvSpPr>
            <a:spLocks xmlns:a="http://schemas.openxmlformats.org/drawingml/2006/main" noGrp="1"/>
          </p:cNvSpPr>
          <p:nvPr/>
        </p:nvSpPr>
        <p:spPr>
          <a:xfrm xmlns:a="http://schemas.openxmlformats.org/drawingml/2006/main">
            <a:off x="8797987" y="5084385"/>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线激光</a:t>
            </a:r>
          </a:p>
        </p:txBody>
      </p:sp>
      <p:sp>
        <p:nvSpPr>
          <p:cNvPr id="55" name="pdf-text-0055">
            <a:extLst xmlns:a="http://schemas.openxmlformats.org/drawingml/2006/main">
              <a:ext uri="{FF2B5EF4-FFF2-40B4-BE49-F238E27FC236}">
                <a16:creationId xmlns:a16="http://schemas.microsoft.com/office/drawing/2014/main" id="{6789D269-C48E-4861-8FF7-2BDAFD6E8062}"/>
              </a:ext>
            </a:extLst>
          </p:cNvPr>
          <p:cNvSpPr>
            <a:spLocks xmlns:a="http://schemas.openxmlformats.org/drawingml/2006/main" noGrp="1"/>
          </p:cNvSpPr>
          <p:nvPr/>
        </p:nvSpPr>
        <p:spPr>
          <a:xfrm xmlns:a="http://schemas.openxmlformats.org/drawingml/2006/main">
            <a:off x="8517554" y="5312956"/>
            <a:ext cx="105461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（无法完整成像）</a:t>
            </a:r>
          </a:p>
        </p:txBody>
      </p:sp>
      <p:sp>
        <p:nvSpPr>
          <p:cNvPr id="56" name="pdf-text-0056">
            <a:extLst xmlns:a="http://schemas.openxmlformats.org/drawingml/2006/main">
              <a:ext uri="{FF2B5EF4-FFF2-40B4-BE49-F238E27FC236}">
                <a16:creationId xmlns:a16="http://schemas.microsoft.com/office/drawing/2014/main" id="{F8D91C8B-8B42-4B9A-9719-501A10E2C9B8}"/>
              </a:ext>
            </a:extLst>
          </p:cNvPr>
          <p:cNvSpPr>
            <a:spLocks xmlns:a="http://schemas.openxmlformats.org/drawingml/2006/main" noGrp="1"/>
          </p:cNvSpPr>
          <p:nvPr/>
        </p:nvSpPr>
        <p:spPr>
          <a:xfrm xmlns:a="http://schemas.openxmlformats.org/drawingml/2006/main">
            <a:off x="9902389" y="5084385"/>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线激光</a:t>
            </a:r>
          </a:p>
        </p:txBody>
      </p:sp>
      <p:sp>
        <p:nvSpPr>
          <p:cNvPr id="57" name="pdf-text-0057">
            <a:extLst xmlns:a="http://schemas.openxmlformats.org/drawingml/2006/main">
              <a:ext uri="{FF2B5EF4-FFF2-40B4-BE49-F238E27FC236}">
                <a16:creationId xmlns:a16="http://schemas.microsoft.com/office/drawing/2014/main" id="{BE0B6F2A-9721-4E88-B5F6-1164851407A8}"/>
              </a:ext>
            </a:extLst>
          </p:cNvPr>
          <p:cNvSpPr>
            <a:spLocks xmlns:a="http://schemas.openxmlformats.org/drawingml/2006/main" noGrp="1"/>
          </p:cNvSpPr>
          <p:nvPr/>
        </p:nvSpPr>
        <p:spPr>
          <a:xfrm xmlns:a="http://schemas.openxmlformats.org/drawingml/2006/main">
            <a:off x="9609813" y="5312956"/>
            <a:ext cx="105461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（无法完整成像）</a:t>
            </a:r>
          </a:p>
        </p:txBody>
      </p:sp>
      <p:sp>
        <p:nvSpPr>
          <p:cNvPr id="58" name="pdf-text-0058">
            <a:extLst xmlns:a="http://schemas.openxmlformats.org/drawingml/2006/main">
              <a:ext uri="{FF2B5EF4-FFF2-40B4-BE49-F238E27FC236}">
                <a16:creationId xmlns:a16="http://schemas.microsoft.com/office/drawing/2014/main" id="{5ADDB437-C792-4386-A90A-4D10714C9FEE}"/>
              </a:ext>
            </a:extLst>
          </p:cNvPr>
          <p:cNvSpPr>
            <a:spLocks xmlns:a="http://schemas.openxmlformats.org/drawingml/2006/main" noGrp="1"/>
          </p:cNvSpPr>
          <p:nvPr/>
        </p:nvSpPr>
        <p:spPr>
          <a:xfrm xmlns:a="http://schemas.openxmlformats.org/drawingml/2006/main">
            <a:off x="10752834" y="5084385"/>
            <a:ext cx="105461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自研共焦扫描系统</a:t>
            </a:r>
          </a:p>
        </p:txBody>
      </p:sp>
      <p:sp>
        <p:nvSpPr>
          <p:cNvPr id="59" name="pdf-text-0059">
            <a:extLst xmlns:a="http://schemas.openxmlformats.org/drawingml/2006/main">
              <a:ext uri="{FF2B5EF4-FFF2-40B4-BE49-F238E27FC236}">
                <a16:creationId xmlns:a16="http://schemas.microsoft.com/office/drawing/2014/main" id="{546D646B-A4AA-4277-A4F3-48DF74643B64}"/>
              </a:ext>
            </a:extLst>
          </p:cNvPr>
          <p:cNvSpPr>
            <a:spLocks xmlns:a="http://schemas.openxmlformats.org/drawingml/2006/main" noGrp="1"/>
          </p:cNvSpPr>
          <p:nvPr/>
        </p:nvSpPr>
        <p:spPr>
          <a:xfrm xmlns:a="http://schemas.openxmlformats.org/drawingml/2006/main">
            <a:off x="10879327" y="5312985"/>
            <a:ext cx="8001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（完整成像）</a:t>
            </a:r>
          </a:p>
        </p:txBody>
      </p:sp>
      <p:sp>
        <p:nvSpPr>
          <p:cNvPr id="60" name="pdf-text-0060">
            <a:extLst xmlns:a="http://schemas.openxmlformats.org/drawingml/2006/main">
              <a:ext uri="{FF2B5EF4-FFF2-40B4-BE49-F238E27FC236}">
                <a16:creationId xmlns:a16="http://schemas.microsoft.com/office/drawing/2014/main" id="{C83E9926-7E09-4827-A31E-4C9628ECAA88}"/>
              </a:ext>
            </a:extLst>
          </p:cNvPr>
          <p:cNvSpPr>
            <a:spLocks xmlns:a="http://schemas.openxmlformats.org/drawingml/2006/main" noGrp="1"/>
          </p:cNvSpPr>
          <p:nvPr/>
        </p:nvSpPr>
        <p:spPr>
          <a:xfrm xmlns:a="http://schemas.openxmlformats.org/drawingml/2006/main">
            <a:off x="7843868" y="5614812"/>
            <a:ext cx="17876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AI</a:t>
            </a:r>
          </a:p>
        </p:txBody>
      </p:sp>
      <p:sp>
        <p:nvSpPr>
          <p:cNvPr id="61" name="pdf-text-0061">
            <a:extLst xmlns:a="http://schemas.openxmlformats.org/drawingml/2006/main">
              <a:ext uri="{FF2B5EF4-FFF2-40B4-BE49-F238E27FC236}">
                <a16:creationId xmlns:a16="http://schemas.microsoft.com/office/drawing/2014/main" id="{AF510A62-95E0-43F4-B7DC-F74E54175CCE}"/>
              </a:ext>
            </a:extLst>
          </p:cNvPr>
          <p:cNvSpPr>
            <a:spLocks xmlns:a="http://schemas.openxmlformats.org/drawingml/2006/main" noGrp="1"/>
          </p:cNvSpPr>
          <p:nvPr/>
        </p:nvSpPr>
        <p:spPr>
          <a:xfrm xmlns:a="http://schemas.openxmlformats.org/drawingml/2006/main">
            <a:off x="7984076" y="5607149"/>
            <a:ext cx="42367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检测算</a:t>
            </a:r>
          </a:p>
        </p:txBody>
      </p:sp>
      <p:sp>
        <p:nvSpPr>
          <p:cNvPr id="62" name="pdf-text-0062">
            <a:extLst xmlns:a="http://schemas.openxmlformats.org/drawingml/2006/main">
              <a:ext uri="{FF2B5EF4-FFF2-40B4-BE49-F238E27FC236}">
                <a16:creationId xmlns:a16="http://schemas.microsoft.com/office/drawing/2014/main" id="{B88523CA-5D0F-408C-8D41-E69882F5628E}"/>
              </a:ext>
            </a:extLst>
          </p:cNvPr>
          <p:cNvSpPr>
            <a:spLocks xmlns:a="http://schemas.openxmlformats.org/drawingml/2006/main" noGrp="1"/>
          </p:cNvSpPr>
          <p:nvPr/>
        </p:nvSpPr>
        <p:spPr>
          <a:xfrm xmlns:a="http://schemas.openxmlformats.org/drawingml/2006/main">
            <a:off x="8043513" y="583574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法</a:t>
            </a:r>
          </a:p>
        </p:txBody>
      </p:sp>
      <p:sp>
        <p:nvSpPr>
          <p:cNvPr id="63" name="pdf-text-0063">
            <a:extLst xmlns:a="http://schemas.openxmlformats.org/drawingml/2006/main">
              <a:ext uri="{FF2B5EF4-FFF2-40B4-BE49-F238E27FC236}">
                <a16:creationId xmlns:a16="http://schemas.microsoft.com/office/drawing/2014/main" id="{1295CD81-A080-49D1-9B94-F37EF1DDDD12}"/>
              </a:ext>
            </a:extLst>
          </p:cNvPr>
          <p:cNvSpPr>
            <a:spLocks xmlns:a="http://schemas.openxmlformats.org/drawingml/2006/main" noGrp="1"/>
          </p:cNvSpPr>
          <p:nvPr/>
        </p:nvSpPr>
        <p:spPr>
          <a:xfrm xmlns:a="http://schemas.openxmlformats.org/drawingml/2006/main">
            <a:off x="8961819" y="572144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64" name="pdf-text-0064">
            <a:extLst xmlns:a="http://schemas.openxmlformats.org/drawingml/2006/main">
              <a:ext uri="{FF2B5EF4-FFF2-40B4-BE49-F238E27FC236}">
                <a16:creationId xmlns:a16="http://schemas.microsoft.com/office/drawing/2014/main" id="{D7422017-CEEC-4471-A63A-786DFC6E7FC9}"/>
              </a:ext>
            </a:extLst>
          </p:cNvPr>
          <p:cNvSpPr>
            <a:spLocks xmlns:a="http://schemas.openxmlformats.org/drawingml/2006/main" noGrp="1"/>
          </p:cNvSpPr>
          <p:nvPr/>
        </p:nvSpPr>
        <p:spPr>
          <a:xfrm xmlns:a="http://schemas.openxmlformats.org/drawingml/2006/main">
            <a:off x="10053571" y="572144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65" name="pdf-text-0065">
            <a:extLst xmlns:a="http://schemas.openxmlformats.org/drawingml/2006/main">
              <a:ext uri="{FF2B5EF4-FFF2-40B4-BE49-F238E27FC236}">
                <a16:creationId xmlns:a16="http://schemas.microsoft.com/office/drawing/2014/main" id="{6AE77A30-3112-4468-B601-C94E78F637B8}"/>
              </a:ext>
            </a:extLst>
          </p:cNvPr>
          <p:cNvSpPr>
            <a:spLocks xmlns:a="http://schemas.openxmlformats.org/drawingml/2006/main" noGrp="1"/>
          </p:cNvSpPr>
          <p:nvPr/>
        </p:nvSpPr>
        <p:spPr>
          <a:xfrm xmlns:a="http://schemas.openxmlformats.org/drawingml/2006/main">
            <a:off x="11225392" y="5728353"/>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a:t>
            </a:r>
          </a:p>
        </p:txBody>
      </p:sp>
      <p:sp>
        <p:nvSpPr>
          <p:cNvPr id="66" name="pdf-text-0066">
            <a:extLst xmlns:a="http://schemas.openxmlformats.org/drawingml/2006/main">
              <a:ext uri="{FF2B5EF4-FFF2-40B4-BE49-F238E27FC236}">
                <a16:creationId xmlns:a16="http://schemas.microsoft.com/office/drawing/2014/main" id="{2C6ACDE3-D14A-4915-B0BA-35F7656FD0CE}"/>
              </a:ext>
            </a:extLst>
          </p:cNvPr>
          <p:cNvSpPr>
            <a:spLocks xmlns:a="http://schemas.openxmlformats.org/drawingml/2006/main" noGrp="1"/>
          </p:cNvSpPr>
          <p:nvPr/>
        </p:nvSpPr>
        <p:spPr>
          <a:xfrm xmlns:a="http://schemas.openxmlformats.org/drawingml/2006/main">
            <a:off x="7852980" y="6035458"/>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平均编程</a:t>
            </a:r>
          </a:p>
        </p:txBody>
      </p:sp>
      <p:sp>
        <p:nvSpPr>
          <p:cNvPr id="67" name="pdf-text-0067">
            <a:extLst xmlns:a="http://schemas.openxmlformats.org/drawingml/2006/main">
              <a:ext uri="{FF2B5EF4-FFF2-40B4-BE49-F238E27FC236}">
                <a16:creationId xmlns:a16="http://schemas.microsoft.com/office/drawing/2014/main" id="{88C97006-1D22-42DD-AD7B-3622A1EE6C95}"/>
              </a:ext>
            </a:extLst>
          </p:cNvPr>
          <p:cNvSpPr>
            <a:spLocks xmlns:a="http://schemas.openxmlformats.org/drawingml/2006/main" noGrp="1"/>
          </p:cNvSpPr>
          <p:nvPr/>
        </p:nvSpPr>
        <p:spPr>
          <a:xfrm xmlns:a="http://schemas.openxmlformats.org/drawingml/2006/main">
            <a:off x="7979472" y="6264058"/>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时间</a:t>
            </a:r>
          </a:p>
        </p:txBody>
      </p:sp>
      <p:sp>
        <p:nvSpPr>
          <p:cNvPr id="68" name="pdf-text-0068">
            <a:extLst xmlns:a="http://schemas.openxmlformats.org/drawingml/2006/main">
              <a:ext uri="{FF2B5EF4-FFF2-40B4-BE49-F238E27FC236}">
                <a16:creationId xmlns:a16="http://schemas.microsoft.com/office/drawing/2014/main" id="{9E28A48C-90AE-4F5A-944E-0C9A8940E9C4}"/>
              </a:ext>
            </a:extLst>
          </p:cNvPr>
          <p:cNvSpPr>
            <a:spLocks xmlns:a="http://schemas.openxmlformats.org/drawingml/2006/main" noGrp="1"/>
          </p:cNvSpPr>
          <p:nvPr/>
        </p:nvSpPr>
        <p:spPr>
          <a:xfrm xmlns:a="http://schemas.openxmlformats.org/drawingml/2006/main">
            <a:off x="8876441" y="6156272"/>
            <a:ext cx="20646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1-2</a:t>
            </a:r>
          </a:p>
        </p:txBody>
      </p:sp>
      <p:sp>
        <p:nvSpPr>
          <p:cNvPr id="69" name="pdf-text-0069">
            <a:extLst xmlns:a="http://schemas.openxmlformats.org/drawingml/2006/main">
              <a:ext uri="{FF2B5EF4-FFF2-40B4-BE49-F238E27FC236}">
                <a16:creationId xmlns:a16="http://schemas.microsoft.com/office/drawing/2014/main" id="{ED5EC54B-C9E1-4F3A-9C23-69335A40CB4C}"/>
              </a:ext>
            </a:extLst>
          </p:cNvPr>
          <p:cNvSpPr>
            <a:spLocks xmlns:a="http://schemas.openxmlformats.org/drawingml/2006/main" noGrp="1"/>
          </p:cNvSpPr>
          <p:nvPr/>
        </p:nvSpPr>
        <p:spPr>
          <a:xfrm xmlns:a="http://schemas.openxmlformats.org/drawingml/2006/main">
            <a:off x="9045561" y="614975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天</a:t>
            </a:r>
          </a:p>
        </p:txBody>
      </p:sp>
      <p:sp>
        <p:nvSpPr>
          <p:cNvPr id="70" name="pdf-text-0070">
            <a:extLst xmlns:a="http://schemas.openxmlformats.org/drawingml/2006/main">
              <a:ext uri="{FF2B5EF4-FFF2-40B4-BE49-F238E27FC236}">
                <a16:creationId xmlns:a16="http://schemas.microsoft.com/office/drawing/2014/main" id="{124843C0-ED90-4F8B-8912-0C4FAD591BC5}"/>
              </a:ext>
            </a:extLst>
          </p:cNvPr>
          <p:cNvSpPr>
            <a:spLocks xmlns:a="http://schemas.openxmlformats.org/drawingml/2006/main" noGrp="1"/>
          </p:cNvSpPr>
          <p:nvPr/>
        </p:nvSpPr>
        <p:spPr>
          <a:xfrm xmlns:a="http://schemas.openxmlformats.org/drawingml/2006/main">
            <a:off x="9968068" y="6156272"/>
            <a:ext cx="20646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1-2</a:t>
            </a:r>
          </a:p>
        </p:txBody>
      </p:sp>
      <p:sp>
        <p:nvSpPr>
          <p:cNvPr id="71" name="pdf-text-0071">
            <a:extLst xmlns:a="http://schemas.openxmlformats.org/drawingml/2006/main">
              <a:ext uri="{FF2B5EF4-FFF2-40B4-BE49-F238E27FC236}">
                <a16:creationId xmlns:a16="http://schemas.microsoft.com/office/drawing/2014/main" id="{D3D8034B-FE97-4F14-96DC-D88D39EAC982}"/>
              </a:ext>
            </a:extLst>
          </p:cNvPr>
          <p:cNvSpPr>
            <a:spLocks xmlns:a="http://schemas.openxmlformats.org/drawingml/2006/main" noGrp="1"/>
          </p:cNvSpPr>
          <p:nvPr/>
        </p:nvSpPr>
        <p:spPr>
          <a:xfrm xmlns:a="http://schemas.openxmlformats.org/drawingml/2006/main">
            <a:off x="10137187" y="614975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天</a:t>
            </a:r>
          </a:p>
        </p:txBody>
      </p:sp>
      <p:sp>
        <p:nvSpPr>
          <p:cNvPr id="72" name="pdf-text-0072">
            <a:extLst xmlns:a="http://schemas.openxmlformats.org/drawingml/2006/main">
              <a:ext uri="{FF2B5EF4-FFF2-40B4-BE49-F238E27FC236}">
                <a16:creationId xmlns:a16="http://schemas.microsoft.com/office/drawing/2014/main" id="{E86CDFC7-30E3-41EE-86A5-F5C7B688C528}"/>
              </a:ext>
            </a:extLst>
          </p:cNvPr>
          <p:cNvSpPr>
            <a:spLocks xmlns:a="http://schemas.openxmlformats.org/drawingml/2006/main" noGrp="1"/>
          </p:cNvSpPr>
          <p:nvPr/>
        </p:nvSpPr>
        <p:spPr>
          <a:xfrm xmlns:a="http://schemas.openxmlformats.org/drawingml/2006/main">
            <a:off x="11046918" y="6157420"/>
            <a:ext cx="20797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1-2</a:t>
            </a:r>
          </a:p>
        </p:txBody>
      </p:sp>
      <p:sp>
        <p:nvSpPr>
          <p:cNvPr id="73" name="pdf-text-0073">
            <a:extLst xmlns:a="http://schemas.openxmlformats.org/drawingml/2006/main">
              <a:ext uri="{FF2B5EF4-FFF2-40B4-BE49-F238E27FC236}">
                <a16:creationId xmlns:a16="http://schemas.microsoft.com/office/drawing/2014/main" id="{7C3E6BE5-101B-4C79-BDAE-B27213E064E5}"/>
              </a:ext>
            </a:extLst>
          </p:cNvPr>
          <p:cNvSpPr>
            <a:spLocks xmlns:a="http://schemas.openxmlformats.org/drawingml/2006/main" noGrp="1"/>
          </p:cNvSpPr>
          <p:nvPr/>
        </p:nvSpPr>
        <p:spPr>
          <a:xfrm xmlns:a="http://schemas.openxmlformats.org/drawingml/2006/main">
            <a:off x="11217687" y="6149758"/>
            <a:ext cx="29412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小时</a:t>
            </a:r>
          </a:p>
        </p:txBody>
      </p:sp>
      <p:pic>
        <p:nvPicPr>
          <p:cNvPr id="188" name=""/>
          <p:cNvPicPr>
            <a:picLocks xmlns:a="http://schemas.openxmlformats.org/drawingml/2006/main" noChangeAspect="1"/>
          </p:cNvPicPr>
          <p:nvPr/>
        </p:nvPicPr>
        <p:blipFill>
          <a:blip xmlns:r="http://schemas.openxmlformats.org/officeDocument/2006/relationships" xmlns:a="http://schemas.openxmlformats.org/drawingml/2006/main" r:embed="Rd321dcdf22e54f87"/>
          <a:srcRect xmlns:a="http://schemas.openxmlformats.org/drawingml/2006/main" l="138" t="0" r="138" b="0"/>
          <a:stretch xmlns:a="http://schemas.openxmlformats.org/drawingml/2006/main">
            <a:fillRect l="0" t="0" r="0" b="0"/>
          </a:stretch>
        </p:blipFill>
        <p:spPr>
          <a:xfrm xmlns:a="http://schemas.openxmlformats.org/drawingml/2006/main">
            <a:off x="10254038" y="2402779"/>
            <a:ext cx="1542932" cy="1437558"/>
          </a:xfrm>
          <a:prstGeom xmlns:a="http://schemas.openxmlformats.org/drawingml/2006/main" prst="rect">
            <a:avLst/>
          </a:prstGeom>
        </p:spPr>
      </p:pic>
      <p:pic>
        <p:nvPicPr>
          <p:cNvPr id="189" name=""/>
          <p:cNvPicPr>
            <a:picLocks xmlns:a="http://schemas.openxmlformats.org/drawingml/2006/main" noChangeAspect="1"/>
          </p:cNvPicPr>
          <p:nvPr/>
        </p:nvPicPr>
        <p:blipFill>
          <a:blip xmlns:r="http://schemas.openxmlformats.org/officeDocument/2006/relationships" xmlns:a="http://schemas.openxmlformats.org/drawingml/2006/main" r:embed="Rda593478c57646a1"/>
          <a:srcRect xmlns:a="http://schemas.openxmlformats.org/drawingml/2006/main" l="5083" t="0" r="5083" b="0"/>
          <a:stretch xmlns:a="http://schemas.openxmlformats.org/drawingml/2006/main">
            <a:fillRect l="0" t="0" r="0" b="0"/>
          </a:stretch>
        </p:blipFill>
        <p:spPr>
          <a:xfrm xmlns:a="http://schemas.openxmlformats.org/drawingml/2006/main">
            <a:off x="308186" y="869551"/>
            <a:ext cx="7023663" cy="2017262"/>
          </a:xfrm>
          <a:prstGeom xmlns:a="http://schemas.openxmlformats.org/drawingml/2006/main" prst="rect">
            <a:avLst/>
          </a:prstGeom>
        </p:spPr>
      </p:pic>
      <p:sp>
        <p:nvSpPr>
          <p:cNvPr id="76" name="pdf-vector-0076">
            <a:extLst xmlns:a="http://schemas.openxmlformats.org/drawingml/2006/main">
              <a:ext uri="{FF2B5EF4-FFF2-40B4-BE49-F238E27FC236}">
                <a16:creationId xmlns:a16="http://schemas.microsoft.com/office/drawing/2014/main" id="{421C49DB-EC47-44B9-92AA-EBFDC1052B6C}"/>
              </a:ext>
            </a:extLst>
          </p:cNvPr>
          <p:cNvSpPr>
            <a:spLocks xmlns:a="http://schemas.openxmlformats.org/drawingml/2006/main" noGrp="1"/>
          </p:cNvSpPr>
          <p:nvPr/>
        </p:nvSpPr>
        <p:spPr>
          <a:xfrm xmlns:a="http://schemas.openxmlformats.org/drawingml/2006/main">
            <a:off x="605968" y="3199765"/>
            <a:ext cx="2192579" cy="188062"/>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77" name="pdf-vector-0077">
            <a:extLst xmlns:a="http://schemas.openxmlformats.org/drawingml/2006/main">
              <a:ext uri="{FF2B5EF4-FFF2-40B4-BE49-F238E27FC236}">
                <a16:creationId xmlns:a16="http://schemas.microsoft.com/office/drawing/2014/main" id="{121B1623-5455-4C55-A5E2-50CA99D04D0E}"/>
              </a:ext>
            </a:extLst>
          </p:cNvPr>
          <p:cNvSpPr>
            <a:spLocks xmlns:a="http://schemas.openxmlformats.org/drawingml/2006/main" noGrp="1"/>
          </p:cNvSpPr>
          <p:nvPr/>
        </p:nvSpPr>
        <p:spPr>
          <a:xfrm xmlns:a="http://schemas.openxmlformats.org/drawingml/2006/main">
            <a:off x="2798547" y="3199765"/>
            <a:ext cx="4234854" cy="188062"/>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78" name="pdf-vector-0078">
            <a:extLst xmlns:a="http://schemas.openxmlformats.org/drawingml/2006/main">
              <a:ext uri="{FF2B5EF4-FFF2-40B4-BE49-F238E27FC236}">
                <a16:creationId xmlns:a16="http://schemas.microsoft.com/office/drawing/2014/main" id="{07BFB121-67E3-43B7-B331-A51DECA93F77}"/>
              </a:ext>
            </a:extLst>
          </p:cNvPr>
          <p:cNvSpPr>
            <a:spLocks xmlns:a="http://schemas.openxmlformats.org/drawingml/2006/main" noGrp="1"/>
          </p:cNvSpPr>
          <p:nvPr/>
        </p:nvSpPr>
        <p:spPr>
          <a:xfrm xmlns:a="http://schemas.openxmlformats.org/drawingml/2006/main">
            <a:off x="605968" y="3387827"/>
            <a:ext cx="2192579" cy="221297"/>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79" name="pdf-vector-0079">
            <a:extLst xmlns:a="http://schemas.openxmlformats.org/drawingml/2006/main">
              <a:ext uri="{FF2B5EF4-FFF2-40B4-BE49-F238E27FC236}">
                <a16:creationId xmlns:a16="http://schemas.microsoft.com/office/drawing/2014/main" id="{898D57A1-A409-4C4E-992D-6E4D63A7F25A}"/>
              </a:ext>
            </a:extLst>
          </p:cNvPr>
          <p:cNvSpPr>
            <a:spLocks xmlns:a="http://schemas.openxmlformats.org/drawingml/2006/main" noGrp="1"/>
          </p:cNvSpPr>
          <p:nvPr/>
        </p:nvSpPr>
        <p:spPr>
          <a:xfrm xmlns:a="http://schemas.openxmlformats.org/drawingml/2006/main">
            <a:off x="2798547" y="3387827"/>
            <a:ext cx="4234854" cy="221297"/>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80" name="pdf-vector-0080">
            <a:extLst xmlns:a="http://schemas.openxmlformats.org/drawingml/2006/main">
              <a:ext uri="{FF2B5EF4-FFF2-40B4-BE49-F238E27FC236}">
                <a16:creationId xmlns:a16="http://schemas.microsoft.com/office/drawing/2014/main" id="{8DEE063C-87B6-4391-B56A-2D17F9199F7B}"/>
              </a:ext>
            </a:extLst>
          </p:cNvPr>
          <p:cNvSpPr>
            <a:spLocks xmlns:a="http://schemas.openxmlformats.org/drawingml/2006/main" noGrp="1"/>
          </p:cNvSpPr>
          <p:nvPr/>
        </p:nvSpPr>
        <p:spPr>
          <a:xfrm xmlns:a="http://schemas.openxmlformats.org/drawingml/2006/main">
            <a:off x="605968" y="3609124"/>
            <a:ext cx="2192579" cy="265240"/>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1" name="pdf-vector-0081">
            <a:extLst xmlns:a="http://schemas.openxmlformats.org/drawingml/2006/main">
              <a:ext uri="{FF2B5EF4-FFF2-40B4-BE49-F238E27FC236}">
                <a16:creationId xmlns:a16="http://schemas.microsoft.com/office/drawing/2014/main" id="{8D8F9038-88E4-4BC8-9191-ACB4FFCA23E4}"/>
              </a:ext>
            </a:extLst>
          </p:cNvPr>
          <p:cNvSpPr>
            <a:spLocks xmlns:a="http://schemas.openxmlformats.org/drawingml/2006/main" noGrp="1"/>
          </p:cNvSpPr>
          <p:nvPr/>
        </p:nvSpPr>
        <p:spPr>
          <a:xfrm xmlns:a="http://schemas.openxmlformats.org/drawingml/2006/main">
            <a:off x="2798547" y="3609124"/>
            <a:ext cx="4234854" cy="265240"/>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82" name="pdf-vector-0082">
            <a:extLst xmlns:a="http://schemas.openxmlformats.org/drawingml/2006/main">
              <a:ext uri="{FF2B5EF4-FFF2-40B4-BE49-F238E27FC236}">
                <a16:creationId xmlns:a16="http://schemas.microsoft.com/office/drawing/2014/main" id="{10F20E50-C551-4DDA-9B6B-16D08838273C}"/>
              </a:ext>
            </a:extLst>
          </p:cNvPr>
          <p:cNvSpPr>
            <a:spLocks xmlns:a="http://schemas.openxmlformats.org/drawingml/2006/main" noGrp="1"/>
          </p:cNvSpPr>
          <p:nvPr/>
        </p:nvSpPr>
        <p:spPr>
          <a:xfrm xmlns:a="http://schemas.openxmlformats.org/drawingml/2006/main">
            <a:off x="605968" y="3874363"/>
            <a:ext cx="2192579" cy="228549"/>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3" name="pdf-vector-0083">
            <a:extLst xmlns:a="http://schemas.openxmlformats.org/drawingml/2006/main">
              <a:ext uri="{FF2B5EF4-FFF2-40B4-BE49-F238E27FC236}">
                <a16:creationId xmlns:a16="http://schemas.microsoft.com/office/drawing/2014/main" id="{B38550D5-C514-4C4C-BB6F-99BF9807E656}"/>
              </a:ext>
            </a:extLst>
          </p:cNvPr>
          <p:cNvSpPr>
            <a:spLocks xmlns:a="http://schemas.openxmlformats.org/drawingml/2006/main" noGrp="1"/>
          </p:cNvSpPr>
          <p:nvPr/>
        </p:nvSpPr>
        <p:spPr>
          <a:xfrm xmlns:a="http://schemas.openxmlformats.org/drawingml/2006/main">
            <a:off x="2798547" y="3874363"/>
            <a:ext cx="4234854" cy="228549"/>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84" name="pdf-vector-0084">
            <a:extLst xmlns:a="http://schemas.openxmlformats.org/drawingml/2006/main">
              <a:ext uri="{FF2B5EF4-FFF2-40B4-BE49-F238E27FC236}">
                <a16:creationId xmlns:a16="http://schemas.microsoft.com/office/drawing/2014/main" id="{71B74994-76D2-441A-A68A-9CE478A94324}"/>
              </a:ext>
            </a:extLst>
          </p:cNvPr>
          <p:cNvSpPr>
            <a:spLocks xmlns:a="http://schemas.openxmlformats.org/drawingml/2006/main" noGrp="1"/>
          </p:cNvSpPr>
          <p:nvPr/>
        </p:nvSpPr>
        <p:spPr>
          <a:xfrm xmlns:a="http://schemas.openxmlformats.org/drawingml/2006/main">
            <a:off x="605968" y="4102913"/>
            <a:ext cx="2192579" cy="288620"/>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5" name="pdf-vector-0085">
            <a:extLst xmlns:a="http://schemas.openxmlformats.org/drawingml/2006/main">
              <a:ext uri="{FF2B5EF4-FFF2-40B4-BE49-F238E27FC236}">
                <a16:creationId xmlns:a16="http://schemas.microsoft.com/office/drawing/2014/main" id="{E5CB0B3C-E559-42B9-8CBC-76574155DCC9}"/>
              </a:ext>
            </a:extLst>
          </p:cNvPr>
          <p:cNvSpPr>
            <a:spLocks xmlns:a="http://schemas.openxmlformats.org/drawingml/2006/main" noGrp="1"/>
          </p:cNvSpPr>
          <p:nvPr/>
        </p:nvSpPr>
        <p:spPr>
          <a:xfrm xmlns:a="http://schemas.openxmlformats.org/drawingml/2006/main">
            <a:off x="2798547" y="4102913"/>
            <a:ext cx="4234854" cy="288620"/>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86" name="pdf-vector-0086">
            <a:extLst xmlns:a="http://schemas.openxmlformats.org/drawingml/2006/main">
              <a:ext uri="{FF2B5EF4-FFF2-40B4-BE49-F238E27FC236}">
                <a16:creationId xmlns:a16="http://schemas.microsoft.com/office/drawing/2014/main" id="{EB38604C-73AB-400E-BDAA-5285A1D1693A}"/>
              </a:ext>
            </a:extLst>
          </p:cNvPr>
          <p:cNvSpPr>
            <a:spLocks xmlns:a="http://schemas.openxmlformats.org/drawingml/2006/main" noGrp="1"/>
          </p:cNvSpPr>
          <p:nvPr/>
        </p:nvSpPr>
        <p:spPr>
          <a:xfrm xmlns:a="http://schemas.openxmlformats.org/drawingml/2006/main">
            <a:off x="2798543" y="3193415"/>
            <a:ext cx="953" cy="1204468"/>
          </a:xfrm>
          <a:custGeom xmlns:a="http://schemas.openxmlformats.org/drawingml/2006/main">
            <a:pathLst>
              <a:path w="953" h="1204468">
                <a:moveTo>
                  <a:pt x="0" y="0"/>
                </a:moveTo>
                <a:lnTo>
                  <a:pt x="0" y="1204468"/>
                </a:lnTo>
              </a:path>
            </a:pathLst>
          </a:custGeom>
          <a:noFill xmlns:a="http://schemas.openxmlformats.org/drawingml/2006/main"/>
          <a:ln xmlns:a="http://schemas.openxmlformats.org/drawingml/2006/main" w="12700">
            <a:solidFill>
              <a:srgbClr val="FFFFFF"/>
            </a:solidFill>
            <a:prstDash val="solid"/>
          </a:ln>
        </p:spPr>
      </p:sp>
      <p:sp>
        <p:nvSpPr>
          <p:cNvPr id="87" name="pdf-vector-0087">
            <a:extLst xmlns:a="http://schemas.openxmlformats.org/drawingml/2006/main">
              <a:ext uri="{FF2B5EF4-FFF2-40B4-BE49-F238E27FC236}">
                <a16:creationId xmlns:a16="http://schemas.microsoft.com/office/drawing/2014/main" id="{5812A6A8-42D6-466D-92C6-868C8A64A44C}"/>
              </a:ext>
            </a:extLst>
          </p:cNvPr>
          <p:cNvSpPr>
            <a:spLocks xmlns:a="http://schemas.openxmlformats.org/drawingml/2006/main" noGrp="1"/>
          </p:cNvSpPr>
          <p:nvPr/>
        </p:nvSpPr>
        <p:spPr>
          <a:xfrm xmlns:a="http://schemas.openxmlformats.org/drawingml/2006/main">
            <a:off x="599613" y="3387823"/>
            <a:ext cx="6440132" cy="953"/>
          </a:xfrm>
          <a:custGeom xmlns:a="http://schemas.openxmlformats.org/drawingml/2006/main">
            <a:pathLst>
              <a:path w="6440132" h="953">
                <a:moveTo>
                  <a:pt x="0" y="0"/>
                </a:moveTo>
                <a:lnTo>
                  <a:pt x="6440132" y="0"/>
                </a:lnTo>
              </a:path>
            </a:pathLst>
          </a:custGeom>
          <a:noFill xmlns:a="http://schemas.openxmlformats.org/drawingml/2006/main"/>
          <a:ln xmlns:a="http://schemas.openxmlformats.org/drawingml/2006/main" w="38100">
            <a:solidFill>
              <a:srgbClr val="FFFFFF"/>
            </a:solidFill>
            <a:prstDash val="solid"/>
          </a:ln>
        </p:spPr>
      </p:sp>
      <p:sp>
        <p:nvSpPr>
          <p:cNvPr id="88" name="pdf-vector-0088">
            <a:extLst xmlns:a="http://schemas.openxmlformats.org/drawingml/2006/main">
              <a:ext uri="{FF2B5EF4-FFF2-40B4-BE49-F238E27FC236}">
                <a16:creationId xmlns:a16="http://schemas.microsoft.com/office/drawing/2014/main" id="{8DCF373E-FA6A-44A2-9E9A-EAC9254D8A20}"/>
              </a:ext>
            </a:extLst>
          </p:cNvPr>
          <p:cNvSpPr>
            <a:spLocks xmlns:a="http://schemas.openxmlformats.org/drawingml/2006/main" noGrp="1"/>
          </p:cNvSpPr>
          <p:nvPr/>
        </p:nvSpPr>
        <p:spPr>
          <a:xfrm xmlns:a="http://schemas.openxmlformats.org/drawingml/2006/main">
            <a:off x="599613" y="3609124"/>
            <a:ext cx="6440132" cy="953"/>
          </a:xfrm>
          <a:custGeom xmlns:a="http://schemas.openxmlformats.org/drawingml/2006/main">
            <a:pathLst>
              <a:path w="6440132" h="953">
                <a:moveTo>
                  <a:pt x="0" y="0"/>
                </a:moveTo>
                <a:lnTo>
                  <a:pt x="6440132" y="0"/>
                </a:lnTo>
              </a:path>
            </a:pathLst>
          </a:custGeom>
          <a:noFill xmlns:a="http://schemas.openxmlformats.org/drawingml/2006/main"/>
          <a:ln xmlns:a="http://schemas.openxmlformats.org/drawingml/2006/main" w="12700">
            <a:solidFill>
              <a:srgbClr val="FFFFFF"/>
            </a:solidFill>
            <a:prstDash val="solid"/>
          </a:ln>
        </p:spPr>
      </p:sp>
      <p:sp>
        <p:nvSpPr>
          <p:cNvPr id="89" name="pdf-vector-0089">
            <a:extLst xmlns:a="http://schemas.openxmlformats.org/drawingml/2006/main">
              <a:ext uri="{FF2B5EF4-FFF2-40B4-BE49-F238E27FC236}">
                <a16:creationId xmlns:a16="http://schemas.microsoft.com/office/drawing/2014/main" id="{F58D902A-E174-41B1-B0D4-901D6AA1DCE7}"/>
              </a:ext>
            </a:extLst>
          </p:cNvPr>
          <p:cNvSpPr>
            <a:spLocks xmlns:a="http://schemas.openxmlformats.org/drawingml/2006/main" noGrp="1"/>
          </p:cNvSpPr>
          <p:nvPr/>
        </p:nvSpPr>
        <p:spPr>
          <a:xfrm xmlns:a="http://schemas.openxmlformats.org/drawingml/2006/main">
            <a:off x="599613" y="3874359"/>
            <a:ext cx="6440132" cy="953"/>
          </a:xfrm>
          <a:custGeom xmlns:a="http://schemas.openxmlformats.org/drawingml/2006/main">
            <a:pathLst>
              <a:path w="6440132" h="953">
                <a:moveTo>
                  <a:pt x="0" y="0"/>
                </a:moveTo>
                <a:lnTo>
                  <a:pt x="6440132" y="0"/>
                </a:lnTo>
              </a:path>
            </a:pathLst>
          </a:custGeom>
          <a:noFill xmlns:a="http://schemas.openxmlformats.org/drawingml/2006/main"/>
          <a:ln xmlns:a="http://schemas.openxmlformats.org/drawingml/2006/main" w="12700">
            <a:solidFill>
              <a:srgbClr val="FFFFFF"/>
            </a:solidFill>
            <a:prstDash val="solid"/>
          </a:ln>
        </p:spPr>
      </p:sp>
      <p:sp>
        <p:nvSpPr>
          <p:cNvPr id="90" name="pdf-vector-0090">
            <a:extLst xmlns:a="http://schemas.openxmlformats.org/drawingml/2006/main">
              <a:ext uri="{FF2B5EF4-FFF2-40B4-BE49-F238E27FC236}">
                <a16:creationId xmlns:a16="http://schemas.microsoft.com/office/drawing/2014/main" id="{AB89B834-B3E0-4051-B5E7-D43A1C3F9005}"/>
              </a:ext>
            </a:extLst>
          </p:cNvPr>
          <p:cNvSpPr>
            <a:spLocks xmlns:a="http://schemas.openxmlformats.org/drawingml/2006/main" noGrp="1"/>
          </p:cNvSpPr>
          <p:nvPr/>
        </p:nvSpPr>
        <p:spPr>
          <a:xfrm xmlns:a="http://schemas.openxmlformats.org/drawingml/2006/main">
            <a:off x="599613" y="4102908"/>
            <a:ext cx="6440132" cy="953"/>
          </a:xfrm>
          <a:custGeom xmlns:a="http://schemas.openxmlformats.org/drawingml/2006/main">
            <a:pathLst>
              <a:path w="6440132" h="953">
                <a:moveTo>
                  <a:pt x="0" y="0"/>
                </a:moveTo>
                <a:lnTo>
                  <a:pt x="6440132" y="0"/>
                </a:lnTo>
              </a:path>
            </a:pathLst>
          </a:custGeom>
          <a:noFill xmlns:a="http://schemas.openxmlformats.org/drawingml/2006/main"/>
          <a:ln xmlns:a="http://schemas.openxmlformats.org/drawingml/2006/main" w="12700">
            <a:solidFill>
              <a:srgbClr val="FFFFFF"/>
            </a:solidFill>
            <a:prstDash val="solid"/>
          </a:ln>
        </p:spPr>
      </p:sp>
      <p:sp>
        <p:nvSpPr>
          <p:cNvPr id="91" name="pdf-vector-0091">
            <a:extLst xmlns:a="http://schemas.openxmlformats.org/drawingml/2006/main">
              <a:ext uri="{FF2B5EF4-FFF2-40B4-BE49-F238E27FC236}">
                <a16:creationId xmlns:a16="http://schemas.microsoft.com/office/drawing/2014/main" id="{6887EDCC-9822-44B9-8684-9AB24F66D260}"/>
              </a:ext>
            </a:extLst>
          </p:cNvPr>
          <p:cNvSpPr>
            <a:spLocks xmlns:a="http://schemas.openxmlformats.org/drawingml/2006/main" noGrp="1"/>
          </p:cNvSpPr>
          <p:nvPr/>
        </p:nvSpPr>
        <p:spPr>
          <a:xfrm xmlns:a="http://schemas.openxmlformats.org/drawingml/2006/main">
            <a:off x="605963" y="3193415"/>
            <a:ext cx="953" cy="1204468"/>
          </a:xfrm>
          <a:custGeom xmlns:a="http://schemas.openxmlformats.org/drawingml/2006/main">
            <a:pathLst>
              <a:path w="953" h="1204468">
                <a:moveTo>
                  <a:pt x="0" y="0"/>
                </a:moveTo>
                <a:lnTo>
                  <a:pt x="0" y="1204468"/>
                </a:lnTo>
              </a:path>
            </a:pathLst>
          </a:custGeom>
          <a:noFill xmlns:a="http://schemas.openxmlformats.org/drawingml/2006/main"/>
          <a:ln xmlns:a="http://schemas.openxmlformats.org/drawingml/2006/main" w="12700">
            <a:solidFill>
              <a:srgbClr val="FFFFFF"/>
            </a:solidFill>
            <a:prstDash val="solid"/>
          </a:ln>
        </p:spPr>
      </p:sp>
      <p:sp>
        <p:nvSpPr>
          <p:cNvPr id="92" name="pdf-vector-0092">
            <a:extLst xmlns:a="http://schemas.openxmlformats.org/drawingml/2006/main">
              <a:ext uri="{FF2B5EF4-FFF2-40B4-BE49-F238E27FC236}">
                <a16:creationId xmlns:a16="http://schemas.microsoft.com/office/drawing/2014/main" id="{C27BB38E-37DE-40A2-8137-DD62B3F76A60}"/>
              </a:ext>
            </a:extLst>
          </p:cNvPr>
          <p:cNvSpPr>
            <a:spLocks xmlns:a="http://schemas.openxmlformats.org/drawingml/2006/main" noGrp="1"/>
          </p:cNvSpPr>
          <p:nvPr/>
        </p:nvSpPr>
        <p:spPr>
          <a:xfrm xmlns:a="http://schemas.openxmlformats.org/drawingml/2006/main">
            <a:off x="7033399" y="3193415"/>
            <a:ext cx="953" cy="1204468"/>
          </a:xfrm>
          <a:custGeom xmlns:a="http://schemas.openxmlformats.org/drawingml/2006/main">
            <a:pathLst>
              <a:path w="953" h="1204468">
                <a:moveTo>
                  <a:pt x="0" y="0"/>
                </a:moveTo>
                <a:lnTo>
                  <a:pt x="0" y="1204468"/>
                </a:lnTo>
              </a:path>
            </a:pathLst>
          </a:custGeom>
          <a:noFill xmlns:a="http://schemas.openxmlformats.org/drawingml/2006/main"/>
          <a:ln xmlns:a="http://schemas.openxmlformats.org/drawingml/2006/main" w="12700">
            <a:solidFill>
              <a:srgbClr val="FFFFFF"/>
            </a:solidFill>
            <a:prstDash val="solid"/>
          </a:ln>
        </p:spPr>
      </p:sp>
      <p:sp>
        <p:nvSpPr>
          <p:cNvPr id="93" name="pdf-vector-0093">
            <a:extLst xmlns:a="http://schemas.openxmlformats.org/drawingml/2006/main">
              <a:ext uri="{FF2B5EF4-FFF2-40B4-BE49-F238E27FC236}">
                <a16:creationId xmlns:a16="http://schemas.microsoft.com/office/drawing/2014/main" id="{50D1D98F-6AD1-46EF-886A-022183F80001}"/>
              </a:ext>
            </a:extLst>
          </p:cNvPr>
          <p:cNvSpPr>
            <a:spLocks xmlns:a="http://schemas.openxmlformats.org/drawingml/2006/main" noGrp="1"/>
          </p:cNvSpPr>
          <p:nvPr/>
        </p:nvSpPr>
        <p:spPr>
          <a:xfrm xmlns:a="http://schemas.openxmlformats.org/drawingml/2006/main">
            <a:off x="599613" y="3199765"/>
            <a:ext cx="6440132" cy="953"/>
          </a:xfrm>
          <a:custGeom xmlns:a="http://schemas.openxmlformats.org/drawingml/2006/main">
            <a:pathLst>
              <a:path w="6440132" h="953">
                <a:moveTo>
                  <a:pt x="0" y="0"/>
                </a:moveTo>
                <a:lnTo>
                  <a:pt x="6440132" y="0"/>
                </a:lnTo>
              </a:path>
            </a:pathLst>
          </a:custGeom>
          <a:noFill xmlns:a="http://schemas.openxmlformats.org/drawingml/2006/main"/>
          <a:ln xmlns:a="http://schemas.openxmlformats.org/drawingml/2006/main" w="12700">
            <a:solidFill>
              <a:srgbClr val="FFFFFF"/>
            </a:solidFill>
            <a:prstDash val="solid"/>
          </a:ln>
        </p:spPr>
      </p:sp>
      <p:sp>
        <p:nvSpPr>
          <p:cNvPr id="94" name="pdf-vector-0094">
            <a:extLst xmlns:a="http://schemas.openxmlformats.org/drawingml/2006/main">
              <a:ext uri="{FF2B5EF4-FFF2-40B4-BE49-F238E27FC236}">
                <a16:creationId xmlns:a16="http://schemas.microsoft.com/office/drawing/2014/main" id="{0386F44F-22AB-4BAA-BC7A-BA17001918A1}"/>
              </a:ext>
            </a:extLst>
          </p:cNvPr>
          <p:cNvSpPr>
            <a:spLocks xmlns:a="http://schemas.openxmlformats.org/drawingml/2006/main" noGrp="1"/>
          </p:cNvSpPr>
          <p:nvPr/>
        </p:nvSpPr>
        <p:spPr>
          <a:xfrm xmlns:a="http://schemas.openxmlformats.org/drawingml/2006/main">
            <a:off x="599613" y="4391527"/>
            <a:ext cx="6440132" cy="953"/>
          </a:xfrm>
          <a:custGeom xmlns:a="http://schemas.openxmlformats.org/drawingml/2006/main">
            <a:pathLst>
              <a:path w="6440132" h="953">
                <a:moveTo>
                  <a:pt x="0" y="0"/>
                </a:moveTo>
                <a:lnTo>
                  <a:pt x="6440132" y="0"/>
                </a:lnTo>
              </a:path>
            </a:pathLst>
          </a:custGeom>
          <a:noFill xmlns:a="http://schemas.openxmlformats.org/drawingml/2006/main"/>
          <a:ln xmlns:a="http://schemas.openxmlformats.org/drawingml/2006/main" w="12700">
            <a:solidFill>
              <a:srgbClr val="FFFFFF"/>
            </a:solidFill>
            <a:prstDash val="solid"/>
          </a:ln>
        </p:spPr>
      </p:sp>
      <p:sp>
        <p:nvSpPr>
          <p:cNvPr id="95" name="pdf-text-0095">
            <a:extLst xmlns:a="http://schemas.openxmlformats.org/drawingml/2006/main">
              <a:ext uri="{FF2B5EF4-FFF2-40B4-BE49-F238E27FC236}">
                <a16:creationId xmlns:a16="http://schemas.microsoft.com/office/drawing/2014/main" id="{AB0BFFAF-C5A8-45D4-B818-8D8587AC546E}"/>
              </a:ext>
            </a:extLst>
          </p:cNvPr>
          <p:cNvSpPr>
            <a:spLocks xmlns:a="http://schemas.openxmlformats.org/drawingml/2006/main" noGrp="1"/>
          </p:cNvSpPr>
          <p:nvPr/>
        </p:nvSpPr>
        <p:spPr>
          <a:xfrm xmlns:a="http://schemas.openxmlformats.org/drawingml/2006/main">
            <a:off x="1473716" y="3233812"/>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工艺段</a:t>
            </a:r>
          </a:p>
        </p:txBody>
      </p:sp>
      <p:sp>
        <p:nvSpPr>
          <p:cNvPr id="96" name="pdf-text-0096">
            <a:extLst xmlns:a="http://schemas.openxmlformats.org/drawingml/2006/main">
              <a:ext uri="{FF2B5EF4-FFF2-40B4-BE49-F238E27FC236}">
                <a16:creationId xmlns:a16="http://schemas.microsoft.com/office/drawing/2014/main" id="{872D4271-09D0-4B9E-BE81-2CE2D89108D6}"/>
              </a:ext>
            </a:extLst>
          </p:cNvPr>
          <p:cNvSpPr>
            <a:spLocks xmlns:a="http://schemas.openxmlformats.org/drawingml/2006/main" noGrp="1"/>
          </p:cNvSpPr>
          <p:nvPr/>
        </p:nvSpPr>
        <p:spPr>
          <a:xfrm xmlns:a="http://schemas.openxmlformats.org/drawingml/2006/main">
            <a:off x="4610791" y="3233812"/>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检测需求</a:t>
            </a:r>
          </a:p>
        </p:txBody>
      </p:sp>
      <p:sp>
        <p:nvSpPr>
          <p:cNvPr id="97" name="pdf-text-0097">
            <a:extLst xmlns:a="http://schemas.openxmlformats.org/drawingml/2006/main">
              <a:ext uri="{FF2B5EF4-FFF2-40B4-BE49-F238E27FC236}">
                <a16:creationId xmlns:a16="http://schemas.microsoft.com/office/drawing/2014/main" id="{381651EF-7E3A-41A3-8FA1-FD8BD3283A70}"/>
              </a:ext>
            </a:extLst>
          </p:cNvPr>
          <p:cNvSpPr>
            <a:spLocks xmlns:a="http://schemas.openxmlformats.org/drawingml/2006/main" noGrp="1"/>
          </p:cNvSpPr>
          <p:nvPr/>
        </p:nvSpPr>
        <p:spPr>
          <a:xfrm xmlns:a="http://schemas.openxmlformats.org/drawingml/2006/main">
            <a:off x="1397516" y="343849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芯片贴装</a:t>
            </a:r>
          </a:p>
        </p:txBody>
      </p:sp>
      <p:sp>
        <p:nvSpPr>
          <p:cNvPr id="98" name="pdf-text-0098">
            <a:extLst xmlns:a="http://schemas.openxmlformats.org/drawingml/2006/main">
              <a:ext uri="{FF2B5EF4-FFF2-40B4-BE49-F238E27FC236}">
                <a16:creationId xmlns:a16="http://schemas.microsoft.com/office/drawing/2014/main" id="{2D83F067-DDB9-46FD-B271-54CCA2857A0A}"/>
              </a:ext>
            </a:extLst>
          </p:cNvPr>
          <p:cNvSpPr>
            <a:spLocks xmlns:a="http://schemas.openxmlformats.org/drawingml/2006/main" noGrp="1"/>
          </p:cNvSpPr>
          <p:nvPr/>
        </p:nvSpPr>
        <p:spPr>
          <a:xfrm xmlns:a="http://schemas.openxmlformats.org/drawingml/2006/main">
            <a:off x="4191691" y="343849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检测Die表面缺陷不良</a:t>
            </a:r>
          </a:p>
        </p:txBody>
      </p:sp>
      <p:sp>
        <p:nvSpPr>
          <p:cNvPr id="99" name="pdf-text-0099">
            <a:extLst xmlns:a="http://schemas.openxmlformats.org/drawingml/2006/main">
              <a:ext uri="{FF2B5EF4-FFF2-40B4-BE49-F238E27FC236}">
                <a16:creationId xmlns:a16="http://schemas.microsoft.com/office/drawing/2014/main" id="{E1FD3C5A-0A5A-4E9E-8F37-30FDAE65C206}"/>
              </a:ext>
            </a:extLst>
          </p:cNvPr>
          <p:cNvSpPr>
            <a:spLocks xmlns:a="http://schemas.openxmlformats.org/drawingml/2006/main" noGrp="1"/>
          </p:cNvSpPr>
          <p:nvPr/>
        </p:nvSpPr>
        <p:spPr>
          <a:xfrm xmlns:a="http://schemas.openxmlformats.org/drawingml/2006/main">
            <a:off x="1549916" y="368175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引线</a:t>
            </a:r>
          </a:p>
        </p:txBody>
      </p:sp>
      <p:sp>
        <p:nvSpPr>
          <p:cNvPr id="100" name="pdf-text-0100">
            <a:extLst xmlns:a="http://schemas.openxmlformats.org/drawingml/2006/main">
              <a:ext uri="{FF2B5EF4-FFF2-40B4-BE49-F238E27FC236}">
                <a16:creationId xmlns:a16="http://schemas.microsoft.com/office/drawing/2014/main" id="{DA6D4BA1-3549-4F4C-93A5-354632708350}"/>
              </a:ext>
            </a:extLst>
          </p:cNvPr>
          <p:cNvSpPr>
            <a:spLocks xmlns:a="http://schemas.openxmlformats.org/drawingml/2006/main" noGrp="1"/>
          </p:cNvSpPr>
          <p:nvPr/>
        </p:nvSpPr>
        <p:spPr>
          <a:xfrm xmlns:a="http://schemas.openxmlformats.org/drawingml/2006/main">
            <a:off x="4077391" y="3681759"/>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检测Wirebond后线弧不良</a:t>
            </a:r>
          </a:p>
        </p:txBody>
      </p:sp>
      <p:sp>
        <p:nvSpPr>
          <p:cNvPr id="101" name="pdf-text-0101">
            <a:extLst xmlns:a="http://schemas.openxmlformats.org/drawingml/2006/main">
              <a:ext uri="{FF2B5EF4-FFF2-40B4-BE49-F238E27FC236}">
                <a16:creationId xmlns:a16="http://schemas.microsoft.com/office/drawing/2014/main" id="{7790FC24-D53A-44D2-890E-79F9E2470ED3}"/>
              </a:ext>
            </a:extLst>
          </p:cNvPr>
          <p:cNvSpPr>
            <a:spLocks xmlns:a="http://schemas.openxmlformats.org/drawingml/2006/main" noGrp="1"/>
          </p:cNvSpPr>
          <p:nvPr/>
        </p:nvSpPr>
        <p:spPr>
          <a:xfrm xmlns:a="http://schemas.openxmlformats.org/drawingml/2006/main">
            <a:off x="1549916" y="3928651"/>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插针</a:t>
            </a:r>
          </a:p>
        </p:txBody>
      </p:sp>
      <p:sp>
        <p:nvSpPr>
          <p:cNvPr id="102" name="pdf-text-0102">
            <a:extLst xmlns:a="http://schemas.openxmlformats.org/drawingml/2006/main">
              <a:ext uri="{FF2B5EF4-FFF2-40B4-BE49-F238E27FC236}">
                <a16:creationId xmlns:a16="http://schemas.microsoft.com/office/drawing/2014/main" id="{B271533E-F109-4165-AB25-041B820000C9}"/>
              </a:ext>
            </a:extLst>
          </p:cNvPr>
          <p:cNvSpPr>
            <a:spLocks xmlns:a="http://schemas.openxmlformats.org/drawingml/2006/main" noGrp="1"/>
          </p:cNvSpPr>
          <p:nvPr/>
        </p:nvSpPr>
        <p:spPr>
          <a:xfrm xmlns:a="http://schemas.openxmlformats.org/drawingml/2006/main">
            <a:off x="4267891" y="3928651"/>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检测PIN插针后不良</a:t>
            </a:r>
          </a:p>
        </p:txBody>
      </p:sp>
      <p:sp>
        <p:nvSpPr>
          <p:cNvPr id="103" name="pdf-text-0103">
            <a:extLst xmlns:a="http://schemas.openxmlformats.org/drawingml/2006/main">
              <a:ext uri="{FF2B5EF4-FFF2-40B4-BE49-F238E27FC236}">
                <a16:creationId xmlns:a16="http://schemas.microsoft.com/office/drawing/2014/main" id="{36F74AC0-518B-4A76-9952-B913DACB5B09}"/>
              </a:ext>
            </a:extLst>
          </p:cNvPr>
          <p:cNvSpPr>
            <a:spLocks xmlns:a="http://schemas.openxmlformats.org/drawingml/2006/main" noGrp="1"/>
          </p:cNvSpPr>
          <p:nvPr/>
        </p:nvSpPr>
        <p:spPr>
          <a:xfrm xmlns:a="http://schemas.openxmlformats.org/drawingml/2006/main">
            <a:off x="1531629" y="4176567"/>
            <a:ext cx="34442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终检</a:t>
            </a:r>
          </a:p>
        </p:txBody>
      </p:sp>
      <p:sp>
        <p:nvSpPr>
          <p:cNvPr id="104" name="pdf-text-0104">
            <a:extLst xmlns:a="http://schemas.openxmlformats.org/drawingml/2006/main">
              <a:ext uri="{FF2B5EF4-FFF2-40B4-BE49-F238E27FC236}">
                <a16:creationId xmlns:a16="http://schemas.microsoft.com/office/drawing/2014/main" id="{177BD971-70D4-43EE-8F1C-3AAA1C471C3A}"/>
              </a:ext>
            </a:extLst>
          </p:cNvPr>
          <p:cNvSpPr>
            <a:spLocks xmlns:a="http://schemas.openxmlformats.org/drawingml/2006/main" noGrp="1"/>
          </p:cNvSpPr>
          <p:nvPr/>
        </p:nvSpPr>
        <p:spPr>
          <a:xfrm xmlns:a="http://schemas.openxmlformats.org/drawingml/2006/main">
            <a:off x="3162991" y="4187235"/>
            <a:ext cx="3543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检测模块出货前六面缺陷不良，目前以人工抽检为主</a:t>
            </a:r>
          </a:p>
        </p:txBody>
      </p:sp>
      <p:pic>
        <p:nvPicPr>
          <p:cNvPr id="219" name=""/>
          <p:cNvPicPr>
            <a:picLocks xmlns:a="http://schemas.openxmlformats.org/drawingml/2006/main" noChangeAspect="1"/>
          </p:cNvPicPr>
          <p:nvPr/>
        </p:nvPicPr>
        <p:blipFill>
          <a:blip xmlns:r="http://schemas.openxmlformats.org/officeDocument/2006/relationships" xmlns:a="http://schemas.openxmlformats.org/drawingml/2006/main" r:embed="Rfd60673f89a34512"/>
          <a:srcRect xmlns:a="http://schemas.openxmlformats.org/drawingml/2006/main" l="2" t="0" r="2" b="0"/>
          <a:stretch xmlns:a="http://schemas.openxmlformats.org/drawingml/2006/main">
            <a:fillRect l="0" t="0" r="0" b="0"/>
          </a:stretch>
        </p:blipFill>
        <p:spPr>
          <a:xfrm xmlns:a="http://schemas.openxmlformats.org/drawingml/2006/main">
            <a:off x="396875" y="4706730"/>
            <a:ext cx="3495899" cy="1969482"/>
          </a:xfrm>
          <a:prstGeom xmlns:a="http://schemas.openxmlformats.org/drawingml/2006/main" prst="rect">
            <a:avLst/>
          </a:prstGeom>
        </p:spPr>
      </p:pic>
      <p:sp>
        <p:nvSpPr>
          <p:cNvPr id="106" name="pdf-text-0106">
            <a:extLst xmlns:a="http://schemas.openxmlformats.org/drawingml/2006/main">
              <a:ext uri="{FF2B5EF4-FFF2-40B4-BE49-F238E27FC236}">
                <a16:creationId xmlns:a16="http://schemas.microsoft.com/office/drawing/2014/main" id="{2E1218B8-2FB4-407D-870F-E1FF0B119313}"/>
              </a:ext>
            </a:extLst>
          </p:cNvPr>
          <p:cNvSpPr>
            <a:spLocks xmlns:a="http://schemas.openxmlformats.org/drawingml/2006/main" noGrp="1"/>
          </p:cNvSpPr>
          <p:nvPr/>
        </p:nvSpPr>
        <p:spPr>
          <a:xfrm xmlns:a="http://schemas.openxmlformats.org/drawingml/2006/main">
            <a:off x="4611371" y="5480371"/>
            <a:ext cx="229235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1382BA"/>
                </a:solidFill>
                <a:latin typeface="KaiTi"/>
                <a:ea typeface="KaiTi"/>
                <a:cs typeface="KaiTi"/>
              </a:defRPr>
            </a:pPr>
            <a:r>
              <a:rPr sz="1596" b="0" i="0">
                <a:solidFill>
                  <a:srgbClr val="1382BA"/>
                </a:solidFill>
                <a:latin typeface="KaiTi"/>
                <a:ea typeface="KaiTi"/>
                <a:cs typeface="KaiTi"/>
              </a:rPr>
              <a:t>IGBT行业国内出货量领先</a:t>
            </a:r>
          </a:p>
        </p:txBody>
      </p:sp>
      <p:sp>
        <p:nvSpPr>
          <p:cNvPr id="107" name="pdf-vector-0107">
            <a:extLst xmlns:a="http://schemas.openxmlformats.org/drawingml/2006/main">
              <a:ext uri="{FF2B5EF4-FFF2-40B4-BE49-F238E27FC236}">
                <a16:creationId xmlns:a16="http://schemas.microsoft.com/office/drawing/2014/main" id="{DDE75188-A82D-4C34-915C-9D8EC6C1B711}"/>
              </a:ext>
            </a:extLst>
          </p:cNvPr>
          <p:cNvSpPr>
            <a:spLocks xmlns:a="http://schemas.openxmlformats.org/drawingml/2006/main" noGrp="1"/>
          </p:cNvSpPr>
          <p:nvPr/>
        </p:nvSpPr>
        <p:spPr>
          <a:xfrm xmlns:a="http://schemas.openxmlformats.org/drawingml/2006/main">
            <a:off x="2043006" y="2603556"/>
            <a:ext cx="953" cy="444449"/>
          </a:xfrm>
          <a:custGeom xmlns:a="http://schemas.openxmlformats.org/drawingml/2006/main">
            <a:pathLst>
              <a:path w="953" h="444449">
                <a:moveTo>
                  <a:pt x="0" y="0"/>
                </a:moveTo>
                <a:lnTo>
                  <a:pt x="0" y="444449"/>
                </a:lnTo>
              </a:path>
            </a:pathLst>
          </a:custGeom>
          <a:noFill xmlns:a="http://schemas.openxmlformats.org/drawingml/2006/main"/>
          <a:ln xmlns:a="http://schemas.openxmlformats.org/drawingml/2006/main" w="19050">
            <a:solidFill>
              <a:srgbClr val="4A7EBB"/>
            </a:solidFill>
            <a:prstDash val="solid"/>
          </a:ln>
        </p:spPr>
      </p:sp>
      <p:sp>
        <p:nvSpPr>
          <p:cNvPr id="108" name="pdf-vector-0108">
            <a:extLst xmlns:a="http://schemas.openxmlformats.org/drawingml/2006/main">
              <a:ext uri="{FF2B5EF4-FFF2-40B4-BE49-F238E27FC236}">
                <a16:creationId xmlns:a16="http://schemas.microsoft.com/office/drawing/2014/main" id="{15134369-14F3-4EDE-9233-11F961AD89A5}"/>
              </a:ext>
            </a:extLst>
          </p:cNvPr>
          <p:cNvSpPr>
            <a:spLocks xmlns:a="http://schemas.openxmlformats.org/drawingml/2006/main" noGrp="1"/>
          </p:cNvSpPr>
          <p:nvPr/>
        </p:nvSpPr>
        <p:spPr>
          <a:xfrm xmlns:a="http://schemas.openxmlformats.org/drawingml/2006/main">
            <a:off x="2004911" y="3035301"/>
            <a:ext cx="76200" cy="76200"/>
          </a:xfrm>
          <a:custGeom xmlns:a="http://schemas.openxmlformats.org/drawingml/2006/main">
            <a:pathLst>
              <a:path w="76200" h="76200">
                <a:moveTo>
                  <a:pt x="76200" y="0"/>
                </a:moveTo>
                <a:lnTo>
                  <a:pt x="38100" y="76200"/>
                </a:lnTo>
                <a:lnTo>
                  <a:pt x="0" y="0"/>
                </a:lnTo>
                <a:lnTo>
                  <a:pt x="76200" y="0"/>
                </a:lnTo>
                <a:close/>
              </a:path>
            </a:pathLst>
          </a:custGeom>
          <a:solidFill xmlns:a="http://schemas.openxmlformats.org/drawingml/2006/main">
            <a:srgbClr val="4A7EBB"/>
          </a:solidFill>
          <a:ln xmlns:a="http://schemas.openxmlformats.org/drawingml/2006/main" w="0">
            <a:noFill/>
            <a:prstDash val="solid"/>
          </a:ln>
        </p:spPr>
      </p:sp>
      <p:sp>
        <p:nvSpPr>
          <p:cNvPr id="109" name="pdf-vector-0109">
            <a:extLst xmlns:a="http://schemas.openxmlformats.org/drawingml/2006/main">
              <a:ext uri="{FF2B5EF4-FFF2-40B4-BE49-F238E27FC236}">
                <a16:creationId xmlns:a16="http://schemas.microsoft.com/office/drawing/2014/main" id="{812C3F58-FA48-4F75-A27F-0A2E4E72F749}"/>
              </a:ext>
            </a:extLst>
          </p:cNvPr>
          <p:cNvSpPr>
            <a:spLocks xmlns:a="http://schemas.openxmlformats.org/drawingml/2006/main" noGrp="1"/>
          </p:cNvSpPr>
          <p:nvPr/>
        </p:nvSpPr>
        <p:spPr>
          <a:xfrm xmlns:a="http://schemas.openxmlformats.org/drawingml/2006/main">
            <a:off x="3727873" y="2590856"/>
            <a:ext cx="953" cy="444449"/>
          </a:xfrm>
          <a:custGeom xmlns:a="http://schemas.openxmlformats.org/drawingml/2006/main">
            <a:pathLst>
              <a:path w="953" h="444449">
                <a:moveTo>
                  <a:pt x="0" y="0"/>
                </a:moveTo>
                <a:lnTo>
                  <a:pt x="0" y="444449"/>
                </a:lnTo>
              </a:path>
            </a:pathLst>
          </a:custGeom>
          <a:noFill xmlns:a="http://schemas.openxmlformats.org/drawingml/2006/main"/>
          <a:ln xmlns:a="http://schemas.openxmlformats.org/drawingml/2006/main" w="19050">
            <a:solidFill>
              <a:srgbClr val="4A7EBB"/>
            </a:solidFill>
            <a:prstDash val="solid"/>
          </a:ln>
        </p:spPr>
      </p:sp>
      <p:sp>
        <p:nvSpPr>
          <p:cNvPr id="110" name="pdf-vector-0110">
            <a:extLst xmlns:a="http://schemas.openxmlformats.org/drawingml/2006/main">
              <a:ext uri="{FF2B5EF4-FFF2-40B4-BE49-F238E27FC236}">
                <a16:creationId xmlns:a16="http://schemas.microsoft.com/office/drawing/2014/main" id="{ADE43DD5-DEA0-4B8F-8811-A8BA4E35FF50}"/>
              </a:ext>
            </a:extLst>
          </p:cNvPr>
          <p:cNvSpPr>
            <a:spLocks xmlns:a="http://schemas.openxmlformats.org/drawingml/2006/main" noGrp="1"/>
          </p:cNvSpPr>
          <p:nvPr/>
        </p:nvSpPr>
        <p:spPr>
          <a:xfrm xmlns:a="http://schemas.openxmlformats.org/drawingml/2006/main">
            <a:off x="3689777" y="3022601"/>
            <a:ext cx="76200" cy="76200"/>
          </a:xfrm>
          <a:custGeom xmlns:a="http://schemas.openxmlformats.org/drawingml/2006/main">
            <a:pathLst>
              <a:path w="76200" h="76200">
                <a:moveTo>
                  <a:pt x="76200" y="0"/>
                </a:moveTo>
                <a:lnTo>
                  <a:pt x="38100" y="76200"/>
                </a:lnTo>
                <a:lnTo>
                  <a:pt x="0" y="0"/>
                </a:lnTo>
                <a:lnTo>
                  <a:pt x="76200" y="0"/>
                </a:lnTo>
                <a:close/>
              </a:path>
            </a:pathLst>
          </a:custGeom>
          <a:solidFill xmlns:a="http://schemas.openxmlformats.org/drawingml/2006/main">
            <a:srgbClr val="4A7EBB"/>
          </a:solidFill>
          <a:ln xmlns:a="http://schemas.openxmlformats.org/drawingml/2006/main" w="0">
            <a:noFill/>
            <a:prstDash val="solid"/>
          </a:ln>
        </p:spPr>
      </p:sp>
      <p:sp>
        <p:nvSpPr>
          <p:cNvPr id="111" name="pdf-vector-0111">
            <a:extLst xmlns:a="http://schemas.openxmlformats.org/drawingml/2006/main">
              <a:ext uri="{FF2B5EF4-FFF2-40B4-BE49-F238E27FC236}">
                <a16:creationId xmlns:a16="http://schemas.microsoft.com/office/drawing/2014/main" id="{50D5BAD0-3993-41BA-BFA6-3655BBC61315}"/>
              </a:ext>
            </a:extLst>
          </p:cNvPr>
          <p:cNvSpPr>
            <a:spLocks xmlns:a="http://schemas.openxmlformats.org/drawingml/2006/main" noGrp="1"/>
          </p:cNvSpPr>
          <p:nvPr/>
        </p:nvSpPr>
        <p:spPr>
          <a:xfrm xmlns:a="http://schemas.openxmlformats.org/drawingml/2006/main">
            <a:off x="4599940" y="2590856"/>
            <a:ext cx="953" cy="444449"/>
          </a:xfrm>
          <a:custGeom xmlns:a="http://schemas.openxmlformats.org/drawingml/2006/main">
            <a:pathLst>
              <a:path w="953" h="444449">
                <a:moveTo>
                  <a:pt x="0" y="0"/>
                </a:moveTo>
                <a:lnTo>
                  <a:pt x="0" y="444449"/>
                </a:lnTo>
              </a:path>
            </a:pathLst>
          </a:custGeom>
          <a:noFill xmlns:a="http://schemas.openxmlformats.org/drawingml/2006/main"/>
          <a:ln xmlns:a="http://schemas.openxmlformats.org/drawingml/2006/main" w="19050">
            <a:solidFill>
              <a:srgbClr val="4A7EBB"/>
            </a:solidFill>
            <a:prstDash val="solid"/>
          </a:ln>
        </p:spPr>
      </p:sp>
      <p:sp>
        <p:nvSpPr>
          <p:cNvPr id="112" name="pdf-vector-0112">
            <a:extLst xmlns:a="http://schemas.openxmlformats.org/drawingml/2006/main">
              <a:ext uri="{FF2B5EF4-FFF2-40B4-BE49-F238E27FC236}">
                <a16:creationId xmlns:a16="http://schemas.microsoft.com/office/drawing/2014/main" id="{23DAFC63-21E8-4FB1-904D-0D58FEF59EB6}"/>
              </a:ext>
            </a:extLst>
          </p:cNvPr>
          <p:cNvSpPr>
            <a:spLocks xmlns:a="http://schemas.openxmlformats.org/drawingml/2006/main" noGrp="1"/>
          </p:cNvSpPr>
          <p:nvPr/>
        </p:nvSpPr>
        <p:spPr>
          <a:xfrm xmlns:a="http://schemas.openxmlformats.org/drawingml/2006/main">
            <a:off x="4561844" y="3022601"/>
            <a:ext cx="76200" cy="76200"/>
          </a:xfrm>
          <a:custGeom xmlns:a="http://schemas.openxmlformats.org/drawingml/2006/main">
            <a:pathLst>
              <a:path w="76200" h="76200">
                <a:moveTo>
                  <a:pt x="76200" y="0"/>
                </a:moveTo>
                <a:lnTo>
                  <a:pt x="38100" y="76200"/>
                </a:lnTo>
                <a:lnTo>
                  <a:pt x="0" y="0"/>
                </a:lnTo>
                <a:lnTo>
                  <a:pt x="76200" y="0"/>
                </a:lnTo>
                <a:close/>
              </a:path>
            </a:pathLst>
          </a:custGeom>
          <a:solidFill xmlns:a="http://schemas.openxmlformats.org/drawingml/2006/main">
            <a:srgbClr val="4A7EBB"/>
          </a:solidFill>
          <a:ln xmlns:a="http://schemas.openxmlformats.org/drawingml/2006/main" w="0">
            <a:noFill/>
            <a:prstDash val="solid"/>
          </a:ln>
        </p:spPr>
      </p:sp>
      <p:sp>
        <p:nvSpPr>
          <p:cNvPr id="113" name="pdf-vector-0113">
            <a:extLst xmlns:a="http://schemas.openxmlformats.org/drawingml/2006/main">
              <a:ext uri="{FF2B5EF4-FFF2-40B4-BE49-F238E27FC236}">
                <a16:creationId xmlns:a16="http://schemas.microsoft.com/office/drawing/2014/main" id="{51CC12E0-FC96-491D-B9A0-A16902B18F3A}"/>
              </a:ext>
            </a:extLst>
          </p:cNvPr>
          <p:cNvSpPr>
            <a:spLocks xmlns:a="http://schemas.openxmlformats.org/drawingml/2006/main" noGrp="1"/>
          </p:cNvSpPr>
          <p:nvPr/>
        </p:nvSpPr>
        <p:spPr>
          <a:xfrm xmlns:a="http://schemas.openxmlformats.org/drawingml/2006/main">
            <a:off x="7133590" y="2590856"/>
            <a:ext cx="953" cy="444449"/>
          </a:xfrm>
          <a:custGeom xmlns:a="http://schemas.openxmlformats.org/drawingml/2006/main">
            <a:pathLst>
              <a:path w="953" h="444449">
                <a:moveTo>
                  <a:pt x="0" y="0"/>
                </a:moveTo>
                <a:lnTo>
                  <a:pt x="0" y="444449"/>
                </a:lnTo>
              </a:path>
            </a:pathLst>
          </a:custGeom>
          <a:noFill xmlns:a="http://schemas.openxmlformats.org/drawingml/2006/main"/>
          <a:ln xmlns:a="http://schemas.openxmlformats.org/drawingml/2006/main" w="19050">
            <a:solidFill>
              <a:srgbClr val="4A7EBB"/>
            </a:solidFill>
            <a:prstDash val="solid"/>
          </a:ln>
        </p:spPr>
      </p:sp>
      <p:sp>
        <p:nvSpPr>
          <p:cNvPr id="114" name="pdf-vector-0114">
            <a:extLst xmlns:a="http://schemas.openxmlformats.org/drawingml/2006/main">
              <a:ext uri="{FF2B5EF4-FFF2-40B4-BE49-F238E27FC236}">
                <a16:creationId xmlns:a16="http://schemas.microsoft.com/office/drawing/2014/main" id="{E7A37E3D-B1DA-4EF9-9659-8C15337E2145}"/>
              </a:ext>
            </a:extLst>
          </p:cNvPr>
          <p:cNvSpPr>
            <a:spLocks xmlns:a="http://schemas.openxmlformats.org/drawingml/2006/main" noGrp="1"/>
          </p:cNvSpPr>
          <p:nvPr/>
        </p:nvSpPr>
        <p:spPr>
          <a:xfrm xmlns:a="http://schemas.openxmlformats.org/drawingml/2006/main">
            <a:off x="7095495" y="3022601"/>
            <a:ext cx="76200" cy="76200"/>
          </a:xfrm>
          <a:custGeom xmlns:a="http://schemas.openxmlformats.org/drawingml/2006/main">
            <a:pathLst>
              <a:path w="76200" h="76200">
                <a:moveTo>
                  <a:pt x="76200" y="0"/>
                </a:moveTo>
                <a:lnTo>
                  <a:pt x="38100" y="76200"/>
                </a:lnTo>
                <a:lnTo>
                  <a:pt x="0" y="0"/>
                </a:lnTo>
                <a:lnTo>
                  <a:pt x="76200" y="0"/>
                </a:lnTo>
                <a:close/>
              </a:path>
            </a:pathLst>
          </a:custGeom>
          <a:solidFill xmlns:a="http://schemas.openxmlformats.org/drawingml/2006/main">
            <a:srgbClr val="4A7EBB"/>
          </a:solidFill>
          <a:ln xmlns:a="http://schemas.openxmlformats.org/drawingml/2006/main" w="0">
            <a:noFill/>
            <a:prstDash val="solid"/>
          </a:ln>
        </p:spPr>
      </p:sp>
    </p:spTree>
    <p:extLst>
      <p:ext uri="{BB962C8B-B14F-4D97-AF65-F5344CB8AC3E}">
        <p14:creationId xmlns:p14="http://schemas.microsoft.com/office/powerpoint/2010/main" val="21213071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 name="pdf-vector-0001">
            <a:extLst xmlns:a="http://schemas.openxmlformats.org/drawingml/2006/main">
              <a:ext uri="{FF2B5EF4-FFF2-40B4-BE49-F238E27FC236}">
                <a16:creationId xmlns:a16="http://schemas.microsoft.com/office/drawing/2014/main" id="{621E717A-BFA5-4331-A7C2-8DC916694C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text-0002">
            <a:extLst xmlns:a="http://schemas.openxmlformats.org/drawingml/2006/main">
              <a:ext uri="{FF2B5EF4-FFF2-40B4-BE49-F238E27FC236}">
                <a16:creationId xmlns:a16="http://schemas.microsoft.com/office/drawing/2014/main" id="{180187AB-9E3C-452F-94A4-182F115976F6}"/>
              </a:ext>
            </a:extLst>
          </p:cNvPr>
          <p:cNvSpPr>
            <a:spLocks xmlns:a="http://schemas.openxmlformats.org/drawingml/2006/main" noGrp="1"/>
          </p:cNvSpPr>
          <p:nvPr/>
        </p:nvSpPr>
        <p:spPr>
          <a:xfrm xmlns:a="http://schemas.openxmlformats.org/drawingml/2006/main">
            <a:off x="594510" y="320541"/>
            <a:ext cx="9555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产品（</a:t>
            </a:r>
          </a:p>
        </p:txBody>
      </p:sp>
      <p:sp>
        <p:nvSpPr>
          <p:cNvPr id="3" name="pdf-text-0003">
            <a:extLst xmlns:a="http://schemas.openxmlformats.org/drawingml/2006/main">
              <a:ext uri="{FF2B5EF4-FFF2-40B4-BE49-F238E27FC236}">
                <a16:creationId xmlns:a16="http://schemas.microsoft.com/office/drawing/2014/main" id="{CDB19528-7812-4E44-8A1A-17977230FA03}"/>
              </a:ext>
            </a:extLst>
          </p:cNvPr>
          <p:cNvSpPr>
            <a:spLocks xmlns:a="http://schemas.openxmlformats.org/drawingml/2006/main" noGrp="1"/>
          </p:cNvSpPr>
          <p:nvPr/>
        </p:nvSpPr>
        <p:spPr>
          <a:xfrm xmlns:a="http://schemas.openxmlformats.org/drawingml/2006/main">
            <a:off x="15134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2</a:t>
            </a:r>
          </a:p>
        </p:txBody>
      </p:sp>
      <p:sp>
        <p:nvSpPr>
          <p:cNvPr id="4" name="pdf-text-0004">
            <a:extLst xmlns:a="http://schemas.openxmlformats.org/drawingml/2006/main">
              <a:ext uri="{FF2B5EF4-FFF2-40B4-BE49-F238E27FC236}">
                <a16:creationId xmlns:a16="http://schemas.microsoft.com/office/drawing/2014/main" id="{4FEE6589-160E-41DE-BB04-9D88854D4597}"/>
              </a:ext>
            </a:extLst>
          </p:cNvPr>
          <p:cNvSpPr>
            <a:spLocks xmlns:a="http://schemas.openxmlformats.org/drawingml/2006/main" noGrp="1"/>
          </p:cNvSpPr>
          <p:nvPr/>
        </p:nvSpPr>
        <p:spPr>
          <a:xfrm xmlns:a="http://schemas.openxmlformats.org/drawingml/2006/main">
            <a:off x="1665882" y="320541"/>
            <a:ext cx="339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）：光模块缺陷检测设备</a:t>
            </a:r>
          </a:p>
        </p:txBody>
      </p:sp>
      <p:sp>
        <p:nvSpPr>
          <p:cNvPr id="5" name="pdf-vector-0005">
            <a:extLst xmlns:a="http://schemas.openxmlformats.org/drawingml/2006/main">
              <a:ext uri="{FF2B5EF4-FFF2-40B4-BE49-F238E27FC236}">
                <a16:creationId xmlns:a16="http://schemas.microsoft.com/office/drawing/2014/main" id="{CC056852-9001-41EE-A218-8B9179B877EE}"/>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6" name="pdf-vector-0006">
            <a:extLst xmlns:a="http://schemas.openxmlformats.org/drawingml/2006/main">
              <a:ext uri="{FF2B5EF4-FFF2-40B4-BE49-F238E27FC236}">
                <a16:creationId xmlns:a16="http://schemas.microsoft.com/office/drawing/2014/main" id="{C37AB986-A0E3-40A9-A43A-1640B0912951}"/>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7" name="pdf-vector-0007">
            <a:extLst xmlns:a="http://schemas.openxmlformats.org/drawingml/2006/main">
              <a:ext uri="{FF2B5EF4-FFF2-40B4-BE49-F238E27FC236}">
                <a16:creationId xmlns:a16="http://schemas.microsoft.com/office/drawing/2014/main" id="{A16F52CB-9931-445C-A3BD-2BD1561AC676}"/>
              </a:ext>
            </a:extLst>
          </p:cNvPr>
          <p:cNvSpPr>
            <a:spLocks xmlns:a="http://schemas.openxmlformats.org/drawingml/2006/main" noGrp="1"/>
          </p:cNvSpPr>
          <p:nvPr/>
        </p:nvSpPr>
        <p:spPr>
          <a:xfrm xmlns:a="http://schemas.openxmlformats.org/drawingml/2006/main">
            <a:off x="10365892" y="1711744"/>
            <a:ext cx="1550518" cy="60325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350C9E9E-0496-4C38-A189-E43E7CBB12BE}"/>
              </a:ext>
            </a:extLst>
          </p:cNvPr>
          <p:cNvSpPr>
            <a:spLocks xmlns:a="http://schemas.openxmlformats.org/drawingml/2006/main" noGrp="1"/>
          </p:cNvSpPr>
          <p:nvPr/>
        </p:nvSpPr>
        <p:spPr>
          <a:xfrm xmlns:a="http://schemas.openxmlformats.org/drawingml/2006/main">
            <a:off x="10365892" y="2314994"/>
            <a:ext cx="1550518" cy="20764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9" name="pdf-vector-0009">
            <a:extLst xmlns:a="http://schemas.openxmlformats.org/drawingml/2006/main">
              <a:ext uri="{FF2B5EF4-FFF2-40B4-BE49-F238E27FC236}">
                <a16:creationId xmlns:a16="http://schemas.microsoft.com/office/drawing/2014/main" id="{E14719E1-830E-4E00-9C4E-86A74EE636C4}"/>
              </a:ext>
            </a:extLst>
          </p:cNvPr>
          <p:cNvSpPr>
            <a:spLocks xmlns:a="http://schemas.openxmlformats.org/drawingml/2006/main" noGrp="1"/>
          </p:cNvSpPr>
          <p:nvPr/>
        </p:nvSpPr>
        <p:spPr>
          <a:xfrm xmlns:a="http://schemas.openxmlformats.org/drawingml/2006/main">
            <a:off x="10365892" y="2522639"/>
            <a:ext cx="1550518" cy="330619"/>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0" name="pdf-vector-0010">
            <a:extLst xmlns:a="http://schemas.openxmlformats.org/drawingml/2006/main">
              <a:ext uri="{FF2B5EF4-FFF2-40B4-BE49-F238E27FC236}">
                <a16:creationId xmlns:a16="http://schemas.microsoft.com/office/drawing/2014/main" id="{FCE2BE97-F261-46CF-A10F-D69F785B2EDD}"/>
              </a:ext>
            </a:extLst>
          </p:cNvPr>
          <p:cNvSpPr>
            <a:spLocks xmlns:a="http://schemas.openxmlformats.org/drawingml/2006/main" noGrp="1"/>
          </p:cNvSpPr>
          <p:nvPr/>
        </p:nvSpPr>
        <p:spPr>
          <a:xfrm xmlns:a="http://schemas.openxmlformats.org/drawingml/2006/main">
            <a:off x="10365892" y="2853271"/>
            <a:ext cx="1550518" cy="38100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1" name="pdf-vector-0011">
            <a:extLst xmlns:a="http://schemas.openxmlformats.org/drawingml/2006/main">
              <a:ext uri="{FF2B5EF4-FFF2-40B4-BE49-F238E27FC236}">
                <a16:creationId xmlns:a16="http://schemas.microsoft.com/office/drawing/2014/main" id="{D14DD4F2-D643-4EC5-8726-3EB3CAA3E5C3}"/>
              </a:ext>
            </a:extLst>
          </p:cNvPr>
          <p:cNvSpPr>
            <a:spLocks xmlns:a="http://schemas.openxmlformats.org/drawingml/2006/main" noGrp="1"/>
          </p:cNvSpPr>
          <p:nvPr/>
        </p:nvSpPr>
        <p:spPr>
          <a:xfrm xmlns:a="http://schemas.openxmlformats.org/drawingml/2006/main">
            <a:off x="10365892" y="3234271"/>
            <a:ext cx="1550518" cy="20764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2" name="pdf-vector-0012">
            <a:extLst xmlns:a="http://schemas.openxmlformats.org/drawingml/2006/main">
              <a:ext uri="{FF2B5EF4-FFF2-40B4-BE49-F238E27FC236}">
                <a16:creationId xmlns:a16="http://schemas.microsoft.com/office/drawing/2014/main" id="{B82EFB17-4A09-4803-AD6C-83C1D710D1E8}"/>
              </a:ext>
            </a:extLst>
          </p:cNvPr>
          <p:cNvSpPr>
            <a:spLocks xmlns:a="http://schemas.openxmlformats.org/drawingml/2006/main" noGrp="1"/>
          </p:cNvSpPr>
          <p:nvPr/>
        </p:nvSpPr>
        <p:spPr>
          <a:xfrm xmlns:a="http://schemas.openxmlformats.org/drawingml/2006/main">
            <a:off x="8838733" y="1705397"/>
            <a:ext cx="953" cy="1742859"/>
          </a:xfrm>
          <a:custGeom xmlns:a="http://schemas.openxmlformats.org/drawingml/2006/main">
            <a:pathLst>
              <a:path w="953" h="1742859">
                <a:moveTo>
                  <a:pt x="0" y="0"/>
                </a:moveTo>
                <a:lnTo>
                  <a:pt x="0" y="1742859"/>
                </a:lnTo>
              </a:path>
            </a:pathLst>
          </a:custGeom>
          <a:noFill xmlns:a="http://schemas.openxmlformats.org/drawingml/2006/main"/>
          <a:ln xmlns:a="http://schemas.openxmlformats.org/drawingml/2006/main" w="12700">
            <a:solidFill>
              <a:srgbClr val="C0C0C0"/>
            </a:solidFill>
            <a:prstDash val="solid"/>
          </a:ln>
        </p:spPr>
      </p:sp>
      <p:sp>
        <p:nvSpPr>
          <p:cNvPr id="13" name="pdf-vector-0013">
            <a:extLst xmlns:a="http://schemas.openxmlformats.org/drawingml/2006/main">
              <a:ext uri="{FF2B5EF4-FFF2-40B4-BE49-F238E27FC236}">
                <a16:creationId xmlns:a16="http://schemas.microsoft.com/office/drawing/2014/main" id="{12763BBB-A558-4FCE-9F4A-888A2B64FF01}"/>
              </a:ext>
            </a:extLst>
          </p:cNvPr>
          <p:cNvSpPr>
            <a:spLocks xmlns:a="http://schemas.openxmlformats.org/drawingml/2006/main" noGrp="1"/>
          </p:cNvSpPr>
          <p:nvPr/>
        </p:nvSpPr>
        <p:spPr>
          <a:xfrm xmlns:a="http://schemas.openxmlformats.org/drawingml/2006/main">
            <a:off x="10365896" y="1705395"/>
            <a:ext cx="953" cy="1742859"/>
          </a:xfrm>
          <a:custGeom xmlns:a="http://schemas.openxmlformats.org/drawingml/2006/main">
            <a:pathLst>
              <a:path w="953" h="1742859">
                <a:moveTo>
                  <a:pt x="0" y="0"/>
                </a:moveTo>
                <a:lnTo>
                  <a:pt x="0" y="1742859"/>
                </a:lnTo>
              </a:path>
            </a:pathLst>
          </a:custGeom>
          <a:noFill xmlns:a="http://schemas.openxmlformats.org/drawingml/2006/main"/>
          <a:ln xmlns:a="http://schemas.openxmlformats.org/drawingml/2006/main" w="12700">
            <a:solidFill>
              <a:srgbClr val="C0C0C0"/>
            </a:solidFill>
            <a:prstDash val="solid"/>
          </a:ln>
        </p:spPr>
      </p:sp>
      <p:sp>
        <p:nvSpPr>
          <p:cNvPr id="14" name="pdf-vector-0014">
            <a:extLst xmlns:a="http://schemas.openxmlformats.org/drawingml/2006/main">
              <a:ext uri="{FF2B5EF4-FFF2-40B4-BE49-F238E27FC236}">
                <a16:creationId xmlns:a16="http://schemas.microsoft.com/office/drawing/2014/main" id="{5E6E03F1-5B46-4867-9106-3D3D4109EC9B}"/>
              </a:ext>
            </a:extLst>
          </p:cNvPr>
          <p:cNvSpPr>
            <a:spLocks xmlns:a="http://schemas.openxmlformats.org/drawingml/2006/main" noGrp="1"/>
          </p:cNvSpPr>
          <p:nvPr/>
        </p:nvSpPr>
        <p:spPr>
          <a:xfrm xmlns:a="http://schemas.openxmlformats.org/drawingml/2006/main">
            <a:off x="7867648" y="2314995"/>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15" name="pdf-vector-0015">
            <a:extLst xmlns:a="http://schemas.openxmlformats.org/drawingml/2006/main">
              <a:ext uri="{FF2B5EF4-FFF2-40B4-BE49-F238E27FC236}">
                <a16:creationId xmlns:a16="http://schemas.microsoft.com/office/drawing/2014/main" id="{2B6F18A2-FF53-40D3-B6B5-A9280CDE5669}"/>
              </a:ext>
            </a:extLst>
          </p:cNvPr>
          <p:cNvSpPr>
            <a:spLocks xmlns:a="http://schemas.openxmlformats.org/drawingml/2006/main" noGrp="1"/>
          </p:cNvSpPr>
          <p:nvPr/>
        </p:nvSpPr>
        <p:spPr>
          <a:xfrm xmlns:a="http://schemas.openxmlformats.org/drawingml/2006/main">
            <a:off x="7867648" y="2522640"/>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16" name="pdf-vector-0016">
            <a:extLst xmlns:a="http://schemas.openxmlformats.org/drawingml/2006/main">
              <a:ext uri="{FF2B5EF4-FFF2-40B4-BE49-F238E27FC236}">
                <a16:creationId xmlns:a16="http://schemas.microsoft.com/office/drawing/2014/main" id="{017C4B00-A906-428D-80FF-1603B6ADA2AB}"/>
              </a:ext>
            </a:extLst>
          </p:cNvPr>
          <p:cNvSpPr>
            <a:spLocks xmlns:a="http://schemas.openxmlformats.org/drawingml/2006/main" noGrp="1"/>
          </p:cNvSpPr>
          <p:nvPr/>
        </p:nvSpPr>
        <p:spPr>
          <a:xfrm xmlns:a="http://schemas.openxmlformats.org/drawingml/2006/main">
            <a:off x="7867648" y="2853263"/>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17" name="pdf-vector-0017">
            <a:extLst xmlns:a="http://schemas.openxmlformats.org/drawingml/2006/main">
              <a:ext uri="{FF2B5EF4-FFF2-40B4-BE49-F238E27FC236}">
                <a16:creationId xmlns:a16="http://schemas.microsoft.com/office/drawing/2014/main" id="{5B7BF6E9-B1A1-4E14-AE2F-64A9F911E8A5}"/>
              </a:ext>
            </a:extLst>
          </p:cNvPr>
          <p:cNvSpPr>
            <a:spLocks xmlns:a="http://schemas.openxmlformats.org/drawingml/2006/main" noGrp="1"/>
          </p:cNvSpPr>
          <p:nvPr/>
        </p:nvSpPr>
        <p:spPr>
          <a:xfrm xmlns:a="http://schemas.openxmlformats.org/drawingml/2006/main">
            <a:off x="7867648" y="3234263"/>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18" name="pdf-vector-0018">
            <a:extLst xmlns:a="http://schemas.openxmlformats.org/drawingml/2006/main">
              <a:ext uri="{FF2B5EF4-FFF2-40B4-BE49-F238E27FC236}">
                <a16:creationId xmlns:a16="http://schemas.microsoft.com/office/drawing/2014/main" id="{93DC4DCE-A185-4B94-A500-539CC4DA9277}"/>
              </a:ext>
            </a:extLst>
          </p:cNvPr>
          <p:cNvSpPr>
            <a:spLocks xmlns:a="http://schemas.openxmlformats.org/drawingml/2006/main" noGrp="1"/>
          </p:cNvSpPr>
          <p:nvPr/>
        </p:nvSpPr>
        <p:spPr>
          <a:xfrm xmlns:a="http://schemas.openxmlformats.org/drawingml/2006/main">
            <a:off x="7873998" y="1705394"/>
            <a:ext cx="953" cy="1742859"/>
          </a:xfrm>
          <a:custGeom xmlns:a="http://schemas.openxmlformats.org/drawingml/2006/main">
            <a:pathLst>
              <a:path w="953" h="1742859">
                <a:moveTo>
                  <a:pt x="0" y="0"/>
                </a:moveTo>
                <a:lnTo>
                  <a:pt x="0" y="1742859"/>
                </a:lnTo>
              </a:path>
            </a:pathLst>
          </a:custGeom>
          <a:noFill xmlns:a="http://schemas.openxmlformats.org/drawingml/2006/main"/>
          <a:ln xmlns:a="http://schemas.openxmlformats.org/drawingml/2006/main" w="12700">
            <a:solidFill>
              <a:srgbClr val="C0C0C0"/>
            </a:solidFill>
            <a:prstDash val="solid"/>
          </a:ln>
        </p:spPr>
      </p:sp>
      <p:sp>
        <p:nvSpPr>
          <p:cNvPr id="19" name="pdf-vector-0019">
            <a:extLst xmlns:a="http://schemas.openxmlformats.org/drawingml/2006/main">
              <a:ext uri="{FF2B5EF4-FFF2-40B4-BE49-F238E27FC236}">
                <a16:creationId xmlns:a16="http://schemas.microsoft.com/office/drawing/2014/main" id="{E6540C2A-E5BD-440F-A3A4-12C49FB4C4C6}"/>
              </a:ext>
            </a:extLst>
          </p:cNvPr>
          <p:cNvSpPr>
            <a:spLocks xmlns:a="http://schemas.openxmlformats.org/drawingml/2006/main" noGrp="1"/>
          </p:cNvSpPr>
          <p:nvPr/>
        </p:nvSpPr>
        <p:spPr>
          <a:xfrm xmlns:a="http://schemas.openxmlformats.org/drawingml/2006/main">
            <a:off x="11916407" y="1705394"/>
            <a:ext cx="953" cy="1742859"/>
          </a:xfrm>
          <a:custGeom xmlns:a="http://schemas.openxmlformats.org/drawingml/2006/main">
            <a:pathLst>
              <a:path w="953" h="1742859">
                <a:moveTo>
                  <a:pt x="0" y="0"/>
                </a:moveTo>
                <a:lnTo>
                  <a:pt x="0" y="1742859"/>
                </a:lnTo>
              </a:path>
            </a:pathLst>
          </a:custGeom>
          <a:noFill xmlns:a="http://schemas.openxmlformats.org/drawingml/2006/main"/>
          <a:ln xmlns:a="http://schemas.openxmlformats.org/drawingml/2006/main" w="12700">
            <a:solidFill>
              <a:srgbClr val="C0C0C0"/>
            </a:solidFill>
            <a:prstDash val="solid"/>
          </a:ln>
        </p:spPr>
      </p:sp>
      <p:sp>
        <p:nvSpPr>
          <p:cNvPr id="20" name="pdf-vector-0020">
            <a:extLst xmlns:a="http://schemas.openxmlformats.org/drawingml/2006/main">
              <a:ext uri="{FF2B5EF4-FFF2-40B4-BE49-F238E27FC236}">
                <a16:creationId xmlns:a16="http://schemas.microsoft.com/office/drawing/2014/main" id="{627958BA-26C4-41FD-8CF0-EDB9D4553C75}"/>
              </a:ext>
            </a:extLst>
          </p:cNvPr>
          <p:cNvSpPr>
            <a:spLocks xmlns:a="http://schemas.openxmlformats.org/drawingml/2006/main" noGrp="1"/>
          </p:cNvSpPr>
          <p:nvPr/>
        </p:nvSpPr>
        <p:spPr>
          <a:xfrm xmlns:a="http://schemas.openxmlformats.org/drawingml/2006/main">
            <a:off x="7867648" y="1711743"/>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21" name="pdf-vector-0021">
            <a:extLst xmlns:a="http://schemas.openxmlformats.org/drawingml/2006/main">
              <a:ext uri="{FF2B5EF4-FFF2-40B4-BE49-F238E27FC236}">
                <a16:creationId xmlns:a16="http://schemas.microsoft.com/office/drawing/2014/main" id="{4D00D396-E4FA-4748-8CFE-11E3FEE65E5A}"/>
              </a:ext>
            </a:extLst>
          </p:cNvPr>
          <p:cNvSpPr>
            <a:spLocks xmlns:a="http://schemas.openxmlformats.org/drawingml/2006/main" noGrp="1"/>
          </p:cNvSpPr>
          <p:nvPr/>
        </p:nvSpPr>
        <p:spPr>
          <a:xfrm xmlns:a="http://schemas.openxmlformats.org/drawingml/2006/main">
            <a:off x="7867648" y="3441907"/>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22" name="pdf-text-0022">
            <a:extLst xmlns:a="http://schemas.openxmlformats.org/drawingml/2006/main">
              <a:ext uri="{FF2B5EF4-FFF2-40B4-BE49-F238E27FC236}">
                <a16:creationId xmlns:a16="http://schemas.microsoft.com/office/drawing/2014/main" id="{2029D64F-1215-4FDF-B821-2F2718A1B064}"/>
              </a:ext>
            </a:extLst>
          </p:cNvPr>
          <p:cNvSpPr>
            <a:spLocks xmlns:a="http://schemas.openxmlformats.org/drawingml/2006/main" noGrp="1"/>
          </p:cNvSpPr>
          <p:nvPr/>
        </p:nvSpPr>
        <p:spPr>
          <a:xfrm xmlns:a="http://schemas.openxmlformats.org/drawingml/2006/main">
            <a:off x="8229367" y="1867254"/>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品牌</a:t>
            </a:r>
          </a:p>
        </p:txBody>
      </p:sp>
      <p:sp>
        <p:nvSpPr>
          <p:cNvPr id="23" name="pdf-text-0023">
            <a:extLst xmlns:a="http://schemas.openxmlformats.org/drawingml/2006/main">
              <a:ext uri="{FF2B5EF4-FFF2-40B4-BE49-F238E27FC236}">
                <a16:creationId xmlns:a16="http://schemas.microsoft.com/office/drawing/2014/main" id="{5A9883B3-3BB8-4141-999A-C5AEDFFD0F8E}"/>
              </a:ext>
            </a:extLst>
          </p:cNvPr>
          <p:cNvSpPr>
            <a:spLocks xmlns:a="http://schemas.openxmlformats.org/drawingml/2006/main" noGrp="1"/>
          </p:cNvSpPr>
          <p:nvPr/>
        </p:nvSpPr>
        <p:spPr>
          <a:xfrm xmlns:a="http://schemas.openxmlformats.org/drawingml/2006/main">
            <a:off x="8229367" y="2095854"/>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型号</a:t>
            </a:r>
          </a:p>
        </p:txBody>
      </p:sp>
      <p:sp>
        <p:nvSpPr>
          <p:cNvPr id="24" name="pdf-text-0024">
            <a:extLst xmlns:a="http://schemas.openxmlformats.org/drawingml/2006/main">
              <a:ext uri="{FF2B5EF4-FFF2-40B4-BE49-F238E27FC236}">
                <a16:creationId xmlns:a16="http://schemas.microsoft.com/office/drawing/2014/main" id="{DFD174FA-E66D-42AF-9458-6A73C8A9E95B}"/>
              </a:ext>
            </a:extLst>
          </p:cNvPr>
          <p:cNvSpPr>
            <a:spLocks xmlns:a="http://schemas.openxmlformats.org/drawingml/2006/main" noGrp="1"/>
          </p:cNvSpPr>
          <p:nvPr/>
        </p:nvSpPr>
        <p:spPr>
          <a:xfrm xmlns:a="http://schemas.openxmlformats.org/drawingml/2006/main">
            <a:off x="9410734" y="1981554"/>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奥特维</a:t>
            </a:r>
          </a:p>
        </p:txBody>
      </p:sp>
      <p:sp>
        <p:nvSpPr>
          <p:cNvPr id="25" name="pdf-text-0025">
            <a:extLst xmlns:a="http://schemas.openxmlformats.org/drawingml/2006/main">
              <a:ext uri="{FF2B5EF4-FFF2-40B4-BE49-F238E27FC236}">
                <a16:creationId xmlns:a16="http://schemas.microsoft.com/office/drawing/2014/main" id="{F5AABA1F-2A41-4235-A0E8-468DF6A5B8BD}"/>
              </a:ext>
            </a:extLst>
          </p:cNvPr>
          <p:cNvSpPr>
            <a:spLocks xmlns:a="http://schemas.openxmlformats.org/drawingml/2006/main" noGrp="1"/>
          </p:cNvSpPr>
          <p:nvPr/>
        </p:nvSpPr>
        <p:spPr>
          <a:xfrm xmlns:a="http://schemas.openxmlformats.org/drawingml/2006/main">
            <a:off x="11013834" y="1981554"/>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轻蜓</a:t>
            </a:r>
          </a:p>
        </p:txBody>
      </p:sp>
      <p:sp>
        <p:nvSpPr>
          <p:cNvPr id="26" name="pdf-text-0026">
            <a:extLst xmlns:a="http://schemas.openxmlformats.org/drawingml/2006/main">
              <a:ext uri="{FF2B5EF4-FFF2-40B4-BE49-F238E27FC236}">
                <a16:creationId xmlns:a16="http://schemas.microsoft.com/office/drawing/2014/main" id="{C0A25D20-44CD-46CD-8ADB-CDE6B4A796D1}"/>
              </a:ext>
            </a:extLst>
          </p:cNvPr>
          <p:cNvSpPr>
            <a:spLocks xmlns:a="http://schemas.openxmlformats.org/drawingml/2006/main" noGrp="1"/>
          </p:cNvSpPr>
          <p:nvPr/>
        </p:nvSpPr>
        <p:spPr>
          <a:xfrm xmlns:a="http://schemas.openxmlformats.org/drawingml/2006/main">
            <a:off x="8229367" y="2387002"/>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地区</a:t>
            </a:r>
          </a:p>
        </p:txBody>
      </p:sp>
      <p:sp>
        <p:nvSpPr>
          <p:cNvPr id="27" name="pdf-text-0027">
            <a:extLst xmlns:a="http://schemas.openxmlformats.org/drawingml/2006/main">
              <a:ext uri="{FF2B5EF4-FFF2-40B4-BE49-F238E27FC236}">
                <a16:creationId xmlns:a16="http://schemas.microsoft.com/office/drawing/2014/main" id="{41957193-F157-439B-A3F8-5AECFDC4D3C9}"/>
              </a:ext>
            </a:extLst>
          </p:cNvPr>
          <p:cNvSpPr>
            <a:spLocks xmlns:a="http://schemas.openxmlformats.org/drawingml/2006/main" noGrp="1"/>
          </p:cNvSpPr>
          <p:nvPr/>
        </p:nvSpPr>
        <p:spPr>
          <a:xfrm xmlns:a="http://schemas.openxmlformats.org/drawingml/2006/main">
            <a:off x="9474743" y="2387002"/>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28" name="pdf-text-0028">
            <a:extLst xmlns:a="http://schemas.openxmlformats.org/drawingml/2006/main">
              <a:ext uri="{FF2B5EF4-FFF2-40B4-BE49-F238E27FC236}">
                <a16:creationId xmlns:a16="http://schemas.microsoft.com/office/drawing/2014/main" id="{E7D19FD6-CCED-4CBE-B9C5-E3FBDDA9B911}"/>
              </a:ext>
            </a:extLst>
          </p:cNvPr>
          <p:cNvSpPr>
            <a:spLocks xmlns:a="http://schemas.openxmlformats.org/drawingml/2006/main" noGrp="1"/>
          </p:cNvSpPr>
          <p:nvPr/>
        </p:nvSpPr>
        <p:spPr>
          <a:xfrm xmlns:a="http://schemas.openxmlformats.org/drawingml/2006/main">
            <a:off x="11013897" y="2387002"/>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29" name="pdf-text-0029">
            <a:extLst xmlns:a="http://schemas.openxmlformats.org/drawingml/2006/main">
              <a:ext uri="{FF2B5EF4-FFF2-40B4-BE49-F238E27FC236}">
                <a16:creationId xmlns:a16="http://schemas.microsoft.com/office/drawing/2014/main" id="{B5DE122A-76D0-4DF9-8DF9-65BE28B83E3B}"/>
              </a:ext>
            </a:extLst>
          </p:cNvPr>
          <p:cNvSpPr>
            <a:spLocks xmlns:a="http://schemas.openxmlformats.org/drawingml/2006/main" noGrp="1"/>
          </p:cNvSpPr>
          <p:nvPr/>
        </p:nvSpPr>
        <p:spPr>
          <a:xfrm xmlns:a="http://schemas.openxmlformats.org/drawingml/2006/main">
            <a:off x="8038867" y="2656136"/>
            <a:ext cx="67361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显微高倍镜</a:t>
            </a:r>
          </a:p>
        </p:txBody>
      </p:sp>
      <p:sp>
        <p:nvSpPr>
          <p:cNvPr id="30" name="pdf-text-0030">
            <a:extLst xmlns:a="http://schemas.openxmlformats.org/drawingml/2006/main">
              <a:ext uri="{FF2B5EF4-FFF2-40B4-BE49-F238E27FC236}">
                <a16:creationId xmlns:a16="http://schemas.microsoft.com/office/drawing/2014/main" id="{DFAE76BB-A927-4E93-9F02-0D7D1EBDB575}"/>
              </a:ext>
            </a:extLst>
          </p:cNvPr>
          <p:cNvSpPr>
            <a:spLocks xmlns:a="http://schemas.openxmlformats.org/drawingml/2006/main" noGrp="1"/>
          </p:cNvSpPr>
          <p:nvPr/>
        </p:nvSpPr>
        <p:spPr>
          <a:xfrm xmlns:a="http://schemas.openxmlformats.org/drawingml/2006/main">
            <a:off x="9538750" y="2656136"/>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1" name="pdf-text-0031">
            <a:extLst xmlns:a="http://schemas.openxmlformats.org/drawingml/2006/main">
              <a:ext uri="{FF2B5EF4-FFF2-40B4-BE49-F238E27FC236}">
                <a16:creationId xmlns:a16="http://schemas.microsoft.com/office/drawing/2014/main" id="{8B0FABF4-AA2D-465E-B088-77D101C175EF}"/>
              </a:ext>
            </a:extLst>
          </p:cNvPr>
          <p:cNvSpPr>
            <a:spLocks xmlns:a="http://schemas.openxmlformats.org/drawingml/2006/main" noGrp="1"/>
          </p:cNvSpPr>
          <p:nvPr/>
        </p:nvSpPr>
        <p:spPr>
          <a:xfrm xmlns:a="http://schemas.openxmlformats.org/drawingml/2006/main">
            <a:off x="11105228" y="2663040"/>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a:t>
            </a:r>
          </a:p>
        </p:txBody>
      </p:sp>
      <p:sp>
        <p:nvSpPr>
          <p:cNvPr id="32" name="pdf-text-0032">
            <a:extLst xmlns:a="http://schemas.openxmlformats.org/drawingml/2006/main">
              <a:ext uri="{FF2B5EF4-FFF2-40B4-BE49-F238E27FC236}">
                <a16:creationId xmlns:a16="http://schemas.microsoft.com/office/drawing/2014/main" id="{05F18952-5B5E-4ECA-918E-6FEFBB41329D}"/>
              </a:ext>
            </a:extLst>
          </p:cNvPr>
          <p:cNvSpPr>
            <a:spLocks xmlns:a="http://schemas.openxmlformats.org/drawingml/2006/main" noGrp="1"/>
          </p:cNvSpPr>
          <p:nvPr/>
        </p:nvSpPr>
        <p:spPr>
          <a:xfrm xmlns:a="http://schemas.openxmlformats.org/drawingml/2006/main">
            <a:off x="8102874" y="3011948"/>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检测精度</a:t>
            </a:r>
          </a:p>
        </p:txBody>
      </p:sp>
      <p:sp>
        <p:nvSpPr>
          <p:cNvPr id="33" name="pdf-text-0033">
            <a:extLst xmlns:a="http://schemas.openxmlformats.org/drawingml/2006/main">
              <a:ext uri="{FF2B5EF4-FFF2-40B4-BE49-F238E27FC236}">
                <a16:creationId xmlns:a16="http://schemas.microsoft.com/office/drawing/2014/main" id="{B58BCBAB-D7AB-4D97-8F63-39F9FEE2B5C4}"/>
              </a:ext>
            </a:extLst>
          </p:cNvPr>
          <p:cNvSpPr>
            <a:spLocks xmlns:a="http://schemas.openxmlformats.org/drawingml/2006/main" noGrp="1"/>
          </p:cNvSpPr>
          <p:nvPr/>
        </p:nvSpPr>
        <p:spPr>
          <a:xfrm xmlns:a="http://schemas.openxmlformats.org/drawingml/2006/main">
            <a:off x="9489982" y="3017701"/>
            <a:ext cx="26300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3um</a:t>
            </a:r>
          </a:p>
        </p:txBody>
      </p:sp>
      <p:sp>
        <p:nvSpPr>
          <p:cNvPr id="34" name="pdf-text-0034">
            <a:extLst xmlns:a="http://schemas.openxmlformats.org/drawingml/2006/main">
              <a:ext uri="{FF2B5EF4-FFF2-40B4-BE49-F238E27FC236}">
                <a16:creationId xmlns:a16="http://schemas.microsoft.com/office/drawing/2014/main" id="{A7F9740C-18F9-4EAD-90B3-20DA9323BF35}"/>
              </a:ext>
            </a:extLst>
          </p:cNvPr>
          <p:cNvSpPr>
            <a:spLocks xmlns:a="http://schemas.openxmlformats.org/drawingml/2006/main" noGrp="1"/>
          </p:cNvSpPr>
          <p:nvPr/>
        </p:nvSpPr>
        <p:spPr>
          <a:xfrm xmlns:a="http://schemas.openxmlformats.org/drawingml/2006/main">
            <a:off x="10974239" y="3018849"/>
            <a:ext cx="37358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0.5um</a:t>
            </a:r>
          </a:p>
        </p:txBody>
      </p:sp>
      <p:sp>
        <p:nvSpPr>
          <p:cNvPr id="35" name="pdf-text-0035">
            <a:extLst xmlns:a="http://schemas.openxmlformats.org/drawingml/2006/main">
              <a:ext uri="{FF2B5EF4-FFF2-40B4-BE49-F238E27FC236}">
                <a16:creationId xmlns:a16="http://schemas.microsoft.com/office/drawing/2014/main" id="{9B0177A6-F78B-46B2-85E9-CBAF5C722054}"/>
              </a:ext>
            </a:extLst>
          </p:cNvPr>
          <p:cNvSpPr>
            <a:spLocks xmlns:a="http://schemas.openxmlformats.org/drawingml/2006/main" noGrp="1"/>
          </p:cNvSpPr>
          <p:nvPr/>
        </p:nvSpPr>
        <p:spPr>
          <a:xfrm xmlns:a="http://schemas.openxmlformats.org/drawingml/2006/main">
            <a:off x="8029632" y="3313955"/>
            <a:ext cx="17875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AI</a:t>
            </a:r>
          </a:p>
        </p:txBody>
      </p:sp>
      <p:sp>
        <p:nvSpPr>
          <p:cNvPr id="36" name="pdf-text-0036">
            <a:extLst xmlns:a="http://schemas.openxmlformats.org/drawingml/2006/main">
              <a:ext uri="{FF2B5EF4-FFF2-40B4-BE49-F238E27FC236}">
                <a16:creationId xmlns:a16="http://schemas.microsoft.com/office/drawing/2014/main" id="{7CB35A85-453D-424B-ADB8-63A3A9EFA422}"/>
              </a:ext>
            </a:extLst>
          </p:cNvPr>
          <p:cNvSpPr>
            <a:spLocks xmlns:a="http://schemas.openxmlformats.org/drawingml/2006/main" noGrp="1"/>
          </p:cNvSpPr>
          <p:nvPr/>
        </p:nvSpPr>
        <p:spPr>
          <a:xfrm xmlns:a="http://schemas.openxmlformats.org/drawingml/2006/main">
            <a:off x="8169898" y="3306271"/>
            <a:ext cx="55168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检测算法</a:t>
            </a:r>
          </a:p>
        </p:txBody>
      </p:sp>
      <p:sp>
        <p:nvSpPr>
          <p:cNvPr id="37" name="pdf-text-0037">
            <a:extLst xmlns:a="http://schemas.openxmlformats.org/drawingml/2006/main">
              <a:ext uri="{FF2B5EF4-FFF2-40B4-BE49-F238E27FC236}">
                <a16:creationId xmlns:a16="http://schemas.microsoft.com/office/drawing/2014/main" id="{B55B32CB-E6F7-4660-BDE7-8EBD7B364C41}"/>
              </a:ext>
            </a:extLst>
          </p:cNvPr>
          <p:cNvSpPr>
            <a:spLocks xmlns:a="http://schemas.openxmlformats.org/drawingml/2006/main" noGrp="1"/>
          </p:cNvSpPr>
          <p:nvPr/>
        </p:nvSpPr>
        <p:spPr>
          <a:xfrm xmlns:a="http://schemas.openxmlformats.org/drawingml/2006/main">
            <a:off x="9410734" y="3306271"/>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有监督</a:t>
            </a:r>
          </a:p>
        </p:txBody>
      </p:sp>
      <p:sp>
        <p:nvSpPr>
          <p:cNvPr id="38" name="pdf-text-0038">
            <a:extLst xmlns:a="http://schemas.openxmlformats.org/drawingml/2006/main">
              <a:ext uri="{FF2B5EF4-FFF2-40B4-BE49-F238E27FC236}">
                <a16:creationId xmlns:a16="http://schemas.microsoft.com/office/drawing/2014/main" id="{BA7066FB-7EC8-4781-8705-FD5A1AABA66A}"/>
              </a:ext>
            </a:extLst>
          </p:cNvPr>
          <p:cNvSpPr>
            <a:spLocks xmlns:a="http://schemas.openxmlformats.org/drawingml/2006/main" noGrp="1"/>
          </p:cNvSpPr>
          <p:nvPr/>
        </p:nvSpPr>
        <p:spPr>
          <a:xfrm xmlns:a="http://schemas.openxmlformats.org/drawingml/2006/main">
            <a:off x="10949825" y="3306271"/>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非监督</a:t>
            </a:r>
          </a:p>
        </p:txBody>
      </p:sp>
      <p:pic>
        <p:nvPicPr>
          <p:cNvPr id="171" name=""/>
          <p:cNvPicPr>
            <a:picLocks xmlns:a="http://schemas.openxmlformats.org/drawingml/2006/main" noChangeAspect="1"/>
          </p:cNvPicPr>
          <p:nvPr/>
        </p:nvPicPr>
        <p:blipFill>
          <a:blip xmlns:r="http://schemas.openxmlformats.org/officeDocument/2006/relationships" xmlns:a="http://schemas.openxmlformats.org/drawingml/2006/main" r:embed="R46b33c585f4944c1"/>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40" name="pdf-vector-0040">
            <a:extLst xmlns:a="http://schemas.openxmlformats.org/drawingml/2006/main">
              <a:ext uri="{FF2B5EF4-FFF2-40B4-BE49-F238E27FC236}">
                <a16:creationId xmlns:a16="http://schemas.microsoft.com/office/drawing/2014/main" id="{52FA915B-BA98-44E5-B57A-1E62E2AAE6C6}"/>
              </a:ext>
            </a:extLst>
          </p:cNvPr>
          <p:cNvSpPr>
            <a:spLocks xmlns:a="http://schemas.openxmlformats.org/drawingml/2006/main" noGrp="1"/>
          </p:cNvSpPr>
          <p:nvPr/>
        </p:nvSpPr>
        <p:spPr>
          <a:xfrm xmlns:a="http://schemas.openxmlformats.org/drawingml/2006/main">
            <a:off x="7874000" y="964984"/>
            <a:ext cx="4042410" cy="581025"/>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41" name="pdf-text-0041">
            <a:extLst xmlns:a="http://schemas.openxmlformats.org/drawingml/2006/main">
              <a:ext uri="{FF2B5EF4-FFF2-40B4-BE49-F238E27FC236}">
                <a16:creationId xmlns:a16="http://schemas.microsoft.com/office/drawing/2014/main" id="{EB0A2523-B117-4B43-A5DC-E1E8070257C3}"/>
              </a:ext>
            </a:extLst>
          </p:cNvPr>
          <p:cNvSpPr>
            <a:spLocks xmlns:a="http://schemas.openxmlformats.org/drawingml/2006/main" noGrp="1"/>
          </p:cNvSpPr>
          <p:nvPr/>
        </p:nvSpPr>
        <p:spPr>
          <a:xfrm xmlns:a="http://schemas.openxmlformats.org/drawingml/2006/main">
            <a:off x="9123838" y="1061881"/>
            <a:ext cx="1578891"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1" i="0">
                <a:solidFill>
                  <a:srgbClr val="000000"/>
                </a:solidFill>
                <a:latin typeface="TimesNewRomanPSMT"/>
                <a:ea typeface="TimesNewRomanPSMT"/>
                <a:cs typeface="TimesNewRomanPSMT"/>
              </a:defRPr>
            </a:pPr>
            <a:r>
              <a:rPr sz="2004" b="1" i="0">
                <a:solidFill>
                  <a:srgbClr val="000000"/>
                </a:solidFill>
                <a:latin typeface="TimesNewRomanPSMT"/>
                <a:ea typeface="TimesNewRomanPSMT"/>
                <a:cs typeface="TimesNewRomanPSMT"/>
              </a:rPr>
              <a:t>Die Bond AOI</a:t>
            </a:r>
          </a:p>
        </p:txBody>
      </p:sp>
      <p:sp>
        <p:nvSpPr>
          <p:cNvPr id="42" name="pdf-text-0042">
            <a:extLst xmlns:a="http://schemas.openxmlformats.org/drawingml/2006/main">
              <a:ext uri="{FF2B5EF4-FFF2-40B4-BE49-F238E27FC236}">
                <a16:creationId xmlns:a16="http://schemas.microsoft.com/office/drawing/2014/main" id="{8B3EBC03-EA1F-4CAB-9DD6-EEF284E60801}"/>
              </a:ext>
            </a:extLst>
          </p:cNvPr>
          <p:cNvSpPr>
            <a:spLocks xmlns:a="http://schemas.openxmlformats.org/drawingml/2006/main" noGrp="1"/>
          </p:cNvSpPr>
          <p:nvPr/>
        </p:nvSpPr>
        <p:spPr>
          <a:xfrm xmlns:a="http://schemas.openxmlformats.org/drawingml/2006/main">
            <a:off x="8582816" y="1346488"/>
            <a:ext cx="75445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业内独家</a:t>
            </a:r>
          </a:p>
        </p:txBody>
      </p:sp>
      <p:sp>
        <p:nvSpPr>
          <p:cNvPr id="43" name="pdf-text-0043">
            <a:extLst xmlns:a="http://schemas.openxmlformats.org/drawingml/2006/main">
              <a:ext uri="{FF2B5EF4-FFF2-40B4-BE49-F238E27FC236}">
                <a16:creationId xmlns:a16="http://schemas.microsoft.com/office/drawing/2014/main" id="{96062BB0-1208-49DC-BC04-4BC0CAC290F1}"/>
              </a:ext>
            </a:extLst>
          </p:cNvPr>
          <p:cNvSpPr>
            <a:spLocks xmlns:a="http://schemas.openxmlformats.org/drawingml/2006/main" noGrp="1"/>
          </p:cNvSpPr>
          <p:nvPr/>
        </p:nvSpPr>
        <p:spPr>
          <a:xfrm xmlns:a="http://schemas.openxmlformats.org/drawingml/2006/main">
            <a:off x="9299096" y="1345574"/>
            <a:ext cx="34372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10X</a:t>
            </a:r>
          </a:p>
        </p:txBody>
      </p:sp>
      <p:sp>
        <p:nvSpPr>
          <p:cNvPr id="44" name="pdf-text-0044">
            <a:extLst xmlns:a="http://schemas.openxmlformats.org/drawingml/2006/main">
              <a:ext uri="{FF2B5EF4-FFF2-40B4-BE49-F238E27FC236}">
                <a16:creationId xmlns:a16="http://schemas.microsoft.com/office/drawing/2014/main" id="{A520765B-1D59-41DF-8CB5-3ED87585E0C2}"/>
              </a:ext>
            </a:extLst>
          </p:cNvPr>
          <p:cNvSpPr>
            <a:spLocks xmlns:a="http://schemas.openxmlformats.org/drawingml/2006/main" noGrp="1"/>
          </p:cNvSpPr>
          <p:nvPr/>
        </p:nvSpPr>
        <p:spPr>
          <a:xfrm xmlns:a="http://schemas.openxmlformats.org/drawingml/2006/main">
            <a:off x="9603896" y="1346488"/>
            <a:ext cx="163982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共焦超景深成像技术</a:t>
            </a:r>
          </a:p>
        </p:txBody>
      </p:sp>
      <p:pic>
        <p:nvPicPr>
          <p:cNvPr id="177" name=""/>
          <p:cNvPicPr>
            <a:picLocks xmlns:a="http://schemas.openxmlformats.org/drawingml/2006/main" noChangeAspect="1"/>
          </p:cNvPicPr>
          <p:nvPr/>
        </p:nvPicPr>
        <p:blipFill>
          <a:blip xmlns:r="http://schemas.openxmlformats.org/officeDocument/2006/relationships" xmlns:a="http://schemas.openxmlformats.org/drawingml/2006/main" r:embed="Rfc53bdffc6d549e3"/>
          <a:srcRect xmlns:a="http://schemas.openxmlformats.org/drawingml/2006/main" l="84" t="0" r="84" b="0"/>
          <a:stretch xmlns:a="http://schemas.openxmlformats.org/drawingml/2006/main">
            <a:fillRect l="0" t="0" r="0" b="0"/>
          </a:stretch>
        </p:blipFill>
        <p:spPr>
          <a:xfrm xmlns:a="http://schemas.openxmlformats.org/drawingml/2006/main">
            <a:off x="2558125" y="4741562"/>
            <a:ext cx="789336" cy="681189"/>
          </a:xfrm>
          <a:prstGeom xmlns:a="http://schemas.openxmlformats.org/drawingml/2006/main" prst="rect">
            <a:avLst/>
          </a:prstGeom>
        </p:spPr>
      </p:pic>
      <p:pic>
        <p:nvPicPr>
          <p:cNvPr id="178" name=""/>
          <p:cNvPicPr>
            <a:picLocks xmlns:a="http://schemas.openxmlformats.org/drawingml/2006/main" noChangeAspect="1"/>
          </p:cNvPicPr>
          <p:nvPr/>
        </p:nvPicPr>
        <p:blipFill>
          <a:blip xmlns:r="http://schemas.openxmlformats.org/officeDocument/2006/relationships" xmlns:a="http://schemas.openxmlformats.org/drawingml/2006/main" r:embed="R6f648e5c975847df"/>
          <a:srcRect xmlns:a="http://schemas.openxmlformats.org/drawingml/2006/main" l="0" t="203" r="0" b="203"/>
          <a:stretch xmlns:a="http://schemas.openxmlformats.org/drawingml/2006/main">
            <a:fillRect l="0" t="0" r="0" b="0"/>
          </a:stretch>
        </p:blipFill>
        <p:spPr>
          <a:xfrm xmlns:a="http://schemas.openxmlformats.org/drawingml/2006/main">
            <a:off x="1754851" y="5645300"/>
            <a:ext cx="1587885" cy="799814"/>
          </a:xfrm>
          <a:prstGeom xmlns:a="http://schemas.openxmlformats.org/drawingml/2006/main" prst="rect">
            <a:avLst/>
          </a:prstGeom>
        </p:spPr>
      </p:pic>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95ed50c02cff4daf"/>
          <a:srcRect xmlns:a="http://schemas.openxmlformats.org/drawingml/2006/main" l="78" t="0" r="78" b="0"/>
          <a:stretch xmlns:a="http://schemas.openxmlformats.org/drawingml/2006/main">
            <a:fillRect l="0" t="0" r="0" b="0"/>
          </a:stretch>
        </p:blipFill>
        <p:spPr>
          <a:xfrm xmlns:a="http://schemas.openxmlformats.org/drawingml/2006/main">
            <a:off x="1754851" y="4740292"/>
            <a:ext cx="803275" cy="682625"/>
          </a:xfrm>
          <a:prstGeom xmlns:a="http://schemas.openxmlformats.org/drawingml/2006/main" prst="rect">
            <a:avLst/>
          </a:prstGeom>
        </p:spPr>
      </p:pic>
      <p:sp>
        <p:nvSpPr>
          <p:cNvPr id="48" name="pdf-vector-0048">
            <a:extLst xmlns:a="http://schemas.openxmlformats.org/drawingml/2006/main">
              <a:ext uri="{FF2B5EF4-FFF2-40B4-BE49-F238E27FC236}">
                <a16:creationId xmlns:a16="http://schemas.microsoft.com/office/drawing/2014/main" id="{3B9EC2A7-7844-4190-B12E-A711A0B5B6BC}"/>
              </a:ext>
            </a:extLst>
          </p:cNvPr>
          <p:cNvSpPr>
            <a:spLocks xmlns:a="http://schemas.openxmlformats.org/drawingml/2006/main" noGrp="1"/>
          </p:cNvSpPr>
          <p:nvPr/>
        </p:nvSpPr>
        <p:spPr>
          <a:xfrm xmlns:a="http://schemas.openxmlformats.org/drawingml/2006/main">
            <a:off x="7874000" y="3686785"/>
            <a:ext cx="4042410" cy="566420"/>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49" name="pdf-text-0049">
            <a:extLst xmlns:a="http://schemas.openxmlformats.org/drawingml/2006/main">
              <a:ext uri="{FF2B5EF4-FFF2-40B4-BE49-F238E27FC236}">
                <a16:creationId xmlns:a16="http://schemas.microsoft.com/office/drawing/2014/main" id="{46D72F4C-3F64-4422-ABB3-F4944B7ECDBA}"/>
              </a:ext>
            </a:extLst>
          </p:cNvPr>
          <p:cNvSpPr>
            <a:spLocks xmlns:a="http://schemas.openxmlformats.org/drawingml/2006/main" noGrp="1"/>
          </p:cNvSpPr>
          <p:nvPr/>
        </p:nvSpPr>
        <p:spPr>
          <a:xfrm xmlns:a="http://schemas.openxmlformats.org/drawingml/2006/main">
            <a:off x="8956196" y="3779063"/>
            <a:ext cx="191605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1" i="0">
                <a:solidFill>
                  <a:srgbClr val="000000"/>
                </a:solidFill>
                <a:latin typeface="TimesNewRomanPSMT"/>
                <a:ea typeface="TimesNewRomanPSMT"/>
                <a:cs typeface="TimesNewRomanPSMT"/>
              </a:defRPr>
            </a:pPr>
            <a:r>
              <a:rPr sz="1800" b="1" i="0">
                <a:solidFill>
                  <a:srgbClr val="000000"/>
                </a:solidFill>
                <a:latin typeface="TimesNewRomanPSMT"/>
                <a:ea typeface="TimesNewRomanPSMT"/>
                <a:cs typeface="TimesNewRomanPSMT"/>
              </a:rPr>
              <a:t>Wire Bond 3D AOI</a:t>
            </a:r>
          </a:p>
        </p:txBody>
      </p:sp>
      <p:sp>
        <p:nvSpPr>
          <p:cNvPr id="50" name="pdf-text-0050">
            <a:extLst xmlns:a="http://schemas.openxmlformats.org/drawingml/2006/main">
              <a:ext uri="{FF2B5EF4-FFF2-40B4-BE49-F238E27FC236}">
                <a16:creationId xmlns:a16="http://schemas.microsoft.com/office/drawing/2014/main" id="{953CE110-49BD-42DF-86F9-ED0B170449A0}"/>
              </a:ext>
            </a:extLst>
          </p:cNvPr>
          <p:cNvSpPr>
            <a:spLocks xmlns:a="http://schemas.openxmlformats.org/drawingml/2006/main" noGrp="1"/>
          </p:cNvSpPr>
          <p:nvPr/>
        </p:nvSpPr>
        <p:spPr>
          <a:xfrm xmlns:a="http://schemas.openxmlformats.org/drawingml/2006/main">
            <a:off x="8895236" y="4037806"/>
            <a:ext cx="110946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业内独家共焦</a:t>
            </a:r>
          </a:p>
        </p:txBody>
      </p:sp>
      <p:sp>
        <p:nvSpPr>
          <p:cNvPr id="51" name="pdf-text-0051">
            <a:extLst xmlns:a="http://schemas.openxmlformats.org/drawingml/2006/main">
              <a:ext uri="{FF2B5EF4-FFF2-40B4-BE49-F238E27FC236}">
                <a16:creationId xmlns:a16="http://schemas.microsoft.com/office/drawing/2014/main" id="{73A230E8-FB9F-4A6B-AE77-E829E70A40E6}"/>
              </a:ext>
            </a:extLst>
          </p:cNvPr>
          <p:cNvSpPr>
            <a:spLocks xmlns:a="http://schemas.openxmlformats.org/drawingml/2006/main" noGrp="1"/>
          </p:cNvSpPr>
          <p:nvPr/>
        </p:nvSpPr>
        <p:spPr>
          <a:xfrm xmlns:a="http://schemas.openxmlformats.org/drawingml/2006/main">
            <a:off x="9966608" y="4036892"/>
            <a:ext cx="25528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3D</a:t>
            </a:r>
          </a:p>
        </p:txBody>
      </p:sp>
      <p:sp>
        <p:nvSpPr>
          <p:cNvPr id="52" name="pdf-text-0052">
            <a:extLst xmlns:a="http://schemas.openxmlformats.org/drawingml/2006/main">
              <a:ext uri="{FF2B5EF4-FFF2-40B4-BE49-F238E27FC236}">
                <a16:creationId xmlns:a16="http://schemas.microsoft.com/office/drawing/2014/main" id="{2D28F3E8-72C9-4F4D-A4A6-2D40A817F4CC}"/>
              </a:ext>
            </a:extLst>
          </p:cNvPr>
          <p:cNvSpPr>
            <a:spLocks xmlns:a="http://schemas.openxmlformats.org/drawingml/2006/main" noGrp="1"/>
          </p:cNvSpPr>
          <p:nvPr/>
        </p:nvSpPr>
        <p:spPr>
          <a:xfrm xmlns:a="http://schemas.openxmlformats.org/drawingml/2006/main">
            <a:off x="10183016" y="4037806"/>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成像技术</a:t>
            </a:r>
          </a:p>
        </p:txBody>
      </p:sp>
      <p:sp>
        <p:nvSpPr>
          <p:cNvPr id="53" name="pdf-vector-0053">
            <a:extLst xmlns:a="http://schemas.openxmlformats.org/drawingml/2006/main">
              <a:ext uri="{FF2B5EF4-FFF2-40B4-BE49-F238E27FC236}">
                <a16:creationId xmlns:a16="http://schemas.microsoft.com/office/drawing/2014/main" id="{412DD299-77B2-4B0C-AE02-629F22953596}"/>
              </a:ext>
            </a:extLst>
          </p:cNvPr>
          <p:cNvSpPr>
            <a:spLocks xmlns:a="http://schemas.openxmlformats.org/drawingml/2006/main" noGrp="1"/>
          </p:cNvSpPr>
          <p:nvPr/>
        </p:nvSpPr>
        <p:spPr>
          <a:xfrm xmlns:a="http://schemas.openxmlformats.org/drawingml/2006/main">
            <a:off x="10623741" y="4486567"/>
            <a:ext cx="1292670" cy="58991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54" name="pdf-vector-0054">
            <a:extLst xmlns:a="http://schemas.openxmlformats.org/drawingml/2006/main">
              <a:ext uri="{FF2B5EF4-FFF2-40B4-BE49-F238E27FC236}">
                <a16:creationId xmlns:a16="http://schemas.microsoft.com/office/drawing/2014/main" id="{77B8A546-41AE-4153-871D-C22D722AE139}"/>
              </a:ext>
            </a:extLst>
          </p:cNvPr>
          <p:cNvSpPr>
            <a:spLocks xmlns:a="http://schemas.openxmlformats.org/drawingml/2006/main" noGrp="1"/>
          </p:cNvSpPr>
          <p:nvPr/>
        </p:nvSpPr>
        <p:spPr>
          <a:xfrm xmlns:a="http://schemas.openxmlformats.org/drawingml/2006/main">
            <a:off x="10623741" y="5076482"/>
            <a:ext cx="1292670" cy="26733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55" name="pdf-vector-0055">
            <a:extLst xmlns:a="http://schemas.openxmlformats.org/drawingml/2006/main">
              <a:ext uri="{FF2B5EF4-FFF2-40B4-BE49-F238E27FC236}">
                <a16:creationId xmlns:a16="http://schemas.microsoft.com/office/drawing/2014/main" id="{2C8F0A01-F587-4F6A-BB87-7A0BEC6EEB59}"/>
              </a:ext>
            </a:extLst>
          </p:cNvPr>
          <p:cNvSpPr>
            <a:spLocks xmlns:a="http://schemas.openxmlformats.org/drawingml/2006/main" noGrp="1"/>
          </p:cNvSpPr>
          <p:nvPr/>
        </p:nvSpPr>
        <p:spPr>
          <a:xfrm xmlns:a="http://schemas.openxmlformats.org/drawingml/2006/main">
            <a:off x="10623741" y="5343817"/>
            <a:ext cx="1292670" cy="656907"/>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56" name="pdf-vector-0056">
            <a:extLst xmlns:a="http://schemas.openxmlformats.org/drawingml/2006/main">
              <a:ext uri="{FF2B5EF4-FFF2-40B4-BE49-F238E27FC236}">
                <a16:creationId xmlns:a16="http://schemas.microsoft.com/office/drawing/2014/main" id="{86FDAEC1-D2E4-443A-BCEC-521BF8DC3DBF}"/>
              </a:ext>
            </a:extLst>
          </p:cNvPr>
          <p:cNvSpPr>
            <a:spLocks xmlns:a="http://schemas.openxmlformats.org/drawingml/2006/main" noGrp="1"/>
          </p:cNvSpPr>
          <p:nvPr/>
        </p:nvSpPr>
        <p:spPr>
          <a:xfrm xmlns:a="http://schemas.openxmlformats.org/drawingml/2006/main">
            <a:off x="10623741" y="6000724"/>
            <a:ext cx="1292670" cy="33464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57" name="pdf-vector-0057">
            <a:extLst xmlns:a="http://schemas.openxmlformats.org/drawingml/2006/main">
              <a:ext uri="{FF2B5EF4-FFF2-40B4-BE49-F238E27FC236}">
                <a16:creationId xmlns:a16="http://schemas.microsoft.com/office/drawing/2014/main" id="{DCB64E78-5945-4010-B79E-0BF7D05D4CFC}"/>
              </a:ext>
            </a:extLst>
          </p:cNvPr>
          <p:cNvSpPr>
            <a:spLocks xmlns:a="http://schemas.openxmlformats.org/drawingml/2006/main" noGrp="1"/>
          </p:cNvSpPr>
          <p:nvPr/>
        </p:nvSpPr>
        <p:spPr>
          <a:xfrm xmlns:a="http://schemas.openxmlformats.org/drawingml/2006/main">
            <a:off x="8731165" y="4480218"/>
            <a:ext cx="953" cy="1861502"/>
          </a:xfrm>
          <a:custGeom xmlns:a="http://schemas.openxmlformats.org/drawingml/2006/main">
            <a:pathLst>
              <a:path w="953" h="1861502">
                <a:moveTo>
                  <a:pt x="0" y="0"/>
                </a:moveTo>
                <a:lnTo>
                  <a:pt x="0" y="1861502"/>
                </a:lnTo>
              </a:path>
            </a:pathLst>
          </a:custGeom>
          <a:noFill xmlns:a="http://schemas.openxmlformats.org/drawingml/2006/main"/>
          <a:ln xmlns:a="http://schemas.openxmlformats.org/drawingml/2006/main" w="12700">
            <a:solidFill>
              <a:srgbClr val="C0C0C0"/>
            </a:solidFill>
            <a:prstDash val="solid"/>
          </a:ln>
        </p:spPr>
      </p:sp>
      <p:sp>
        <p:nvSpPr>
          <p:cNvPr id="58" name="pdf-vector-0058">
            <a:extLst xmlns:a="http://schemas.openxmlformats.org/drawingml/2006/main">
              <a:ext uri="{FF2B5EF4-FFF2-40B4-BE49-F238E27FC236}">
                <a16:creationId xmlns:a16="http://schemas.microsoft.com/office/drawing/2014/main" id="{C3E01069-77E0-48D0-969B-2A480620A8AC}"/>
              </a:ext>
            </a:extLst>
          </p:cNvPr>
          <p:cNvSpPr>
            <a:spLocks xmlns:a="http://schemas.openxmlformats.org/drawingml/2006/main" noGrp="1"/>
          </p:cNvSpPr>
          <p:nvPr/>
        </p:nvSpPr>
        <p:spPr>
          <a:xfrm xmlns:a="http://schemas.openxmlformats.org/drawingml/2006/main">
            <a:off x="9600444" y="4480218"/>
            <a:ext cx="953" cy="1861502"/>
          </a:xfrm>
          <a:custGeom xmlns:a="http://schemas.openxmlformats.org/drawingml/2006/main">
            <a:pathLst>
              <a:path w="953" h="1861502">
                <a:moveTo>
                  <a:pt x="0" y="0"/>
                </a:moveTo>
                <a:lnTo>
                  <a:pt x="0" y="1861502"/>
                </a:lnTo>
              </a:path>
            </a:pathLst>
          </a:custGeom>
          <a:noFill xmlns:a="http://schemas.openxmlformats.org/drawingml/2006/main"/>
          <a:ln xmlns:a="http://schemas.openxmlformats.org/drawingml/2006/main" w="12700">
            <a:solidFill>
              <a:srgbClr val="C0C0C0"/>
            </a:solidFill>
            <a:prstDash val="solid"/>
          </a:ln>
        </p:spPr>
      </p:sp>
      <p:sp>
        <p:nvSpPr>
          <p:cNvPr id="59" name="pdf-vector-0059">
            <a:extLst xmlns:a="http://schemas.openxmlformats.org/drawingml/2006/main">
              <a:ext uri="{FF2B5EF4-FFF2-40B4-BE49-F238E27FC236}">
                <a16:creationId xmlns:a16="http://schemas.microsoft.com/office/drawing/2014/main" id="{6E94BFDE-78DE-4C59-ADA5-EF9C416EDC16}"/>
              </a:ext>
            </a:extLst>
          </p:cNvPr>
          <p:cNvSpPr>
            <a:spLocks xmlns:a="http://schemas.openxmlformats.org/drawingml/2006/main" noGrp="1"/>
          </p:cNvSpPr>
          <p:nvPr/>
        </p:nvSpPr>
        <p:spPr>
          <a:xfrm xmlns:a="http://schemas.openxmlformats.org/drawingml/2006/main">
            <a:off x="10623735" y="4480218"/>
            <a:ext cx="953" cy="1861502"/>
          </a:xfrm>
          <a:custGeom xmlns:a="http://schemas.openxmlformats.org/drawingml/2006/main">
            <a:pathLst>
              <a:path w="953" h="1861502">
                <a:moveTo>
                  <a:pt x="0" y="0"/>
                </a:moveTo>
                <a:lnTo>
                  <a:pt x="0" y="1861502"/>
                </a:lnTo>
              </a:path>
            </a:pathLst>
          </a:custGeom>
          <a:noFill xmlns:a="http://schemas.openxmlformats.org/drawingml/2006/main"/>
          <a:ln xmlns:a="http://schemas.openxmlformats.org/drawingml/2006/main" w="12700">
            <a:solidFill>
              <a:srgbClr val="C0C0C0"/>
            </a:solidFill>
            <a:prstDash val="solid"/>
          </a:ln>
        </p:spPr>
      </p:sp>
      <p:sp>
        <p:nvSpPr>
          <p:cNvPr id="60" name="pdf-vector-0060">
            <a:extLst xmlns:a="http://schemas.openxmlformats.org/drawingml/2006/main">
              <a:ext uri="{FF2B5EF4-FFF2-40B4-BE49-F238E27FC236}">
                <a16:creationId xmlns:a16="http://schemas.microsoft.com/office/drawing/2014/main" id="{679CB747-F6B5-404E-9A5B-8772E22A7282}"/>
              </a:ext>
            </a:extLst>
          </p:cNvPr>
          <p:cNvSpPr>
            <a:spLocks xmlns:a="http://schemas.openxmlformats.org/drawingml/2006/main" noGrp="1"/>
          </p:cNvSpPr>
          <p:nvPr/>
        </p:nvSpPr>
        <p:spPr>
          <a:xfrm xmlns:a="http://schemas.openxmlformats.org/drawingml/2006/main">
            <a:off x="7867648" y="5076483"/>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61" name="pdf-vector-0061">
            <a:extLst xmlns:a="http://schemas.openxmlformats.org/drawingml/2006/main">
              <a:ext uri="{FF2B5EF4-FFF2-40B4-BE49-F238E27FC236}">
                <a16:creationId xmlns:a16="http://schemas.microsoft.com/office/drawing/2014/main" id="{B1541F1B-63F9-43CD-8649-B4C56DFEBDF4}"/>
              </a:ext>
            </a:extLst>
          </p:cNvPr>
          <p:cNvSpPr>
            <a:spLocks xmlns:a="http://schemas.openxmlformats.org/drawingml/2006/main" noGrp="1"/>
          </p:cNvSpPr>
          <p:nvPr/>
        </p:nvSpPr>
        <p:spPr>
          <a:xfrm xmlns:a="http://schemas.openxmlformats.org/drawingml/2006/main">
            <a:off x="7867648" y="5343818"/>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62" name="pdf-vector-0062">
            <a:extLst xmlns:a="http://schemas.openxmlformats.org/drawingml/2006/main">
              <a:ext uri="{FF2B5EF4-FFF2-40B4-BE49-F238E27FC236}">
                <a16:creationId xmlns:a16="http://schemas.microsoft.com/office/drawing/2014/main" id="{18C87547-EADD-4952-913B-C9615793E57A}"/>
              </a:ext>
            </a:extLst>
          </p:cNvPr>
          <p:cNvSpPr>
            <a:spLocks xmlns:a="http://schemas.openxmlformats.org/drawingml/2006/main" noGrp="1"/>
          </p:cNvSpPr>
          <p:nvPr/>
        </p:nvSpPr>
        <p:spPr>
          <a:xfrm xmlns:a="http://schemas.openxmlformats.org/drawingml/2006/main">
            <a:off x="7867648" y="6000727"/>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63" name="pdf-vector-0063">
            <a:extLst xmlns:a="http://schemas.openxmlformats.org/drawingml/2006/main">
              <a:ext uri="{FF2B5EF4-FFF2-40B4-BE49-F238E27FC236}">
                <a16:creationId xmlns:a16="http://schemas.microsoft.com/office/drawing/2014/main" id="{77820235-BBFB-4E19-AAD9-55A4EE8B8577}"/>
              </a:ext>
            </a:extLst>
          </p:cNvPr>
          <p:cNvSpPr>
            <a:spLocks xmlns:a="http://schemas.openxmlformats.org/drawingml/2006/main" noGrp="1"/>
          </p:cNvSpPr>
          <p:nvPr/>
        </p:nvSpPr>
        <p:spPr>
          <a:xfrm xmlns:a="http://schemas.openxmlformats.org/drawingml/2006/main">
            <a:off x="7873998" y="4480218"/>
            <a:ext cx="953" cy="1861502"/>
          </a:xfrm>
          <a:custGeom xmlns:a="http://schemas.openxmlformats.org/drawingml/2006/main">
            <a:pathLst>
              <a:path w="953" h="1861502">
                <a:moveTo>
                  <a:pt x="0" y="0"/>
                </a:moveTo>
                <a:lnTo>
                  <a:pt x="0" y="1861502"/>
                </a:lnTo>
              </a:path>
            </a:pathLst>
          </a:custGeom>
          <a:noFill xmlns:a="http://schemas.openxmlformats.org/drawingml/2006/main"/>
          <a:ln xmlns:a="http://schemas.openxmlformats.org/drawingml/2006/main" w="12700">
            <a:solidFill>
              <a:srgbClr val="C0C0C0"/>
            </a:solidFill>
            <a:prstDash val="solid"/>
          </a:ln>
        </p:spPr>
      </p:sp>
      <p:sp>
        <p:nvSpPr>
          <p:cNvPr id="64" name="pdf-vector-0064">
            <a:extLst xmlns:a="http://schemas.openxmlformats.org/drawingml/2006/main">
              <a:ext uri="{FF2B5EF4-FFF2-40B4-BE49-F238E27FC236}">
                <a16:creationId xmlns:a16="http://schemas.microsoft.com/office/drawing/2014/main" id="{615C29B4-3408-40EC-BBBD-0093E64A58FD}"/>
              </a:ext>
            </a:extLst>
          </p:cNvPr>
          <p:cNvSpPr>
            <a:spLocks xmlns:a="http://schemas.openxmlformats.org/drawingml/2006/main" noGrp="1"/>
          </p:cNvSpPr>
          <p:nvPr/>
        </p:nvSpPr>
        <p:spPr>
          <a:xfrm xmlns:a="http://schemas.openxmlformats.org/drawingml/2006/main">
            <a:off x="11916407" y="4480218"/>
            <a:ext cx="953" cy="1861502"/>
          </a:xfrm>
          <a:custGeom xmlns:a="http://schemas.openxmlformats.org/drawingml/2006/main">
            <a:pathLst>
              <a:path w="953" h="1861502">
                <a:moveTo>
                  <a:pt x="0" y="0"/>
                </a:moveTo>
                <a:lnTo>
                  <a:pt x="0" y="1861502"/>
                </a:lnTo>
              </a:path>
            </a:pathLst>
          </a:custGeom>
          <a:noFill xmlns:a="http://schemas.openxmlformats.org/drawingml/2006/main"/>
          <a:ln xmlns:a="http://schemas.openxmlformats.org/drawingml/2006/main" w="12700">
            <a:solidFill>
              <a:srgbClr val="C0C0C0"/>
            </a:solidFill>
            <a:prstDash val="solid"/>
          </a:ln>
        </p:spPr>
      </p:sp>
      <p:sp>
        <p:nvSpPr>
          <p:cNvPr id="65" name="pdf-vector-0065">
            <a:extLst xmlns:a="http://schemas.openxmlformats.org/drawingml/2006/main">
              <a:ext uri="{FF2B5EF4-FFF2-40B4-BE49-F238E27FC236}">
                <a16:creationId xmlns:a16="http://schemas.microsoft.com/office/drawing/2014/main" id="{F57D6953-8D06-4102-A5D5-219760F8B795}"/>
              </a:ext>
            </a:extLst>
          </p:cNvPr>
          <p:cNvSpPr>
            <a:spLocks xmlns:a="http://schemas.openxmlformats.org/drawingml/2006/main" noGrp="1"/>
          </p:cNvSpPr>
          <p:nvPr/>
        </p:nvSpPr>
        <p:spPr>
          <a:xfrm xmlns:a="http://schemas.openxmlformats.org/drawingml/2006/main">
            <a:off x="7867648" y="4486568"/>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66" name="pdf-vector-0066">
            <a:extLst xmlns:a="http://schemas.openxmlformats.org/drawingml/2006/main">
              <a:ext uri="{FF2B5EF4-FFF2-40B4-BE49-F238E27FC236}">
                <a16:creationId xmlns:a16="http://schemas.microsoft.com/office/drawing/2014/main" id="{4874D6E3-8887-4E9D-84D8-39F4DB256B4B}"/>
              </a:ext>
            </a:extLst>
          </p:cNvPr>
          <p:cNvSpPr>
            <a:spLocks xmlns:a="http://schemas.openxmlformats.org/drawingml/2006/main" noGrp="1"/>
          </p:cNvSpPr>
          <p:nvPr/>
        </p:nvSpPr>
        <p:spPr>
          <a:xfrm xmlns:a="http://schemas.openxmlformats.org/drawingml/2006/main">
            <a:off x="7867648" y="6335372"/>
            <a:ext cx="4055110" cy="953"/>
          </a:xfrm>
          <a:custGeom xmlns:a="http://schemas.openxmlformats.org/drawingml/2006/main">
            <a:pathLst>
              <a:path w="4055110" h="953">
                <a:moveTo>
                  <a:pt x="0" y="0"/>
                </a:moveTo>
                <a:lnTo>
                  <a:pt x="4055110" y="0"/>
                </a:lnTo>
              </a:path>
            </a:pathLst>
          </a:custGeom>
          <a:noFill xmlns:a="http://schemas.openxmlformats.org/drawingml/2006/main"/>
          <a:ln xmlns:a="http://schemas.openxmlformats.org/drawingml/2006/main" w="12700">
            <a:solidFill>
              <a:srgbClr val="C0C0C0"/>
            </a:solidFill>
            <a:prstDash val="solid"/>
          </a:ln>
        </p:spPr>
      </p:sp>
      <p:sp>
        <p:nvSpPr>
          <p:cNvPr id="67" name="pdf-text-0067">
            <a:extLst xmlns:a="http://schemas.openxmlformats.org/drawingml/2006/main">
              <a:ext uri="{FF2B5EF4-FFF2-40B4-BE49-F238E27FC236}">
                <a16:creationId xmlns:a16="http://schemas.microsoft.com/office/drawing/2014/main" id="{02CDBB77-1452-497B-92A4-FEFD0AECCC9C}"/>
              </a:ext>
            </a:extLst>
          </p:cNvPr>
          <p:cNvSpPr>
            <a:spLocks xmlns:a="http://schemas.openxmlformats.org/drawingml/2006/main" noGrp="1"/>
          </p:cNvSpPr>
          <p:nvPr/>
        </p:nvSpPr>
        <p:spPr>
          <a:xfrm xmlns:a="http://schemas.openxmlformats.org/drawingml/2006/main">
            <a:off x="8174692" y="4635407"/>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品牌</a:t>
            </a:r>
          </a:p>
        </p:txBody>
      </p:sp>
      <p:sp>
        <p:nvSpPr>
          <p:cNvPr id="68" name="pdf-text-0068">
            <a:extLst xmlns:a="http://schemas.openxmlformats.org/drawingml/2006/main">
              <a:ext uri="{FF2B5EF4-FFF2-40B4-BE49-F238E27FC236}">
                <a16:creationId xmlns:a16="http://schemas.microsoft.com/office/drawing/2014/main" id="{80B64597-BF87-4785-B9FF-46F97BB0FAB0}"/>
              </a:ext>
            </a:extLst>
          </p:cNvPr>
          <p:cNvSpPr>
            <a:spLocks xmlns:a="http://schemas.openxmlformats.org/drawingml/2006/main" noGrp="1"/>
          </p:cNvSpPr>
          <p:nvPr/>
        </p:nvSpPr>
        <p:spPr>
          <a:xfrm xmlns:a="http://schemas.openxmlformats.org/drawingml/2006/main">
            <a:off x="8174692" y="4864007"/>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型号</a:t>
            </a:r>
          </a:p>
        </p:txBody>
      </p:sp>
      <p:sp>
        <p:nvSpPr>
          <p:cNvPr id="69" name="pdf-text-0069">
            <a:extLst xmlns:a="http://schemas.openxmlformats.org/drawingml/2006/main">
              <a:ext uri="{FF2B5EF4-FFF2-40B4-BE49-F238E27FC236}">
                <a16:creationId xmlns:a16="http://schemas.microsoft.com/office/drawing/2014/main" id="{65D5DAF4-556B-4D37-BB44-0D2A4820BF2E}"/>
              </a:ext>
            </a:extLst>
          </p:cNvPr>
          <p:cNvSpPr>
            <a:spLocks xmlns:a="http://schemas.openxmlformats.org/drawingml/2006/main" noGrp="1"/>
          </p:cNvSpPr>
          <p:nvPr/>
        </p:nvSpPr>
        <p:spPr>
          <a:xfrm xmlns:a="http://schemas.openxmlformats.org/drawingml/2006/main">
            <a:off x="8975176" y="4749707"/>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奥特维</a:t>
            </a:r>
          </a:p>
        </p:txBody>
      </p:sp>
      <p:sp>
        <p:nvSpPr>
          <p:cNvPr id="70" name="pdf-text-0070">
            <a:extLst xmlns:a="http://schemas.openxmlformats.org/drawingml/2006/main">
              <a:ext uri="{FF2B5EF4-FFF2-40B4-BE49-F238E27FC236}">
                <a16:creationId xmlns:a16="http://schemas.microsoft.com/office/drawing/2014/main" id="{121B395C-A040-44CF-A474-5D44AB5C84FF}"/>
              </a:ext>
            </a:extLst>
          </p:cNvPr>
          <p:cNvSpPr>
            <a:spLocks xmlns:a="http://schemas.openxmlformats.org/drawingml/2006/main" noGrp="1"/>
          </p:cNvSpPr>
          <p:nvPr/>
        </p:nvSpPr>
        <p:spPr>
          <a:xfrm xmlns:a="http://schemas.openxmlformats.org/drawingml/2006/main">
            <a:off x="9911526" y="4756608"/>
            <a:ext cx="43791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IDEAL</a:t>
            </a:r>
          </a:p>
        </p:txBody>
      </p:sp>
      <p:sp>
        <p:nvSpPr>
          <p:cNvPr id="71" name="pdf-text-0071">
            <a:extLst xmlns:a="http://schemas.openxmlformats.org/drawingml/2006/main">
              <a:ext uri="{FF2B5EF4-FFF2-40B4-BE49-F238E27FC236}">
                <a16:creationId xmlns:a16="http://schemas.microsoft.com/office/drawing/2014/main" id="{E7B98AE5-2261-4292-B812-3326E16F5105}"/>
              </a:ext>
            </a:extLst>
          </p:cNvPr>
          <p:cNvSpPr>
            <a:spLocks xmlns:a="http://schemas.openxmlformats.org/drawingml/2006/main" noGrp="1"/>
          </p:cNvSpPr>
          <p:nvPr/>
        </p:nvSpPr>
        <p:spPr>
          <a:xfrm xmlns:a="http://schemas.openxmlformats.org/drawingml/2006/main">
            <a:off x="11142625" y="4749707"/>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轻蜓</a:t>
            </a:r>
          </a:p>
        </p:txBody>
      </p:sp>
      <p:sp>
        <p:nvSpPr>
          <p:cNvPr id="72" name="pdf-text-0072">
            <a:extLst xmlns:a="http://schemas.openxmlformats.org/drawingml/2006/main">
              <a:ext uri="{FF2B5EF4-FFF2-40B4-BE49-F238E27FC236}">
                <a16:creationId xmlns:a16="http://schemas.microsoft.com/office/drawing/2014/main" id="{7E995533-9E01-48D4-9A73-6E1F7BB79482}"/>
              </a:ext>
            </a:extLst>
          </p:cNvPr>
          <p:cNvSpPr>
            <a:spLocks xmlns:a="http://schemas.openxmlformats.org/drawingml/2006/main" noGrp="1"/>
          </p:cNvSpPr>
          <p:nvPr/>
        </p:nvSpPr>
        <p:spPr>
          <a:xfrm xmlns:a="http://schemas.openxmlformats.org/drawingml/2006/main">
            <a:off x="8174692" y="5178332"/>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地区</a:t>
            </a:r>
          </a:p>
        </p:txBody>
      </p:sp>
      <p:sp>
        <p:nvSpPr>
          <p:cNvPr id="73" name="pdf-text-0073">
            <a:extLst xmlns:a="http://schemas.openxmlformats.org/drawingml/2006/main">
              <a:ext uri="{FF2B5EF4-FFF2-40B4-BE49-F238E27FC236}">
                <a16:creationId xmlns:a16="http://schemas.microsoft.com/office/drawing/2014/main" id="{BD8AC247-0C41-42C8-AA0E-E93A7C96420B}"/>
              </a:ext>
            </a:extLst>
          </p:cNvPr>
          <p:cNvSpPr>
            <a:spLocks xmlns:a="http://schemas.openxmlformats.org/drawingml/2006/main" noGrp="1"/>
          </p:cNvSpPr>
          <p:nvPr/>
        </p:nvSpPr>
        <p:spPr>
          <a:xfrm xmlns:a="http://schemas.openxmlformats.org/drawingml/2006/main">
            <a:off x="9037660" y="5178332"/>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74" name="pdf-text-0074">
            <a:extLst xmlns:a="http://schemas.openxmlformats.org/drawingml/2006/main">
              <a:ext uri="{FF2B5EF4-FFF2-40B4-BE49-F238E27FC236}">
                <a16:creationId xmlns:a16="http://schemas.microsoft.com/office/drawing/2014/main" id="{E8DCCFBE-DD8E-4B3D-8F38-306581BDA057}"/>
              </a:ext>
            </a:extLst>
          </p:cNvPr>
          <p:cNvSpPr>
            <a:spLocks xmlns:a="http://schemas.openxmlformats.org/drawingml/2006/main" noGrp="1"/>
          </p:cNvSpPr>
          <p:nvPr/>
        </p:nvSpPr>
        <p:spPr>
          <a:xfrm xmlns:a="http://schemas.openxmlformats.org/drawingml/2006/main">
            <a:off x="9858214" y="5178332"/>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马来西亚</a:t>
            </a:r>
          </a:p>
        </p:txBody>
      </p:sp>
      <p:sp>
        <p:nvSpPr>
          <p:cNvPr id="75" name="pdf-text-0075">
            <a:extLst xmlns:a="http://schemas.openxmlformats.org/drawingml/2006/main">
              <a:ext uri="{FF2B5EF4-FFF2-40B4-BE49-F238E27FC236}">
                <a16:creationId xmlns:a16="http://schemas.microsoft.com/office/drawing/2014/main" id="{3CA61183-2F20-4E79-9C83-48A8DFE9E07F}"/>
              </a:ext>
            </a:extLst>
          </p:cNvPr>
          <p:cNvSpPr>
            <a:spLocks xmlns:a="http://schemas.openxmlformats.org/drawingml/2006/main" noGrp="1"/>
          </p:cNvSpPr>
          <p:nvPr/>
        </p:nvSpPr>
        <p:spPr>
          <a:xfrm xmlns:a="http://schemas.openxmlformats.org/drawingml/2006/main">
            <a:off x="11142740" y="5178332"/>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76" name="pdf-text-0076">
            <a:extLst xmlns:a="http://schemas.openxmlformats.org/drawingml/2006/main">
              <a:ext uri="{FF2B5EF4-FFF2-40B4-BE49-F238E27FC236}">
                <a16:creationId xmlns:a16="http://schemas.microsoft.com/office/drawing/2014/main" id="{99B45BB8-9010-422A-B450-0BCD2FF7C8C8}"/>
              </a:ext>
            </a:extLst>
          </p:cNvPr>
          <p:cNvSpPr>
            <a:spLocks xmlns:a="http://schemas.openxmlformats.org/drawingml/2006/main" noGrp="1"/>
          </p:cNvSpPr>
          <p:nvPr/>
        </p:nvSpPr>
        <p:spPr>
          <a:xfrm xmlns:a="http://schemas.openxmlformats.org/drawingml/2006/main">
            <a:off x="8095548" y="5648070"/>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3D</a:t>
            </a:r>
          </a:p>
        </p:txBody>
      </p:sp>
      <p:sp>
        <p:nvSpPr>
          <p:cNvPr id="77" name="pdf-text-0077">
            <a:extLst xmlns:a="http://schemas.openxmlformats.org/drawingml/2006/main">
              <a:ext uri="{FF2B5EF4-FFF2-40B4-BE49-F238E27FC236}">
                <a16:creationId xmlns:a16="http://schemas.microsoft.com/office/drawing/2014/main" id="{DA3A2D31-BCAD-4A51-8072-8A0A41C31FA5}"/>
              </a:ext>
            </a:extLst>
          </p:cNvPr>
          <p:cNvSpPr>
            <a:spLocks xmlns:a="http://schemas.openxmlformats.org/drawingml/2006/main" noGrp="1"/>
          </p:cNvSpPr>
          <p:nvPr/>
        </p:nvSpPr>
        <p:spPr>
          <a:xfrm xmlns:a="http://schemas.openxmlformats.org/drawingml/2006/main">
            <a:off x="8250892" y="5640453"/>
            <a:ext cx="29412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成像</a:t>
            </a:r>
          </a:p>
        </p:txBody>
      </p:sp>
      <p:sp>
        <p:nvSpPr>
          <p:cNvPr id="78" name="pdf-text-0078">
            <a:extLst xmlns:a="http://schemas.openxmlformats.org/drawingml/2006/main">
              <a:ext uri="{FF2B5EF4-FFF2-40B4-BE49-F238E27FC236}">
                <a16:creationId xmlns:a16="http://schemas.microsoft.com/office/drawing/2014/main" id="{86FDF061-20B6-4E5B-8670-6E860F228717}"/>
              </a:ext>
            </a:extLst>
          </p:cNvPr>
          <p:cNvSpPr>
            <a:spLocks xmlns:a="http://schemas.openxmlformats.org/drawingml/2006/main" noGrp="1"/>
          </p:cNvSpPr>
          <p:nvPr/>
        </p:nvSpPr>
        <p:spPr>
          <a:xfrm xmlns:a="http://schemas.openxmlformats.org/drawingml/2006/main">
            <a:off x="9101668" y="564045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79" name="pdf-text-0079">
            <a:extLst xmlns:a="http://schemas.openxmlformats.org/drawingml/2006/main">
              <a:ext uri="{FF2B5EF4-FFF2-40B4-BE49-F238E27FC236}">
                <a16:creationId xmlns:a16="http://schemas.microsoft.com/office/drawing/2014/main" id="{68FCFD40-7998-4FDA-A617-6F75A7DC0186}"/>
              </a:ext>
            </a:extLst>
          </p:cNvPr>
          <p:cNvSpPr>
            <a:spLocks xmlns:a="http://schemas.openxmlformats.org/drawingml/2006/main" noGrp="1"/>
          </p:cNvSpPr>
          <p:nvPr/>
        </p:nvSpPr>
        <p:spPr>
          <a:xfrm xmlns:a="http://schemas.openxmlformats.org/drawingml/2006/main">
            <a:off x="9920577" y="5411882"/>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线激光</a:t>
            </a:r>
          </a:p>
        </p:txBody>
      </p:sp>
      <p:sp>
        <p:nvSpPr>
          <p:cNvPr id="80" name="pdf-text-0080">
            <a:extLst xmlns:a="http://schemas.openxmlformats.org/drawingml/2006/main">
              <a:ext uri="{FF2B5EF4-FFF2-40B4-BE49-F238E27FC236}">
                <a16:creationId xmlns:a16="http://schemas.microsoft.com/office/drawing/2014/main" id="{DC8AA4E8-EEDA-4EC7-932D-185B999CD1E5}"/>
              </a:ext>
            </a:extLst>
          </p:cNvPr>
          <p:cNvSpPr>
            <a:spLocks xmlns:a="http://schemas.openxmlformats.org/drawingml/2006/main" noGrp="1"/>
          </p:cNvSpPr>
          <p:nvPr/>
        </p:nvSpPr>
        <p:spPr>
          <a:xfrm xmlns:a="http://schemas.openxmlformats.org/drawingml/2006/main">
            <a:off x="9730080" y="5640453"/>
            <a:ext cx="8001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（无法完整成</a:t>
            </a:r>
          </a:p>
        </p:txBody>
      </p:sp>
      <p:sp>
        <p:nvSpPr>
          <p:cNvPr id="81" name="pdf-text-0081">
            <a:extLst xmlns:a="http://schemas.openxmlformats.org/drawingml/2006/main">
              <a:ext uri="{FF2B5EF4-FFF2-40B4-BE49-F238E27FC236}">
                <a16:creationId xmlns:a16="http://schemas.microsoft.com/office/drawing/2014/main" id="{891357D4-C2DA-45DA-8750-CF8B479592C5}"/>
              </a:ext>
            </a:extLst>
          </p:cNvPr>
          <p:cNvSpPr>
            <a:spLocks xmlns:a="http://schemas.openxmlformats.org/drawingml/2006/main" noGrp="1"/>
          </p:cNvSpPr>
          <p:nvPr/>
        </p:nvSpPr>
        <p:spPr>
          <a:xfrm xmlns:a="http://schemas.openxmlformats.org/drawingml/2006/main">
            <a:off x="9984583" y="5869024"/>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像）</a:t>
            </a:r>
          </a:p>
        </p:txBody>
      </p:sp>
      <p:sp>
        <p:nvSpPr>
          <p:cNvPr id="82" name="pdf-text-0082">
            <a:extLst xmlns:a="http://schemas.openxmlformats.org/drawingml/2006/main">
              <a:ext uri="{FF2B5EF4-FFF2-40B4-BE49-F238E27FC236}">
                <a16:creationId xmlns:a16="http://schemas.microsoft.com/office/drawing/2014/main" id="{542B8CE2-A060-4A55-B132-66B9EEA53647}"/>
              </a:ext>
            </a:extLst>
          </p:cNvPr>
          <p:cNvSpPr>
            <a:spLocks xmlns:a="http://schemas.openxmlformats.org/drawingml/2006/main" noGrp="1"/>
          </p:cNvSpPr>
          <p:nvPr/>
        </p:nvSpPr>
        <p:spPr>
          <a:xfrm xmlns:a="http://schemas.openxmlformats.org/drawingml/2006/main">
            <a:off x="10761625" y="5526153"/>
            <a:ext cx="105461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自研共焦扫描系统</a:t>
            </a:r>
          </a:p>
        </p:txBody>
      </p:sp>
      <p:sp>
        <p:nvSpPr>
          <p:cNvPr id="83" name="pdf-text-0083">
            <a:extLst xmlns:a="http://schemas.openxmlformats.org/drawingml/2006/main">
              <a:ext uri="{FF2B5EF4-FFF2-40B4-BE49-F238E27FC236}">
                <a16:creationId xmlns:a16="http://schemas.microsoft.com/office/drawing/2014/main" id="{BFDF3853-7D43-4E07-B3A6-8284643358C5}"/>
              </a:ext>
            </a:extLst>
          </p:cNvPr>
          <p:cNvSpPr>
            <a:spLocks xmlns:a="http://schemas.openxmlformats.org/drawingml/2006/main" noGrp="1"/>
          </p:cNvSpPr>
          <p:nvPr/>
        </p:nvSpPr>
        <p:spPr>
          <a:xfrm xmlns:a="http://schemas.openxmlformats.org/drawingml/2006/main">
            <a:off x="10888119" y="5754753"/>
            <a:ext cx="8001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（完整成像）</a:t>
            </a:r>
          </a:p>
        </p:txBody>
      </p:sp>
      <p:sp>
        <p:nvSpPr>
          <p:cNvPr id="84" name="pdf-text-0084">
            <a:extLst xmlns:a="http://schemas.openxmlformats.org/drawingml/2006/main">
              <a:ext uri="{FF2B5EF4-FFF2-40B4-BE49-F238E27FC236}">
                <a16:creationId xmlns:a16="http://schemas.microsoft.com/office/drawing/2014/main" id="{73AB4AB4-7710-4239-A4FA-A399F7ECBB33}"/>
              </a:ext>
            </a:extLst>
          </p:cNvPr>
          <p:cNvSpPr>
            <a:spLocks xmlns:a="http://schemas.openxmlformats.org/drawingml/2006/main" noGrp="1"/>
          </p:cNvSpPr>
          <p:nvPr/>
        </p:nvSpPr>
        <p:spPr>
          <a:xfrm xmlns:a="http://schemas.openxmlformats.org/drawingml/2006/main">
            <a:off x="7975016" y="6143894"/>
            <a:ext cx="17875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AI</a:t>
            </a:r>
          </a:p>
        </p:txBody>
      </p:sp>
      <p:sp>
        <p:nvSpPr>
          <p:cNvPr id="85" name="pdf-text-0085">
            <a:extLst xmlns:a="http://schemas.openxmlformats.org/drawingml/2006/main">
              <a:ext uri="{FF2B5EF4-FFF2-40B4-BE49-F238E27FC236}">
                <a16:creationId xmlns:a16="http://schemas.microsoft.com/office/drawing/2014/main" id="{B16E9FAF-0BA5-469E-B872-2A6E89DE28A2}"/>
              </a:ext>
            </a:extLst>
          </p:cNvPr>
          <p:cNvSpPr>
            <a:spLocks xmlns:a="http://schemas.openxmlformats.org/drawingml/2006/main" noGrp="1"/>
          </p:cNvSpPr>
          <p:nvPr/>
        </p:nvSpPr>
        <p:spPr>
          <a:xfrm xmlns:a="http://schemas.openxmlformats.org/drawingml/2006/main">
            <a:off x="8115224" y="6136231"/>
            <a:ext cx="55168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检测算法</a:t>
            </a:r>
          </a:p>
        </p:txBody>
      </p:sp>
      <p:sp>
        <p:nvSpPr>
          <p:cNvPr id="86" name="pdf-text-0086">
            <a:extLst xmlns:a="http://schemas.openxmlformats.org/drawingml/2006/main">
              <a:ext uri="{FF2B5EF4-FFF2-40B4-BE49-F238E27FC236}">
                <a16:creationId xmlns:a16="http://schemas.microsoft.com/office/drawing/2014/main" id="{517671EC-539B-4E74-ADE6-1132A27F3A90}"/>
              </a:ext>
            </a:extLst>
          </p:cNvPr>
          <p:cNvSpPr>
            <a:spLocks xmlns:a="http://schemas.openxmlformats.org/drawingml/2006/main" noGrp="1"/>
          </p:cNvSpPr>
          <p:nvPr/>
        </p:nvSpPr>
        <p:spPr>
          <a:xfrm xmlns:a="http://schemas.openxmlformats.org/drawingml/2006/main">
            <a:off x="8975176" y="6136231"/>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有监督</a:t>
            </a:r>
          </a:p>
        </p:txBody>
      </p:sp>
      <p:sp>
        <p:nvSpPr>
          <p:cNvPr id="87" name="pdf-text-0087">
            <a:extLst xmlns:a="http://schemas.openxmlformats.org/drawingml/2006/main">
              <a:ext uri="{FF2B5EF4-FFF2-40B4-BE49-F238E27FC236}">
                <a16:creationId xmlns:a16="http://schemas.microsoft.com/office/drawing/2014/main" id="{760DFCC6-81B1-49E1-95FF-57422C729E13}"/>
              </a:ext>
            </a:extLst>
          </p:cNvPr>
          <p:cNvSpPr>
            <a:spLocks xmlns:a="http://schemas.openxmlformats.org/drawingml/2006/main" noGrp="1"/>
          </p:cNvSpPr>
          <p:nvPr/>
        </p:nvSpPr>
        <p:spPr>
          <a:xfrm xmlns:a="http://schemas.openxmlformats.org/drawingml/2006/main">
            <a:off x="10048714" y="6136231"/>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88" name="pdf-text-0088">
            <a:extLst xmlns:a="http://schemas.openxmlformats.org/drawingml/2006/main">
              <a:ext uri="{FF2B5EF4-FFF2-40B4-BE49-F238E27FC236}">
                <a16:creationId xmlns:a16="http://schemas.microsoft.com/office/drawing/2014/main" id="{036832CE-269D-4681-8C87-00BC820B0B28}"/>
              </a:ext>
            </a:extLst>
          </p:cNvPr>
          <p:cNvSpPr>
            <a:spLocks xmlns:a="http://schemas.openxmlformats.org/drawingml/2006/main" noGrp="1"/>
          </p:cNvSpPr>
          <p:nvPr/>
        </p:nvSpPr>
        <p:spPr>
          <a:xfrm xmlns:a="http://schemas.openxmlformats.org/drawingml/2006/main">
            <a:off x="11078619" y="6136231"/>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非监督</a:t>
            </a:r>
          </a:p>
        </p:txBody>
      </p:sp>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d3bd1347cde946fb"/>
          <a:srcRect xmlns:a="http://schemas.openxmlformats.org/drawingml/2006/main" l="0" t="127" r="0" b="127"/>
          <a:stretch xmlns:a="http://schemas.openxmlformats.org/drawingml/2006/main">
            <a:fillRect l="0" t="0" r="0" b="0"/>
          </a:stretch>
        </p:blipFill>
        <p:spPr>
          <a:xfrm xmlns:a="http://schemas.openxmlformats.org/drawingml/2006/main">
            <a:off x="5278971" y="4607264"/>
            <a:ext cx="2138581" cy="1896134"/>
          </a:xfrm>
          <a:prstGeom xmlns:a="http://schemas.openxmlformats.org/drawingml/2006/main" prst="rect">
            <a:avLst/>
          </a:prstGeom>
        </p:spPr>
      </p:pic>
      <p:pic>
        <p:nvPicPr>
          <p:cNvPr id="222" name=""/>
          <p:cNvPicPr>
            <a:picLocks xmlns:a="http://schemas.openxmlformats.org/drawingml/2006/main" noChangeAspect="1"/>
          </p:cNvPicPr>
          <p:nvPr/>
        </p:nvPicPr>
        <p:blipFill>
          <a:blip xmlns:r="http://schemas.openxmlformats.org/officeDocument/2006/relationships" xmlns:a="http://schemas.openxmlformats.org/drawingml/2006/main" r:embed="R9dfebe09abf145dd"/>
          <a:srcRect xmlns:a="http://schemas.openxmlformats.org/drawingml/2006/main" l="0" t="16" r="0" b="16"/>
          <a:stretch xmlns:a="http://schemas.openxmlformats.org/drawingml/2006/main">
            <a:fillRect l="0" t="0" r="0" b="0"/>
          </a:stretch>
        </p:blipFill>
        <p:spPr>
          <a:xfrm xmlns:a="http://schemas.openxmlformats.org/drawingml/2006/main">
            <a:off x="503070" y="4607264"/>
            <a:ext cx="1078491" cy="2028378"/>
          </a:xfrm>
          <a:prstGeom xmlns:a="http://schemas.openxmlformats.org/drawingml/2006/main" prst="rect">
            <a:avLst/>
          </a:prstGeom>
        </p:spPr>
      </p:pic>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18484c36ce384a58"/>
          <a:srcRect xmlns:a="http://schemas.openxmlformats.org/drawingml/2006/main" l="0" t="97" r="0" b="97"/>
          <a:stretch xmlns:a="http://schemas.openxmlformats.org/drawingml/2006/main">
            <a:fillRect l="0" t="0" r="0" b="0"/>
          </a:stretch>
        </p:blipFill>
        <p:spPr>
          <a:xfrm xmlns:a="http://schemas.openxmlformats.org/drawingml/2006/main">
            <a:off x="3516911" y="5196955"/>
            <a:ext cx="1549400" cy="848995"/>
          </a:xfrm>
          <a:prstGeom xmlns:a="http://schemas.openxmlformats.org/drawingml/2006/main" prst="rect">
            <a:avLst/>
          </a:prstGeom>
        </p:spPr>
      </p:pic>
      <p:pic>
        <p:nvPicPr>
          <p:cNvPr id="224" name=""/>
          <p:cNvPicPr>
            <a:picLocks xmlns:a="http://schemas.openxmlformats.org/drawingml/2006/main" noChangeAspect="1"/>
          </p:cNvPicPr>
          <p:nvPr/>
        </p:nvPicPr>
        <p:blipFill>
          <a:blip xmlns:r="http://schemas.openxmlformats.org/officeDocument/2006/relationships" xmlns:a="http://schemas.openxmlformats.org/drawingml/2006/main" r:embed="Rd82df26409d549a1"/>
          <a:srcRect xmlns:a="http://schemas.openxmlformats.org/drawingml/2006/main" l="0" t="193" r="0" b="193"/>
          <a:stretch xmlns:a="http://schemas.openxmlformats.org/drawingml/2006/main">
            <a:fillRect l="0" t="0" r="0" b="0"/>
          </a:stretch>
        </p:blipFill>
        <p:spPr>
          <a:xfrm xmlns:a="http://schemas.openxmlformats.org/drawingml/2006/main">
            <a:off x="180959" y="930960"/>
            <a:ext cx="7342453" cy="1135059"/>
          </a:xfrm>
          <a:prstGeom xmlns:a="http://schemas.openxmlformats.org/drawingml/2006/main" prst="rect">
            <a:avLst/>
          </a:prstGeom>
        </p:spPr>
      </p:pic>
      <p:sp>
        <p:nvSpPr>
          <p:cNvPr id="93" name="pdf-vector-0093">
            <a:extLst xmlns:a="http://schemas.openxmlformats.org/drawingml/2006/main">
              <a:ext uri="{FF2B5EF4-FFF2-40B4-BE49-F238E27FC236}">
                <a16:creationId xmlns:a16="http://schemas.microsoft.com/office/drawing/2014/main" id="{85567268-F887-4B2A-90F3-F7FBD33FE2E4}"/>
              </a:ext>
            </a:extLst>
          </p:cNvPr>
          <p:cNvSpPr>
            <a:spLocks xmlns:a="http://schemas.openxmlformats.org/drawingml/2006/main" noGrp="1"/>
          </p:cNvSpPr>
          <p:nvPr/>
        </p:nvSpPr>
        <p:spPr>
          <a:xfrm xmlns:a="http://schemas.openxmlformats.org/drawingml/2006/main">
            <a:off x="396850" y="2277326"/>
            <a:ext cx="1860436" cy="20651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94" name="pdf-vector-0094">
            <a:extLst xmlns:a="http://schemas.openxmlformats.org/drawingml/2006/main">
              <a:ext uri="{FF2B5EF4-FFF2-40B4-BE49-F238E27FC236}">
                <a16:creationId xmlns:a16="http://schemas.microsoft.com/office/drawing/2014/main" id="{48388291-0A47-40C8-91D7-CC7B115A5B03}"/>
              </a:ext>
            </a:extLst>
          </p:cNvPr>
          <p:cNvSpPr>
            <a:spLocks xmlns:a="http://schemas.openxmlformats.org/drawingml/2006/main" noGrp="1"/>
          </p:cNvSpPr>
          <p:nvPr/>
        </p:nvSpPr>
        <p:spPr>
          <a:xfrm xmlns:a="http://schemas.openxmlformats.org/drawingml/2006/main">
            <a:off x="2257298" y="2277326"/>
            <a:ext cx="4998784" cy="20651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95" name="pdf-vector-0095">
            <a:extLst xmlns:a="http://schemas.openxmlformats.org/drawingml/2006/main">
              <a:ext uri="{FF2B5EF4-FFF2-40B4-BE49-F238E27FC236}">
                <a16:creationId xmlns:a16="http://schemas.microsoft.com/office/drawing/2014/main" id="{43030FF8-F60C-4FC8-AB08-89116C26E7D2}"/>
              </a:ext>
            </a:extLst>
          </p:cNvPr>
          <p:cNvSpPr>
            <a:spLocks xmlns:a="http://schemas.openxmlformats.org/drawingml/2006/main" noGrp="1"/>
          </p:cNvSpPr>
          <p:nvPr/>
        </p:nvSpPr>
        <p:spPr>
          <a:xfrm xmlns:a="http://schemas.openxmlformats.org/drawingml/2006/main">
            <a:off x="396850" y="2483841"/>
            <a:ext cx="1860436" cy="214452"/>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96" name="pdf-vector-0096">
            <a:extLst xmlns:a="http://schemas.openxmlformats.org/drawingml/2006/main">
              <a:ext uri="{FF2B5EF4-FFF2-40B4-BE49-F238E27FC236}">
                <a16:creationId xmlns:a16="http://schemas.microsoft.com/office/drawing/2014/main" id="{CD2AD360-15F6-4DAB-BBDB-42FFAC2B0EA9}"/>
              </a:ext>
            </a:extLst>
          </p:cNvPr>
          <p:cNvSpPr>
            <a:spLocks xmlns:a="http://schemas.openxmlformats.org/drawingml/2006/main" noGrp="1"/>
          </p:cNvSpPr>
          <p:nvPr/>
        </p:nvSpPr>
        <p:spPr>
          <a:xfrm xmlns:a="http://schemas.openxmlformats.org/drawingml/2006/main">
            <a:off x="2257298" y="2483841"/>
            <a:ext cx="4998784" cy="214452"/>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97" name="pdf-vector-0097">
            <a:extLst xmlns:a="http://schemas.openxmlformats.org/drawingml/2006/main">
              <a:ext uri="{FF2B5EF4-FFF2-40B4-BE49-F238E27FC236}">
                <a16:creationId xmlns:a16="http://schemas.microsoft.com/office/drawing/2014/main" id="{719735A0-60BC-40CE-8132-F20B03B0BB02}"/>
              </a:ext>
            </a:extLst>
          </p:cNvPr>
          <p:cNvSpPr>
            <a:spLocks xmlns:a="http://schemas.openxmlformats.org/drawingml/2006/main" noGrp="1"/>
          </p:cNvSpPr>
          <p:nvPr/>
        </p:nvSpPr>
        <p:spPr>
          <a:xfrm xmlns:a="http://schemas.openxmlformats.org/drawingml/2006/main">
            <a:off x="396850" y="2698293"/>
            <a:ext cx="1860436" cy="206515"/>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98" name="pdf-vector-0098">
            <a:extLst xmlns:a="http://schemas.openxmlformats.org/drawingml/2006/main">
              <a:ext uri="{FF2B5EF4-FFF2-40B4-BE49-F238E27FC236}">
                <a16:creationId xmlns:a16="http://schemas.microsoft.com/office/drawing/2014/main" id="{9E9FE39A-62E9-4F62-9DE9-16E74779AA5C}"/>
              </a:ext>
            </a:extLst>
          </p:cNvPr>
          <p:cNvSpPr>
            <a:spLocks xmlns:a="http://schemas.openxmlformats.org/drawingml/2006/main" noGrp="1"/>
          </p:cNvSpPr>
          <p:nvPr/>
        </p:nvSpPr>
        <p:spPr>
          <a:xfrm xmlns:a="http://schemas.openxmlformats.org/drawingml/2006/main">
            <a:off x="2257298" y="2698293"/>
            <a:ext cx="4998784" cy="206515"/>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99" name="pdf-vector-0099">
            <a:extLst xmlns:a="http://schemas.openxmlformats.org/drawingml/2006/main">
              <a:ext uri="{FF2B5EF4-FFF2-40B4-BE49-F238E27FC236}">
                <a16:creationId xmlns:a16="http://schemas.microsoft.com/office/drawing/2014/main" id="{995D6220-5B58-46BE-9112-F53C29C55485}"/>
              </a:ext>
            </a:extLst>
          </p:cNvPr>
          <p:cNvSpPr>
            <a:spLocks xmlns:a="http://schemas.openxmlformats.org/drawingml/2006/main" noGrp="1"/>
          </p:cNvSpPr>
          <p:nvPr/>
        </p:nvSpPr>
        <p:spPr>
          <a:xfrm xmlns:a="http://schemas.openxmlformats.org/drawingml/2006/main">
            <a:off x="396850" y="2904808"/>
            <a:ext cx="1860436" cy="402895"/>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00" name="pdf-vector-0100">
            <a:extLst xmlns:a="http://schemas.openxmlformats.org/drawingml/2006/main">
              <a:ext uri="{FF2B5EF4-FFF2-40B4-BE49-F238E27FC236}">
                <a16:creationId xmlns:a16="http://schemas.microsoft.com/office/drawing/2014/main" id="{15CC0C22-CBB4-4D34-A0A7-7703B6D3C9DA}"/>
              </a:ext>
            </a:extLst>
          </p:cNvPr>
          <p:cNvSpPr>
            <a:spLocks xmlns:a="http://schemas.openxmlformats.org/drawingml/2006/main" noGrp="1"/>
          </p:cNvSpPr>
          <p:nvPr/>
        </p:nvSpPr>
        <p:spPr>
          <a:xfrm xmlns:a="http://schemas.openxmlformats.org/drawingml/2006/main">
            <a:off x="2257298" y="2904808"/>
            <a:ext cx="4998784" cy="402895"/>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101" name="pdf-vector-0101">
            <a:extLst xmlns:a="http://schemas.openxmlformats.org/drawingml/2006/main">
              <a:ext uri="{FF2B5EF4-FFF2-40B4-BE49-F238E27FC236}">
                <a16:creationId xmlns:a16="http://schemas.microsoft.com/office/drawing/2014/main" id="{E616DEB1-5285-486E-A27F-5FEC2B7046A9}"/>
              </a:ext>
            </a:extLst>
          </p:cNvPr>
          <p:cNvSpPr>
            <a:spLocks xmlns:a="http://schemas.openxmlformats.org/drawingml/2006/main" noGrp="1"/>
          </p:cNvSpPr>
          <p:nvPr/>
        </p:nvSpPr>
        <p:spPr>
          <a:xfrm xmlns:a="http://schemas.openxmlformats.org/drawingml/2006/main">
            <a:off x="396850" y="3307702"/>
            <a:ext cx="1860436" cy="29249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02" name="pdf-vector-0102">
            <a:extLst xmlns:a="http://schemas.openxmlformats.org/drawingml/2006/main">
              <a:ext uri="{FF2B5EF4-FFF2-40B4-BE49-F238E27FC236}">
                <a16:creationId xmlns:a16="http://schemas.microsoft.com/office/drawing/2014/main" id="{08B77555-128D-4CED-9A48-68D194C4C134}"/>
              </a:ext>
            </a:extLst>
          </p:cNvPr>
          <p:cNvSpPr>
            <a:spLocks xmlns:a="http://schemas.openxmlformats.org/drawingml/2006/main" noGrp="1"/>
          </p:cNvSpPr>
          <p:nvPr/>
        </p:nvSpPr>
        <p:spPr>
          <a:xfrm xmlns:a="http://schemas.openxmlformats.org/drawingml/2006/main">
            <a:off x="2257298" y="3307702"/>
            <a:ext cx="4998784" cy="292494"/>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103" name="pdf-vector-0103">
            <a:extLst xmlns:a="http://schemas.openxmlformats.org/drawingml/2006/main">
              <a:ext uri="{FF2B5EF4-FFF2-40B4-BE49-F238E27FC236}">
                <a16:creationId xmlns:a16="http://schemas.microsoft.com/office/drawing/2014/main" id="{567315BD-8E7C-476F-B6E9-BA34FBA86D3A}"/>
              </a:ext>
            </a:extLst>
          </p:cNvPr>
          <p:cNvSpPr>
            <a:spLocks xmlns:a="http://schemas.openxmlformats.org/drawingml/2006/main" noGrp="1"/>
          </p:cNvSpPr>
          <p:nvPr/>
        </p:nvSpPr>
        <p:spPr>
          <a:xfrm xmlns:a="http://schemas.openxmlformats.org/drawingml/2006/main">
            <a:off x="396850" y="3600196"/>
            <a:ext cx="1860436" cy="29249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04" name="pdf-vector-0104">
            <a:extLst xmlns:a="http://schemas.openxmlformats.org/drawingml/2006/main">
              <a:ext uri="{FF2B5EF4-FFF2-40B4-BE49-F238E27FC236}">
                <a16:creationId xmlns:a16="http://schemas.microsoft.com/office/drawing/2014/main" id="{572977F1-E3F1-4D7A-AA70-3F3DF1B5B53E}"/>
              </a:ext>
            </a:extLst>
          </p:cNvPr>
          <p:cNvSpPr>
            <a:spLocks xmlns:a="http://schemas.openxmlformats.org/drawingml/2006/main" noGrp="1"/>
          </p:cNvSpPr>
          <p:nvPr/>
        </p:nvSpPr>
        <p:spPr>
          <a:xfrm xmlns:a="http://schemas.openxmlformats.org/drawingml/2006/main">
            <a:off x="2257298" y="3600196"/>
            <a:ext cx="4998784" cy="292494"/>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105" name="pdf-vector-0105">
            <a:extLst xmlns:a="http://schemas.openxmlformats.org/drawingml/2006/main">
              <a:ext uri="{FF2B5EF4-FFF2-40B4-BE49-F238E27FC236}">
                <a16:creationId xmlns:a16="http://schemas.microsoft.com/office/drawing/2014/main" id="{7580CFBF-972A-4774-BCA9-A8A32587AF8C}"/>
              </a:ext>
            </a:extLst>
          </p:cNvPr>
          <p:cNvSpPr>
            <a:spLocks xmlns:a="http://schemas.openxmlformats.org/drawingml/2006/main" noGrp="1"/>
          </p:cNvSpPr>
          <p:nvPr/>
        </p:nvSpPr>
        <p:spPr>
          <a:xfrm xmlns:a="http://schemas.openxmlformats.org/drawingml/2006/main">
            <a:off x="396850" y="3892677"/>
            <a:ext cx="1860436" cy="413017"/>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06" name="pdf-vector-0106">
            <a:extLst xmlns:a="http://schemas.openxmlformats.org/drawingml/2006/main">
              <a:ext uri="{FF2B5EF4-FFF2-40B4-BE49-F238E27FC236}">
                <a16:creationId xmlns:a16="http://schemas.microsoft.com/office/drawing/2014/main" id="{02E0144C-865F-44C0-BDA9-49643217E00A}"/>
              </a:ext>
            </a:extLst>
          </p:cNvPr>
          <p:cNvSpPr>
            <a:spLocks xmlns:a="http://schemas.openxmlformats.org/drawingml/2006/main" noGrp="1"/>
          </p:cNvSpPr>
          <p:nvPr/>
        </p:nvSpPr>
        <p:spPr>
          <a:xfrm xmlns:a="http://schemas.openxmlformats.org/drawingml/2006/main">
            <a:off x="2257298" y="3892677"/>
            <a:ext cx="4998784" cy="413017"/>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107" name="pdf-vector-0107">
            <a:extLst xmlns:a="http://schemas.openxmlformats.org/drawingml/2006/main">
              <a:ext uri="{FF2B5EF4-FFF2-40B4-BE49-F238E27FC236}">
                <a16:creationId xmlns:a16="http://schemas.microsoft.com/office/drawing/2014/main" id="{FAA4B3A3-B576-460E-BA56-385A231ABD1C}"/>
              </a:ext>
            </a:extLst>
          </p:cNvPr>
          <p:cNvSpPr>
            <a:spLocks xmlns:a="http://schemas.openxmlformats.org/drawingml/2006/main" noGrp="1"/>
          </p:cNvSpPr>
          <p:nvPr/>
        </p:nvSpPr>
        <p:spPr>
          <a:xfrm xmlns:a="http://schemas.openxmlformats.org/drawingml/2006/main">
            <a:off x="2257293" y="2270976"/>
            <a:ext cx="953" cy="2041080"/>
          </a:xfrm>
          <a:custGeom xmlns:a="http://schemas.openxmlformats.org/drawingml/2006/main">
            <a:pathLst>
              <a:path w="953" h="2041080">
                <a:moveTo>
                  <a:pt x="0" y="0"/>
                </a:moveTo>
                <a:lnTo>
                  <a:pt x="0" y="2041080"/>
                </a:lnTo>
              </a:path>
            </a:pathLst>
          </a:custGeom>
          <a:noFill xmlns:a="http://schemas.openxmlformats.org/drawingml/2006/main"/>
          <a:ln xmlns:a="http://schemas.openxmlformats.org/drawingml/2006/main" w="12700">
            <a:solidFill>
              <a:srgbClr val="FFFFFF"/>
            </a:solidFill>
            <a:prstDash val="solid"/>
          </a:ln>
        </p:spPr>
      </p:sp>
      <p:sp>
        <p:nvSpPr>
          <p:cNvPr id="108" name="pdf-vector-0108">
            <a:extLst xmlns:a="http://schemas.openxmlformats.org/drawingml/2006/main">
              <a:ext uri="{FF2B5EF4-FFF2-40B4-BE49-F238E27FC236}">
                <a16:creationId xmlns:a16="http://schemas.microsoft.com/office/drawing/2014/main" id="{ED64FAE0-6953-47D1-9F9B-FEDA08475154}"/>
              </a:ext>
            </a:extLst>
          </p:cNvPr>
          <p:cNvSpPr>
            <a:spLocks xmlns:a="http://schemas.openxmlformats.org/drawingml/2006/main" noGrp="1"/>
          </p:cNvSpPr>
          <p:nvPr/>
        </p:nvSpPr>
        <p:spPr>
          <a:xfrm xmlns:a="http://schemas.openxmlformats.org/drawingml/2006/main">
            <a:off x="390505" y="2483837"/>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38100">
            <a:solidFill>
              <a:srgbClr val="FFFFFF"/>
            </a:solidFill>
            <a:prstDash val="solid"/>
          </a:ln>
        </p:spPr>
      </p:sp>
      <p:sp>
        <p:nvSpPr>
          <p:cNvPr id="109" name="pdf-vector-0109">
            <a:extLst xmlns:a="http://schemas.openxmlformats.org/drawingml/2006/main">
              <a:ext uri="{FF2B5EF4-FFF2-40B4-BE49-F238E27FC236}">
                <a16:creationId xmlns:a16="http://schemas.microsoft.com/office/drawing/2014/main" id="{E59DA8E5-8126-4419-B55E-F96C01841FE2}"/>
              </a:ext>
            </a:extLst>
          </p:cNvPr>
          <p:cNvSpPr>
            <a:spLocks xmlns:a="http://schemas.openxmlformats.org/drawingml/2006/main" noGrp="1"/>
          </p:cNvSpPr>
          <p:nvPr/>
        </p:nvSpPr>
        <p:spPr>
          <a:xfrm xmlns:a="http://schemas.openxmlformats.org/drawingml/2006/main">
            <a:off x="390505" y="2698295"/>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12700">
            <a:solidFill>
              <a:srgbClr val="FFFFFF"/>
            </a:solidFill>
            <a:prstDash val="solid"/>
          </a:ln>
        </p:spPr>
      </p:sp>
      <p:sp>
        <p:nvSpPr>
          <p:cNvPr id="110" name="pdf-vector-0110">
            <a:extLst xmlns:a="http://schemas.openxmlformats.org/drawingml/2006/main">
              <a:ext uri="{FF2B5EF4-FFF2-40B4-BE49-F238E27FC236}">
                <a16:creationId xmlns:a16="http://schemas.microsoft.com/office/drawing/2014/main" id="{DB0B430F-E6BD-48DD-9F06-7BC473C7C610}"/>
              </a:ext>
            </a:extLst>
          </p:cNvPr>
          <p:cNvSpPr>
            <a:spLocks xmlns:a="http://schemas.openxmlformats.org/drawingml/2006/main" noGrp="1"/>
          </p:cNvSpPr>
          <p:nvPr/>
        </p:nvSpPr>
        <p:spPr>
          <a:xfrm xmlns:a="http://schemas.openxmlformats.org/drawingml/2006/main">
            <a:off x="390505" y="2904806"/>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12700">
            <a:solidFill>
              <a:srgbClr val="FFFFFF"/>
            </a:solidFill>
            <a:prstDash val="solid"/>
          </a:ln>
        </p:spPr>
      </p:sp>
      <p:sp>
        <p:nvSpPr>
          <p:cNvPr id="111" name="pdf-vector-0111">
            <a:extLst xmlns:a="http://schemas.openxmlformats.org/drawingml/2006/main">
              <a:ext uri="{FF2B5EF4-FFF2-40B4-BE49-F238E27FC236}">
                <a16:creationId xmlns:a16="http://schemas.microsoft.com/office/drawing/2014/main" id="{3EEF0C1C-4355-4D69-A30B-EAA730D86ED0}"/>
              </a:ext>
            </a:extLst>
          </p:cNvPr>
          <p:cNvSpPr>
            <a:spLocks xmlns:a="http://schemas.openxmlformats.org/drawingml/2006/main" noGrp="1"/>
          </p:cNvSpPr>
          <p:nvPr/>
        </p:nvSpPr>
        <p:spPr>
          <a:xfrm xmlns:a="http://schemas.openxmlformats.org/drawingml/2006/main">
            <a:off x="390505" y="3307700"/>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12700">
            <a:solidFill>
              <a:srgbClr val="FFFFFF"/>
            </a:solidFill>
            <a:prstDash val="solid"/>
          </a:ln>
        </p:spPr>
      </p:sp>
      <p:sp>
        <p:nvSpPr>
          <p:cNvPr id="112" name="pdf-vector-0112">
            <a:extLst xmlns:a="http://schemas.openxmlformats.org/drawingml/2006/main">
              <a:ext uri="{FF2B5EF4-FFF2-40B4-BE49-F238E27FC236}">
                <a16:creationId xmlns:a16="http://schemas.microsoft.com/office/drawing/2014/main" id="{31901D34-0067-4652-A126-7D6E44AF2107}"/>
              </a:ext>
            </a:extLst>
          </p:cNvPr>
          <p:cNvSpPr>
            <a:spLocks xmlns:a="http://schemas.openxmlformats.org/drawingml/2006/main" noGrp="1"/>
          </p:cNvSpPr>
          <p:nvPr/>
        </p:nvSpPr>
        <p:spPr>
          <a:xfrm xmlns:a="http://schemas.openxmlformats.org/drawingml/2006/main">
            <a:off x="390505" y="3600191"/>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12700">
            <a:solidFill>
              <a:srgbClr val="FFFFFF"/>
            </a:solidFill>
            <a:prstDash val="solid"/>
          </a:ln>
        </p:spPr>
      </p:sp>
      <p:sp>
        <p:nvSpPr>
          <p:cNvPr id="113" name="pdf-vector-0113">
            <a:extLst xmlns:a="http://schemas.openxmlformats.org/drawingml/2006/main">
              <a:ext uri="{FF2B5EF4-FFF2-40B4-BE49-F238E27FC236}">
                <a16:creationId xmlns:a16="http://schemas.microsoft.com/office/drawing/2014/main" id="{E02054CE-8939-4719-A6FD-3296F2D7A59B}"/>
              </a:ext>
            </a:extLst>
          </p:cNvPr>
          <p:cNvSpPr>
            <a:spLocks xmlns:a="http://schemas.openxmlformats.org/drawingml/2006/main" noGrp="1"/>
          </p:cNvSpPr>
          <p:nvPr/>
        </p:nvSpPr>
        <p:spPr>
          <a:xfrm xmlns:a="http://schemas.openxmlformats.org/drawingml/2006/main">
            <a:off x="390505" y="3892681"/>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12700">
            <a:solidFill>
              <a:srgbClr val="FFFFFF"/>
            </a:solidFill>
            <a:prstDash val="solid"/>
          </a:ln>
        </p:spPr>
      </p:sp>
      <p:sp>
        <p:nvSpPr>
          <p:cNvPr id="114" name="pdf-vector-0114">
            <a:extLst xmlns:a="http://schemas.openxmlformats.org/drawingml/2006/main">
              <a:ext uri="{FF2B5EF4-FFF2-40B4-BE49-F238E27FC236}">
                <a16:creationId xmlns:a16="http://schemas.microsoft.com/office/drawing/2014/main" id="{FD2C821C-5314-403F-8048-9CE7763C40E7}"/>
              </a:ext>
            </a:extLst>
          </p:cNvPr>
          <p:cNvSpPr>
            <a:spLocks xmlns:a="http://schemas.openxmlformats.org/drawingml/2006/main" noGrp="1"/>
          </p:cNvSpPr>
          <p:nvPr/>
        </p:nvSpPr>
        <p:spPr>
          <a:xfrm xmlns:a="http://schemas.openxmlformats.org/drawingml/2006/main">
            <a:off x="396855" y="2270976"/>
            <a:ext cx="953" cy="2041080"/>
          </a:xfrm>
          <a:custGeom xmlns:a="http://schemas.openxmlformats.org/drawingml/2006/main">
            <a:pathLst>
              <a:path w="953" h="2041080">
                <a:moveTo>
                  <a:pt x="0" y="0"/>
                </a:moveTo>
                <a:lnTo>
                  <a:pt x="0" y="2041080"/>
                </a:lnTo>
              </a:path>
            </a:pathLst>
          </a:custGeom>
          <a:noFill xmlns:a="http://schemas.openxmlformats.org/drawingml/2006/main"/>
          <a:ln xmlns:a="http://schemas.openxmlformats.org/drawingml/2006/main" w="12700">
            <a:solidFill>
              <a:srgbClr val="FFFFFF"/>
            </a:solidFill>
            <a:prstDash val="solid"/>
          </a:ln>
        </p:spPr>
      </p:sp>
      <p:sp>
        <p:nvSpPr>
          <p:cNvPr id="115" name="pdf-vector-0115">
            <a:extLst xmlns:a="http://schemas.openxmlformats.org/drawingml/2006/main">
              <a:ext uri="{FF2B5EF4-FFF2-40B4-BE49-F238E27FC236}">
                <a16:creationId xmlns:a16="http://schemas.microsoft.com/office/drawing/2014/main" id="{1451CC44-714A-4822-B109-54238746BC52}"/>
              </a:ext>
            </a:extLst>
          </p:cNvPr>
          <p:cNvSpPr>
            <a:spLocks xmlns:a="http://schemas.openxmlformats.org/drawingml/2006/main" noGrp="1"/>
          </p:cNvSpPr>
          <p:nvPr/>
        </p:nvSpPr>
        <p:spPr>
          <a:xfrm xmlns:a="http://schemas.openxmlformats.org/drawingml/2006/main">
            <a:off x="7256081" y="2270976"/>
            <a:ext cx="953" cy="2041080"/>
          </a:xfrm>
          <a:custGeom xmlns:a="http://schemas.openxmlformats.org/drawingml/2006/main">
            <a:pathLst>
              <a:path w="953" h="2041080">
                <a:moveTo>
                  <a:pt x="0" y="0"/>
                </a:moveTo>
                <a:lnTo>
                  <a:pt x="0" y="2041080"/>
                </a:lnTo>
              </a:path>
            </a:pathLst>
          </a:custGeom>
          <a:noFill xmlns:a="http://schemas.openxmlformats.org/drawingml/2006/main"/>
          <a:ln xmlns:a="http://schemas.openxmlformats.org/drawingml/2006/main" w="12700">
            <a:solidFill>
              <a:srgbClr val="FFFFFF"/>
            </a:solidFill>
            <a:prstDash val="solid"/>
          </a:ln>
        </p:spPr>
      </p:sp>
      <p:sp>
        <p:nvSpPr>
          <p:cNvPr id="116" name="pdf-vector-0116">
            <a:extLst xmlns:a="http://schemas.openxmlformats.org/drawingml/2006/main">
              <a:ext uri="{FF2B5EF4-FFF2-40B4-BE49-F238E27FC236}">
                <a16:creationId xmlns:a16="http://schemas.microsoft.com/office/drawing/2014/main" id="{AAF53E7C-16D6-4885-88D4-6E326F457CF1}"/>
              </a:ext>
            </a:extLst>
          </p:cNvPr>
          <p:cNvSpPr>
            <a:spLocks xmlns:a="http://schemas.openxmlformats.org/drawingml/2006/main" noGrp="1"/>
          </p:cNvSpPr>
          <p:nvPr/>
        </p:nvSpPr>
        <p:spPr>
          <a:xfrm xmlns:a="http://schemas.openxmlformats.org/drawingml/2006/main">
            <a:off x="390505" y="2277326"/>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12700">
            <a:solidFill>
              <a:srgbClr val="FFFFFF"/>
            </a:solidFill>
            <a:prstDash val="solid"/>
          </a:ln>
        </p:spPr>
      </p:sp>
      <p:sp>
        <p:nvSpPr>
          <p:cNvPr id="117" name="pdf-vector-0117">
            <a:extLst xmlns:a="http://schemas.openxmlformats.org/drawingml/2006/main">
              <a:ext uri="{FF2B5EF4-FFF2-40B4-BE49-F238E27FC236}">
                <a16:creationId xmlns:a16="http://schemas.microsoft.com/office/drawing/2014/main" id="{2001A5DA-9AE0-4A50-82B7-C5464B97F4E4}"/>
              </a:ext>
            </a:extLst>
          </p:cNvPr>
          <p:cNvSpPr>
            <a:spLocks xmlns:a="http://schemas.openxmlformats.org/drawingml/2006/main" noGrp="1"/>
          </p:cNvSpPr>
          <p:nvPr/>
        </p:nvSpPr>
        <p:spPr>
          <a:xfrm xmlns:a="http://schemas.openxmlformats.org/drawingml/2006/main">
            <a:off x="390505" y="4305702"/>
            <a:ext cx="6871932" cy="953"/>
          </a:xfrm>
          <a:custGeom xmlns:a="http://schemas.openxmlformats.org/drawingml/2006/main">
            <a:pathLst>
              <a:path w="6871932" h="953">
                <a:moveTo>
                  <a:pt x="0" y="0"/>
                </a:moveTo>
                <a:lnTo>
                  <a:pt x="6871932" y="0"/>
                </a:lnTo>
              </a:path>
            </a:pathLst>
          </a:custGeom>
          <a:noFill xmlns:a="http://schemas.openxmlformats.org/drawingml/2006/main"/>
          <a:ln xmlns:a="http://schemas.openxmlformats.org/drawingml/2006/main" w="12700">
            <a:solidFill>
              <a:srgbClr val="FFFFFF"/>
            </a:solidFill>
            <a:prstDash val="solid"/>
          </a:ln>
        </p:spPr>
      </p:sp>
      <p:sp>
        <p:nvSpPr>
          <p:cNvPr id="118" name="pdf-text-0118">
            <a:extLst xmlns:a="http://schemas.openxmlformats.org/drawingml/2006/main">
              <a:ext uri="{FF2B5EF4-FFF2-40B4-BE49-F238E27FC236}">
                <a16:creationId xmlns:a16="http://schemas.microsoft.com/office/drawing/2014/main" id="{143E4A18-C486-429D-9EFA-9DECCCF5DD5A}"/>
              </a:ext>
            </a:extLst>
          </p:cNvPr>
          <p:cNvSpPr>
            <a:spLocks xmlns:a="http://schemas.openxmlformats.org/drawingml/2006/main" noGrp="1"/>
          </p:cNvSpPr>
          <p:nvPr/>
        </p:nvSpPr>
        <p:spPr>
          <a:xfrm xmlns:a="http://schemas.openxmlformats.org/drawingml/2006/main">
            <a:off x="1098347" y="2320599"/>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工艺段</a:t>
            </a:r>
          </a:p>
        </p:txBody>
      </p:sp>
      <p:sp>
        <p:nvSpPr>
          <p:cNvPr id="119" name="pdf-text-0119">
            <a:extLst xmlns:a="http://schemas.openxmlformats.org/drawingml/2006/main">
              <a:ext uri="{FF2B5EF4-FFF2-40B4-BE49-F238E27FC236}">
                <a16:creationId xmlns:a16="http://schemas.microsoft.com/office/drawing/2014/main" id="{6632469A-9186-4F3C-954A-398561A4963C}"/>
              </a:ext>
            </a:extLst>
          </p:cNvPr>
          <p:cNvSpPr>
            <a:spLocks xmlns:a="http://schemas.openxmlformats.org/drawingml/2006/main" noGrp="1"/>
          </p:cNvSpPr>
          <p:nvPr/>
        </p:nvSpPr>
        <p:spPr>
          <a:xfrm xmlns:a="http://schemas.openxmlformats.org/drawingml/2006/main">
            <a:off x="4452205" y="2320599"/>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检测需求</a:t>
            </a:r>
          </a:p>
        </p:txBody>
      </p:sp>
      <p:sp>
        <p:nvSpPr>
          <p:cNvPr id="120" name="pdf-text-0120">
            <a:extLst xmlns:a="http://schemas.openxmlformats.org/drawingml/2006/main">
              <a:ext uri="{FF2B5EF4-FFF2-40B4-BE49-F238E27FC236}">
                <a16:creationId xmlns:a16="http://schemas.microsoft.com/office/drawing/2014/main" id="{EB6880CA-C71F-42EA-9DAB-96D3AE907167}"/>
              </a:ext>
            </a:extLst>
          </p:cNvPr>
          <p:cNvSpPr>
            <a:spLocks xmlns:a="http://schemas.openxmlformats.org/drawingml/2006/main" noGrp="1"/>
          </p:cNvSpPr>
          <p:nvPr/>
        </p:nvSpPr>
        <p:spPr>
          <a:xfrm xmlns:a="http://schemas.openxmlformats.org/drawingml/2006/main">
            <a:off x="831647" y="2531083"/>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硅光Wafer来料</a:t>
            </a:r>
          </a:p>
        </p:txBody>
      </p:sp>
      <p:sp>
        <p:nvSpPr>
          <p:cNvPr id="121" name="pdf-text-0121">
            <a:extLst xmlns:a="http://schemas.openxmlformats.org/drawingml/2006/main">
              <a:ext uri="{FF2B5EF4-FFF2-40B4-BE49-F238E27FC236}">
                <a16:creationId xmlns:a16="http://schemas.microsoft.com/office/drawing/2014/main" id="{26C90568-A69F-444D-8593-35EC736286DD}"/>
              </a:ext>
            </a:extLst>
          </p:cNvPr>
          <p:cNvSpPr>
            <a:spLocks xmlns:a="http://schemas.openxmlformats.org/drawingml/2006/main" noGrp="1"/>
          </p:cNvSpPr>
          <p:nvPr/>
        </p:nvSpPr>
        <p:spPr>
          <a:xfrm xmlns:a="http://schemas.openxmlformats.org/drawingml/2006/main">
            <a:off x="2699605" y="2531083"/>
            <a:ext cx="415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检测硅光芯片表面特别是出光口隐裂缺陷不良。轻蜓独家方案</a:t>
            </a:r>
          </a:p>
        </p:txBody>
      </p:sp>
      <p:sp>
        <p:nvSpPr>
          <p:cNvPr id="122" name="pdf-text-0122">
            <a:extLst xmlns:a="http://schemas.openxmlformats.org/drawingml/2006/main">
              <a:ext uri="{FF2B5EF4-FFF2-40B4-BE49-F238E27FC236}">
                <a16:creationId xmlns:a16="http://schemas.microsoft.com/office/drawing/2014/main" id="{9CB1070D-5C63-4780-946D-B8B61B124118}"/>
              </a:ext>
            </a:extLst>
          </p:cNvPr>
          <p:cNvSpPr>
            <a:spLocks xmlns:a="http://schemas.openxmlformats.org/drawingml/2006/main" noGrp="1"/>
          </p:cNvSpPr>
          <p:nvPr/>
        </p:nvSpPr>
        <p:spPr>
          <a:xfrm xmlns:a="http://schemas.openxmlformats.org/drawingml/2006/main">
            <a:off x="1022147" y="2741568"/>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芯片分选</a:t>
            </a:r>
          </a:p>
        </p:txBody>
      </p:sp>
      <p:sp>
        <p:nvSpPr>
          <p:cNvPr id="123" name="pdf-text-0123">
            <a:extLst xmlns:a="http://schemas.openxmlformats.org/drawingml/2006/main">
              <a:ext uri="{FF2B5EF4-FFF2-40B4-BE49-F238E27FC236}">
                <a16:creationId xmlns:a16="http://schemas.microsoft.com/office/drawing/2014/main" id="{E3FBA43F-DC95-49CC-9EAB-7BF3D2D04B30}"/>
              </a:ext>
            </a:extLst>
          </p:cNvPr>
          <p:cNvSpPr>
            <a:spLocks xmlns:a="http://schemas.openxmlformats.org/drawingml/2006/main" noGrp="1"/>
          </p:cNvSpPr>
          <p:nvPr/>
        </p:nvSpPr>
        <p:spPr>
          <a:xfrm xmlns:a="http://schemas.openxmlformats.org/drawingml/2006/main">
            <a:off x="3537805" y="2741568"/>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检测切割后的分选芯片Wirebond不良</a:t>
            </a:r>
          </a:p>
        </p:txBody>
      </p:sp>
      <p:sp>
        <p:nvSpPr>
          <p:cNvPr id="124" name="pdf-text-0124">
            <a:extLst xmlns:a="http://schemas.openxmlformats.org/drawingml/2006/main">
              <a:ext uri="{FF2B5EF4-FFF2-40B4-BE49-F238E27FC236}">
                <a16:creationId xmlns:a16="http://schemas.microsoft.com/office/drawing/2014/main" id="{600579DA-B2A4-4087-A0DC-1F56EEC24F3B}"/>
              </a:ext>
            </a:extLst>
          </p:cNvPr>
          <p:cNvSpPr>
            <a:spLocks xmlns:a="http://schemas.openxmlformats.org/drawingml/2006/main" noGrp="1"/>
          </p:cNvSpPr>
          <p:nvPr/>
        </p:nvSpPr>
        <p:spPr>
          <a:xfrm xmlns:a="http://schemas.openxmlformats.org/drawingml/2006/main">
            <a:off x="1060247" y="304627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Diebond</a:t>
            </a:r>
          </a:p>
        </p:txBody>
      </p:sp>
      <p:sp>
        <p:nvSpPr>
          <p:cNvPr id="125" name="pdf-text-0125">
            <a:extLst xmlns:a="http://schemas.openxmlformats.org/drawingml/2006/main">
              <a:ext uri="{FF2B5EF4-FFF2-40B4-BE49-F238E27FC236}">
                <a16:creationId xmlns:a16="http://schemas.microsoft.com/office/drawing/2014/main" id="{15848391-3330-424E-85E8-747E0D6B657B}"/>
              </a:ext>
            </a:extLst>
          </p:cNvPr>
          <p:cNvSpPr>
            <a:spLocks xmlns:a="http://schemas.openxmlformats.org/drawingml/2006/main" noGrp="1"/>
          </p:cNvSpPr>
          <p:nvPr/>
        </p:nvSpPr>
        <p:spPr>
          <a:xfrm xmlns:a="http://schemas.openxmlformats.org/drawingml/2006/main">
            <a:off x="2356705" y="3046270"/>
            <a:ext cx="483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图像结合AI能够实现对Die表面精确检测，识别出微小的缺陷和尺寸偏差</a:t>
            </a:r>
          </a:p>
        </p:txBody>
      </p:sp>
      <p:sp>
        <p:nvSpPr>
          <p:cNvPr id="126" name="pdf-text-0126">
            <a:extLst xmlns:a="http://schemas.openxmlformats.org/drawingml/2006/main">
              <a:ext uri="{FF2B5EF4-FFF2-40B4-BE49-F238E27FC236}">
                <a16:creationId xmlns:a16="http://schemas.microsoft.com/office/drawing/2014/main" id="{73FC19CF-DF3A-4F49-A8C2-F5340F5519E7}"/>
              </a:ext>
            </a:extLst>
          </p:cNvPr>
          <p:cNvSpPr>
            <a:spLocks xmlns:a="http://schemas.openxmlformats.org/drawingml/2006/main" noGrp="1"/>
          </p:cNvSpPr>
          <p:nvPr/>
        </p:nvSpPr>
        <p:spPr>
          <a:xfrm xmlns:a="http://schemas.openxmlformats.org/drawingml/2006/main">
            <a:off x="1022147" y="3393963"/>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Wirebond</a:t>
            </a:r>
          </a:p>
        </p:txBody>
      </p:sp>
      <p:sp>
        <p:nvSpPr>
          <p:cNvPr id="127" name="pdf-text-0127">
            <a:extLst xmlns:a="http://schemas.openxmlformats.org/drawingml/2006/main">
              <a:ext uri="{FF2B5EF4-FFF2-40B4-BE49-F238E27FC236}">
                <a16:creationId xmlns:a16="http://schemas.microsoft.com/office/drawing/2014/main" id="{5004C40E-3983-44BC-A272-D856B5965875}"/>
              </a:ext>
            </a:extLst>
          </p:cNvPr>
          <p:cNvSpPr>
            <a:spLocks xmlns:a="http://schemas.openxmlformats.org/drawingml/2006/main" noGrp="1"/>
          </p:cNvSpPr>
          <p:nvPr/>
        </p:nvSpPr>
        <p:spPr>
          <a:xfrm xmlns:a="http://schemas.openxmlformats.org/drawingml/2006/main">
            <a:off x="2623405" y="3393963"/>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3D结合AI能够实现对打线质量精确检测，识别出焊点和线弧异常</a:t>
            </a:r>
          </a:p>
        </p:txBody>
      </p:sp>
      <p:sp>
        <p:nvSpPr>
          <p:cNvPr id="128" name="pdf-text-0128">
            <a:extLst xmlns:a="http://schemas.openxmlformats.org/drawingml/2006/main">
              <a:ext uri="{FF2B5EF4-FFF2-40B4-BE49-F238E27FC236}">
                <a16:creationId xmlns:a16="http://schemas.microsoft.com/office/drawing/2014/main" id="{10CF16EA-459D-4A55-8B1D-8672B5A53E8D}"/>
              </a:ext>
            </a:extLst>
          </p:cNvPr>
          <p:cNvSpPr>
            <a:spLocks xmlns:a="http://schemas.openxmlformats.org/drawingml/2006/main" noGrp="1"/>
          </p:cNvSpPr>
          <p:nvPr/>
        </p:nvSpPr>
        <p:spPr>
          <a:xfrm xmlns:a="http://schemas.openxmlformats.org/drawingml/2006/main">
            <a:off x="1098347" y="368645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耦合后</a:t>
            </a:r>
          </a:p>
        </p:txBody>
      </p:sp>
      <p:sp>
        <p:nvSpPr>
          <p:cNvPr id="129" name="pdf-text-0129">
            <a:extLst xmlns:a="http://schemas.openxmlformats.org/drawingml/2006/main">
              <a:ext uri="{FF2B5EF4-FFF2-40B4-BE49-F238E27FC236}">
                <a16:creationId xmlns:a16="http://schemas.microsoft.com/office/drawing/2014/main" id="{57CAEEDC-9F04-419B-AF6C-C537FD81B427}"/>
              </a:ext>
            </a:extLst>
          </p:cNvPr>
          <p:cNvSpPr>
            <a:spLocks xmlns:a="http://schemas.openxmlformats.org/drawingml/2006/main" noGrp="1"/>
          </p:cNvSpPr>
          <p:nvPr/>
        </p:nvSpPr>
        <p:spPr>
          <a:xfrm xmlns:a="http://schemas.openxmlformats.org/drawingml/2006/main">
            <a:off x="2699605" y="3686453"/>
            <a:ext cx="415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图像结合AI能够实现对Lens和胶水精确检测。轻蜓独家方案。</a:t>
            </a:r>
          </a:p>
        </p:txBody>
      </p:sp>
      <p:sp>
        <p:nvSpPr>
          <p:cNvPr id="130" name="pdf-text-0130">
            <a:extLst xmlns:a="http://schemas.openxmlformats.org/drawingml/2006/main">
              <a:ext uri="{FF2B5EF4-FFF2-40B4-BE49-F238E27FC236}">
                <a16:creationId xmlns:a16="http://schemas.microsoft.com/office/drawing/2014/main" id="{6F15CA6D-4200-4632-9DA3-7A1556FE6AE1}"/>
              </a:ext>
            </a:extLst>
          </p:cNvPr>
          <p:cNvSpPr>
            <a:spLocks xmlns:a="http://schemas.openxmlformats.org/drawingml/2006/main" noGrp="1"/>
          </p:cNvSpPr>
          <p:nvPr/>
        </p:nvSpPr>
        <p:spPr>
          <a:xfrm xmlns:a="http://schemas.openxmlformats.org/drawingml/2006/main">
            <a:off x="1022147" y="4039208"/>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模块终检</a:t>
            </a:r>
          </a:p>
        </p:txBody>
      </p:sp>
      <p:sp>
        <p:nvSpPr>
          <p:cNvPr id="131" name="pdf-text-0131">
            <a:extLst xmlns:a="http://schemas.openxmlformats.org/drawingml/2006/main">
              <a:ext uri="{FF2B5EF4-FFF2-40B4-BE49-F238E27FC236}">
                <a16:creationId xmlns:a16="http://schemas.microsoft.com/office/drawing/2014/main" id="{28DF81CD-8FB0-4029-AD82-B944929206A1}"/>
              </a:ext>
            </a:extLst>
          </p:cNvPr>
          <p:cNvSpPr>
            <a:spLocks xmlns:a="http://schemas.openxmlformats.org/drawingml/2006/main" noGrp="1"/>
          </p:cNvSpPr>
          <p:nvPr/>
        </p:nvSpPr>
        <p:spPr>
          <a:xfrm xmlns:a="http://schemas.openxmlformats.org/drawingml/2006/main">
            <a:off x="2318287" y="3947768"/>
            <a:ext cx="491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在光模块封装完成后，AI结合六个面的图像能够实现对外观划伤，毛刺，</a:t>
            </a:r>
          </a:p>
        </p:txBody>
      </p:sp>
      <p:sp>
        <p:nvSpPr>
          <p:cNvPr id="132" name="pdf-text-0132">
            <a:extLst xmlns:a="http://schemas.openxmlformats.org/drawingml/2006/main">
              <a:ext uri="{FF2B5EF4-FFF2-40B4-BE49-F238E27FC236}">
                <a16:creationId xmlns:a16="http://schemas.microsoft.com/office/drawing/2014/main" id="{889FD23D-239A-4B62-A57F-A12756EAF83E}"/>
              </a:ext>
            </a:extLst>
          </p:cNvPr>
          <p:cNvSpPr>
            <a:spLocks xmlns:a="http://schemas.openxmlformats.org/drawingml/2006/main" noGrp="1"/>
          </p:cNvSpPr>
          <p:nvPr/>
        </p:nvSpPr>
        <p:spPr>
          <a:xfrm xmlns:a="http://schemas.openxmlformats.org/drawingml/2006/main">
            <a:off x="3606067" y="4130648"/>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变色，二维码异常等外观缺陷检查</a:t>
            </a:r>
          </a:p>
        </p:txBody>
      </p:sp>
    </p:spTree>
    <p:extLst>
      <p:ext uri="{BB962C8B-B14F-4D97-AF65-F5344CB8AC3E}">
        <p14:creationId xmlns:p14="http://schemas.microsoft.com/office/powerpoint/2010/main" val="21095416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 name="pdf-vector-0001">
            <a:extLst xmlns:a="http://schemas.openxmlformats.org/drawingml/2006/main">
              <a:ext uri="{FF2B5EF4-FFF2-40B4-BE49-F238E27FC236}">
                <a16:creationId xmlns:a16="http://schemas.microsoft.com/office/drawing/2014/main" id="{49B09E79-0667-4AC8-9DA2-74A6D23553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83" name=""/>
          <p:cNvPicPr>
            <a:picLocks xmlns:a="http://schemas.openxmlformats.org/drawingml/2006/main" noChangeAspect="1"/>
          </p:cNvPicPr>
          <p:nvPr/>
        </p:nvPicPr>
        <p:blipFill>
          <a:blip xmlns:r="http://schemas.openxmlformats.org/officeDocument/2006/relationships" xmlns:a="http://schemas.openxmlformats.org/drawingml/2006/main" r:embed="R95574a60e56f4c88"/>
          <a:srcRect xmlns:a="http://schemas.openxmlformats.org/drawingml/2006/main" l="0" t="5" r="0" b="5"/>
          <a:stretch xmlns:a="http://schemas.openxmlformats.org/drawingml/2006/main">
            <a:fillRect l="0" t="0" r="0" b="0"/>
          </a:stretch>
        </p:blipFill>
        <p:spPr>
          <a:xfrm xmlns:a="http://schemas.openxmlformats.org/drawingml/2006/main">
            <a:off x="5066567" y="5232110"/>
            <a:ext cx="1828664" cy="1517648"/>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10D190EC-BA4D-4FCD-ACFF-48D466AEAB7E}"/>
              </a:ext>
            </a:extLst>
          </p:cNvPr>
          <p:cNvSpPr>
            <a:spLocks xmlns:a="http://schemas.openxmlformats.org/drawingml/2006/main" noGrp="1"/>
          </p:cNvSpPr>
          <p:nvPr/>
        </p:nvSpPr>
        <p:spPr>
          <a:xfrm xmlns:a="http://schemas.openxmlformats.org/drawingml/2006/main">
            <a:off x="594510" y="320541"/>
            <a:ext cx="9555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产品（</a:t>
            </a:r>
          </a:p>
        </p:txBody>
      </p:sp>
      <p:sp>
        <p:nvSpPr>
          <p:cNvPr id="4" name="pdf-text-0004">
            <a:extLst xmlns:a="http://schemas.openxmlformats.org/drawingml/2006/main">
              <a:ext uri="{FF2B5EF4-FFF2-40B4-BE49-F238E27FC236}">
                <a16:creationId xmlns:a16="http://schemas.microsoft.com/office/drawing/2014/main" id="{D5807FEF-4225-4969-945B-269B3F114D10}"/>
              </a:ext>
            </a:extLst>
          </p:cNvPr>
          <p:cNvSpPr>
            <a:spLocks xmlns:a="http://schemas.openxmlformats.org/drawingml/2006/main" noGrp="1"/>
          </p:cNvSpPr>
          <p:nvPr/>
        </p:nvSpPr>
        <p:spPr>
          <a:xfrm xmlns:a="http://schemas.openxmlformats.org/drawingml/2006/main">
            <a:off x="15134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3</a:t>
            </a:r>
          </a:p>
        </p:txBody>
      </p:sp>
      <p:sp>
        <p:nvSpPr>
          <p:cNvPr id="5" name="pdf-text-0005">
            <a:extLst xmlns:a="http://schemas.openxmlformats.org/drawingml/2006/main">
              <a:ext uri="{FF2B5EF4-FFF2-40B4-BE49-F238E27FC236}">
                <a16:creationId xmlns:a16="http://schemas.microsoft.com/office/drawing/2014/main" id="{325BA3B4-C381-43BB-8D81-C05D3266557F}"/>
              </a:ext>
            </a:extLst>
          </p:cNvPr>
          <p:cNvSpPr>
            <a:spLocks xmlns:a="http://schemas.openxmlformats.org/drawingml/2006/main" noGrp="1"/>
          </p:cNvSpPr>
          <p:nvPr/>
        </p:nvSpPr>
        <p:spPr>
          <a:xfrm xmlns:a="http://schemas.openxmlformats.org/drawingml/2006/main">
            <a:off x="1665882" y="320541"/>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）：先进封装缺陷检测设备</a:t>
            </a:r>
          </a:p>
        </p:txBody>
      </p:sp>
      <p:sp>
        <p:nvSpPr>
          <p:cNvPr id="6" name="pdf-vector-0006">
            <a:extLst xmlns:a="http://schemas.openxmlformats.org/drawingml/2006/main">
              <a:ext uri="{FF2B5EF4-FFF2-40B4-BE49-F238E27FC236}">
                <a16:creationId xmlns:a16="http://schemas.microsoft.com/office/drawing/2014/main" id="{20CBBBB2-2165-498B-B9DC-C035FAB6A63F}"/>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7" name="pdf-vector-0007">
            <a:extLst xmlns:a="http://schemas.openxmlformats.org/drawingml/2006/main">
              <a:ext uri="{FF2B5EF4-FFF2-40B4-BE49-F238E27FC236}">
                <a16:creationId xmlns:a16="http://schemas.microsoft.com/office/drawing/2014/main" id="{490FD359-4224-40AB-81BF-EC4502E0C83E}"/>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31A1C25F-1F27-4B50-979B-D7768BBC1018}"/>
              </a:ext>
            </a:extLst>
          </p:cNvPr>
          <p:cNvSpPr>
            <a:spLocks xmlns:a="http://schemas.openxmlformats.org/drawingml/2006/main" noGrp="1"/>
          </p:cNvSpPr>
          <p:nvPr/>
        </p:nvSpPr>
        <p:spPr>
          <a:xfrm xmlns:a="http://schemas.openxmlformats.org/drawingml/2006/main">
            <a:off x="7585901" y="817245"/>
            <a:ext cx="4442460" cy="598170"/>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9" name="pdf-text-0009">
            <a:extLst xmlns:a="http://schemas.openxmlformats.org/drawingml/2006/main">
              <a:ext uri="{FF2B5EF4-FFF2-40B4-BE49-F238E27FC236}">
                <a16:creationId xmlns:a16="http://schemas.microsoft.com/office/drawing/2014/main" id="{4D153EC7-8A4A-4F61-8CE6-EBBB7B73779F}"/>
              </a:ext>
            </a:extLst>
          </p:cNvPr>
          <p:cNvSpPr>
            <a:spLocks xmlns:a="http://schemas.openxmlformats.org/drawingml/2006/main" noGrp="1"/>
          </p:cNvSpPr>
          <p:nvPr/>
        </p:nvSpPr>
        <p:spPr>
          <a:xfrm xmlns:a="http://schemas.openxmlformats.org/drawingml/2006/main">
            <a:off x="8745820" y="903074"/>
            <a:ext cx="9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先进封装</a:t>
            </a:r>
          </a:p>
        </p:txBody>
      </p:sp>
      <p:sp>
        <p:nvSpPr>
          <p:cNvPr id="10" name="pdf-text-0010">
            <a:extLst xmlns:a="http://schemas.openxmlformats.org/drawingml/2006/main">
              <a:ext uri="{FF2B5EF4-FFF2-40B4-BE49-F238E27FC236}">
                <a16:creationId xmlns:a16="http://schemas.microsoft.com/office/drawing/2014/main" id="{1C5ECD52-4B8F-4DF8-AF12-DA327B293357}"/>
              </a:ext>
            </a:extLst>
          </p:cNvPr>
          <p:cNvSpPr>
            <a:spLocks xmlns:a="http://schemas.openxmlformats.org/drawingml/2006/main" noGrp="1"/>
          </p:cNvSpPr>
          <p:nvPr/>
        </p:nvSpPr>
        <p:spPr>
          <a:xfrm xmlns:a="http://schemas.openxmlformats.org/drawingml/2006/main">
            <a:off x="9664793" y="901902"/>
            <a:ext cx="1240879"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1" i="0">
                <a:solidFill>
                  <a:srgbClr val="000000"/>
                </a:solidFill>
                <a:latin typeface="TimesNewRomanPSMT"/>
                <a:ea typeface="TimesNewRomanPSMT"/>
                <a:cs typeface="TimesNewRomanPSMT"/>
              </a:defRPr>
            </a:pPr>
            <a:r>
              <a:rPr sz="1800" b="1" i="0">
                <a:solidFill>
                  <a:srgbClr val="000000"/>
                </a:solidFill>
                <a:latin typeface="TimesNewRomanPSMT"/>
                <a:ea typeface="TimesNewRomanPSMT"/>
                <a:cs typeface="TimesNewRomanPSMT"/>
              </a:rPr>
              <a:t>-Bump  AOI</a:t>
            </a:r>
          </a:p>
        </p:txBody>
      </p:sp>
      <p:sp>
        <p:nvSpPr>
          <p:cNvPr id="11" name="pdf-text-0011">
            <a:extLst xmlns:a="http://schemas.openxmlformats.org/drawingml/2006/main">
              <a:ext uri="{FF2B5EF4-FFF2-40B4-BE49-F238E27FC236}">
                <a16:creationId xmlns:a16="http://schemas.microsoft.com/office/drawing/2014/main" id="{B68FDFFF-433F-4FF1-B3B7-1951AF338D9F}"/>
              </a:ext>
            </a:extLst>
          </p:cNvPr>
          <p:cNvSpPr>
            <a:spLocks xmlns:a="http://schemas.openxmlformats.org/drawingml/2006/main" noGrp="1"/>
          </p:cNvSpPr>
          <p:nvPr/>
        </p:nvSpPr>
        <p:spPr>
          <a:xfrm xmlns:a="http://schemas.openxmlformats.org/drawingml/2006/main">
            <a:off x="8985089" y="1167351"/>
            <a:ext cx="25670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3D</a:t>
            </a:r>
          </a:p>
        </p:txBody>
      </p:sp>
      <p:sp>
        <p:nvSpPr>
          <p:cNvPr id="12" name="pdf-text-0012">
            <a:extLst xmlns:a="http://schemas.openxmlformats.org/drawingml/2006/main">
              <a:ext uri="{FF2B5EF4-FFF2-40B4-BE49-F238E27FC236}">
                <a16:creationId xmlns:a16="http://schemas.microsoft.com/office/drawing/2014/main" id="{4B6A97FB-BAFE-4A04-A45D-82CEC55299F8}"/>
              </a:ext>
            </a:extLst>
          </p:cNvPr>
          <p:cNvSpPr>
            <a:spLocks xmlns:a="http://schemas.openxmlformats.org/drawingml/2006/main" noGrp="1"/>
          </p:cNvSpPr>
          <p:nvPr/>
        </p:nvSpPr>
        <p:spPr>
          <a:xfrm xmlns:a="http://schemas.openxmlformats.org/drawingml/2006/main">
            <a:off x="9203020" y="1168265"/>
            <a:ext cx="146456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检测速度领先竞品</a:t>
            </a:r>
          </a:p>
        </p:txBody>
      </p:sp>
      <p:sp>
        <p:nvSpPr>
          <p:cNvPr id="13" name="pdf-vector-0013">
            <a:extLst xmlns:a="http://schemas.openxmlformats.org/drawingml/2006/main">
              <a:ext uri="{FF2B5EF4-FFF2-40B4-BE49-F238E27FC236}">
                <a16:creationId xmlns:a16="http://schemas.microsoft.com/office/drawing/2014/main" id="{79384173-9CE6-4D36-BC04-3F1C0DCD869D}"/>
              </a:ext>
            </a:extLst>
          </p:cNvPr>
          <p:cNvSpPr>
            <a:spLocks xmlns:a="http://schemas.openxmlformats.org/drawingml/2006/main" noGrp="1"/>
          </p:cNvSpPr>
          <p:nvPr/>
        </p:nvSpPr>
        <p:spPr>
          <a:xfrm xmlns:a="http://schemas.openxmlformats.org/drawingml/2006/main">
            <a:off x="10920260" y="1568767"/>
            <a:ext cx="1108101" cy="5486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4" name="pdf-vector-0014">
            <a:extLst xmlns:a="http://schemas.openxmlformats.org/drawingml/2006/main">
              <a:ext uri="{FF2B5EF4-FFF2-40B4-BE49-F238E27FC236}">
                <a16:creationId xmlns:a16="http://schemas.microsoft.com/office/drawing/2014/main" id="{37A7CABF-553A-43EF-B1D7-90CD7E601B98}"/>
              </a:ext>
            </a:extLst>
          </p:cNvPr>
          <p:cNvSpPr>
            <a:spLocks xmlns:a="http://schemas.openxmlformats.org/drawingml/2006/main" noGrp="1"/>
          </p:cNvSpPr>
          <p:nvPr/>
        </p:nvSpPr>
        <p:spPr>
          <a:xfrm xmlns:a="http://schemas.openxmlformats.org/drawingml/2006/main">
            <a:off x="10920260" y="2117408"/>
            <a:ext cx="1108101" cy="27241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5" name="pdf-vector-0015">
            <a:extLst xmlns:a="http://schemas.openxmlformats.org/drawingml/2006/main">
              <a:ext uri="{FF2B5EF4-FFF2-40B4-BE49-F238E27FC236}">
                <a16:creationId xmlns:a16="http://schemas.microsoft.com/office/drawing/2014/main" id="{9B89DE72-ACE0-4083-9729-9CEC8C346D80}"/>
              </a:ext>
            </a:extLst>
          </p:cNvPr>
          <p:cNvSpPr>
            <a:spLocks xmlns:a="http://schemas.openxmlformats.org/drawingml/2006/main" noGrp="1"/>
          </p:cNvSpPr>
          <p:nvPr/>
        </p:nvSpPr>
        <p:spPr>
          <a:xfrm xmlns:a="http://schemas.openxmlformats.org/drawingml/2006/main">
            <a:off x="10920260" y="2389822"/>
            <a:ext cx="1108101" cy="27114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6" name="pdf-vector-0016">
            <a:extLst xmlns:a="http://schemas.openxmlformats.org/drawingml/2006/main">
              <a:ext uri="{FF2B5EF4-FFF2-40B4-BE49-F238E27FC236}">
                <a16:creationId xmlns:a16="http://schemas.microsoft.com/office/drawing/2014/main" id="{E6161292-4EF6-4DD7-BB21-B7308573B9C1}"/>
              </a:ext>
            </a:extLst>
          </p:cNvPr>
          <p:cNvSpPr>
            <a:spLocks xmlns:a="http://schemas.openxmlformats.org/drawingml/2006/main" noGrp="1"/>
          </p:cNvSpPr>
          <p:nvPr/>
        </p:nvSpPr>
        <p:spPr>
          <a:xfrm xmlns:a="http://schemas.openxmlformats.org/drawingml/2006/main">
            <a:off x="10920260" y="2660967"/>
            <a:ext cx="1108101" cy="45720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7" name="pdf-vector-0017">
            <a:extLst xmlns:a="http://schemas.openxmlformats.org/drawingml/2006/main">
              <a:ext uri="{FF2B5EF4-FFF2-40B4-BE49-F238E27FC236}">
                <a16:creationId xmlns:a16="http://schemas.microsoft.com/office/drawing/2014/main" id="{76D6D989-C135-48D4-8751-60F4A24819CB}"/>
              </a:ext>
            </a:extLst>
          </p:cNvPr>
          <p:cNvSpPr>
            <a:spLocks xmlns:a="http://schemas.openxmlformats.org/drawingml/2006/main" noGrp="1"/>
          </p:cNvSpPr>
          <p:nvPr/>
        </p:nvSpPr>
        <p:spPr>
          <a:xfrm xmlns:a="http://schemas.openxmlformats.org/drawingml/2006/main">
            <a:off x="10920260" y="3118167"/>
            <a:ext cx="1108101" cy="36385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8" name="pdf-vector-0018">
            <a:extLst xmlns:a="http://schemas.openxmlformats.org/drawingml/2006/main">
              <a:ext uri="{FF2B5EF4-FFF2-40B4-BE49-F238E27FC236}">
                <a16:creationId xmlns:a16="http://schemas.microsoft.com/office/drawing/2014/main" id="{B936210F-9F50-49F0-B6BE-8BBAE81774E9}"/>
              </a:ext>
            </a:extLst>
          </p:cNvPr>
          <p:cNvSpPr>
            <a:spLocks xmlns:a="http://schemas.openxmlformats.org/drawingml/2006/main" noGrp="1"/>
          </p:cNvSpPr>
          <p:nvPr/>
        </p:nvSpPr>
        <p:spPr>
          <a:xfrm xmlns:a="http://schemas.openxmlformats.org/drawingml/2006/main">
            <a:off x="8580619" y="1562417"/>
            <a:ext cx="953" cy="1925955"/>
          </a:xfrm>
          <a:custGeom xmlns:a="http://schemas.openxmlformats.org/drawingml/2006/main">
            <a:pathLst>
              <a:path w="953" h="1925955">
                <a:moveTo>
                  <a:pt x="0" y="0"/>
                </a:moveTo>
                <a:lnTo>
                  <a:pt x="0" y="1925955"/>
                </a:lnTo>
              </a:path>
            </a:pathLst>
          </a:custGeom>
          <a:noFill xmlns:a="http://schemas.openxmlformats.org/drawingml/2006/main"/>
          <a:ln xmlns:a="http://schemas.openxmlformats.org/drawingml/2006/main" w="12700">
            <a:solidFill>
              <a:srgbClr val="C0C0C0"/>
            </a:solidFill>
            <a:prstDash val="solid"/>
          </a:ln>
        </p:spPr>
      </p:sp>
      <p:sp>
        <p:nvSpPr>
          <p:cNvPr id="19" name="pdf-vector-0019">
            <a:extLst xmlns:a="http://schemas.openxmlformats.org/drawingml/2006/main">
              <a:ext uri="{FF2B5EF4-FFF2-40B4-BE49-F238E27FC236}">
                <a16:creationId xmlns:a16="http://schemas.microsoft.com/office/drawing/2014/main" id="{34EF7FF3-DDE1-4862-956B-23F79D8524F4}"/>
              </a:ext>
            </a:extLst>
          </p:cNvPr>
          <p:cNvSpPr>
            <a:spLocks xmlns:a="http://schemas.openxmlformats.org/drawingml/2006/main" noGrp="1"/>
          </p:cNvSpPr>
          <p:nvPr/>
        </p:nvSpPr>
        <p:spPr>
          <a:xfrm xmlns:a="http://schemas.openxmlformats.org/drawingml/2006/main">
            <a:off x="9625050" y="1562417"/>
            <a:ext cx="953" cy="1925955"/>
          </a:xfrm>
          <a:custGeom xmlns:a="http://schemas.openxmlformats.org/drawingml/2006/main">
            <a:pathLst>
              <a:path w="953" h="1925955">
                <a:moveTo>
                  <a:pt x="0" y="0"/>
                </a:moveTo>
                <a:lnTo>
                  <a:pt x="0" y="1925955"/>
                </a:lnTo>
              </a:path>
            </a:pathLst>
          </a:custGeom>
          <a:noFill xmlns:a="http://schemas.openxmlformats.org/drawingml/2006/main"/>
          <a:ln xmlns:a="http://schemas.openxmlformats.org/drawingml/2006/main" w="12700">
            <a:solidFill>
              <a:srgbClr val="C0C0C0"/>
            </a:solidFill>
            <a:prstDash val="solid"/>
          </a:ln>
        </p:spPr>
      </p:sp>
      <p:sp>
        <p:nvSpPr>
          <p:cNvPr id="20" name="pdf-vector-0020">
            <a:extLst xmlns:a="http://schemas.openxmlformats.org/drawingml/2006/main">
              <a:ext uri="{FF2B5EF4-FFF2-40B4-BE49-F238E27FC236}">
                <a16:creationId xmlns:a16="http://schemas.microsoft.com/office/drawing/2014/main" id="{C09159D1-E29E-4FF9-BB24-7379D192CE2A}"/>
              </a:ext>
            </a:extLst>
          </p:cNvPr>
          <p:cNvSpPr>
            <a:spLocks xmlns:a="http://schemas.openxmlformats.org/drawingml/2006/main" noGrp="1"/>
          </p:cNvSpPr>
          <p:nvPr/>
        </p:nvSpPr>
        <p:spPr>
          <a:xfrm xmlns:a="http://schemas.openxmlformats.org/drawingml/2006/main">
            <a:off x="10920256" y="1562417"/>
            <a:ext cx="953" cy="1925955"/>
          </a:xfrm>
          <a:custGeom xmlns:a="http://schemas.openxmlformats.org/drawingml/2006/main">
            <a:pathLst>
              <a:path w="953" h="1925955">
                <a:moveTo>
                  <a:pt x="0" y="0"/>
                </a:moveTo>
                <a:lnTo>
                  <a:pt x="0" y="1925955"/>
                </a:lnTo>
              </a:path>
            </a:pathLst>
          </a:custGeom>
          <a:noFill xmlns:a="http://schemas.openxmlformats.org/drawingml/2006/main"/>
          <a:ln xmlns:a="http://schemas.openxmlformats.org/drawingml/2006/main" w="12700">
            <a:solidFill>
              <a:srgbClr val="C0C0C0"/>
            </a:solidFill>
            <a:prstDash val="solid"/>
          </a:ln>
        </p:spPr>
      </p:sp>
      <p:sp>
        <p:nvSpPr>
          <p:cNvPr id="21" name="pdf-vector-0021">
            <a:extLst xmlns:a="http://schemas.openxmlformats.org/drawingml/2006/main">
              <a:ext uri="{FF2B5EF4-FFF2-40B4-BE49-F238E27FC236}">
                <a16:creationId xmlns:a16="http://schemas.microsoft.com/office/drawing/2014/main" id="{BC437FBF-0A75-44AE-AAA3-68155080D227}"/>
              </a:ext>
            </a:extLst>
          </p:cNvPr>
          <p:cNvSpPr>
            <a:spLocks xmlns:a="http://schemas.openxmlformats.org/drawingml/2006/main" noGrp="1"/>
          </p:cNvSpPr>
          <p:nvPr/>
        </p:nvSpPr>
        <p:spPr>
          <a:xfrm xmlns:a="http://schemas.openxmlformats.org/drawingml/2006/main">
            <a:off x="7579547" y="2117408"/>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22" name="pdf-vector-0022">
            <a:extLst xmlns:a="http://schemas.openxmlformats.org/drawingml/2006/main">
              <a:ext uri="{FF2B5EF4-FFF2-40B4-BE49-F238E27FC236}">
                <a16:creationId xmlns:a16="http://schemas.microsoft.com/office/drawing/2014/main" id="{490A0EEB-C9D1-4EAE-9BB1-FBAE94852382}"/>
              </a:ext>
            </a:extLst>
          </p:cNvPr>
          <p:cNvSpPr>
            <a:spLocks xmlns:a="http://schemas.openxmlformats.org/drawingml/2006/main" noGrp="1"/>
          </p:cNvSpPr>
          <p:nvPr/>
        </p:nvSpPr>
        <p:spPr>
          <a:xfrm xmlns:a="http://schemas.openxmlformats.org/drawingml/2006/main">
            <a:off x="7579547" y="2389822"/>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23" name="pdf-vector-0023">
            <a:extLst xmlns:a="http://schemas.openxmlformats.org/drawingml/2006/main">
              <a:ext uri="{FF2B5EF4-FFF2-40B4-BE49-F238E27FC236}">
                <a16:creationId xmlns:a16="http://schemas.microsoft.com/office/drawing/2014/main" id="{7F0371BC-CC2D-4DBC-A153-4A62E60FC428}"/>
              </a:ext>
            </a:extLst>
          </p:cNvPr>
          <p:cNvSpPr>
            <a:spLocks xmlns:a="http://schemas.openxmlformats.org/drawingml/2006/main" noGrp="1"/>
          </p:cNvSpPr>
          <p:nvPr/>
        </p:nvSpPr>
        <p:spPr>
          <a:xfrm xmlns:a="http://schemas.openxmlformats.org/drawingml/2006/main">
            <a:off x="7579547" y="2660967"/>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24" name="pdf-vector-0024">
            <a:extLst xmlns:a="http://schemas.openxmlformats.org/drawingml/2006/main">
              <a:ext uri="{FF2B5EF4-FFF2-40B4-BE49-F238E27FC236}">
                <a16:creationId xmlns:a16="http://schemas.microsoft.com/office/drawing/2014/main" id="{C13B6459-D137-49EA-A8CD-D6E1FCA99BB9}"/>
              </a:ext>
            </a:extLst>
          </p:cNvPr>
          <p:cNvSpPr>
            <a:spLocks xmlns:a="http://schemas.openxmlformats.org/drawingml/2006/main" noGrp="1"/>
          </p:cNvSpPr>
          <p:nvPr/>
        </p:nvSpPr>
        <p:spPr>
          <a:xfrm xmlns:a="http://schemas.openxmlformats.org/drawingml/2006/main">
            <a:off x="7579547" y="3118167"/>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25" name="pdf-vector-0025">
            <a:extLst xmlns:a="http://schemas.openxmlformats.org/drawingml/2006/main">
              <a:ext uri="{FF2B5EF4-FFF2-40B4-BE49-F238E27FC236}">
                <a16:creationId xmlns:a16="http://schemas.microsoft.com/office/drawing/2014/main" id="{A74FF75D-3260-458E-8E9C-FFCB602B99C5}"/>
              </a:ext>
            </a:extLst>
          </p:cNvPr>
          <p:cNvSpPr>
            <a:spLocks xmlns:a="http://schemas.openxmlformats.org/drawingml/2006/main" noGrp="1"/>
          </p:cNvSpPr>
          <p:nvPr/>
        </p:nvSpPr>
        <p:spPr>
          <a:xfrm xmlns:a="http://schemas.openxmlformats.org/drawingml/2006/main">
            <a:off x="7585897" y="1562417"/>
            <a:ext cx="953" cy="1925955"/>
          </a:xfrm>
          <a:custGeom xmlns:a="http://schemas.openxmlformats.org/drawingml/2006/main">
            <a:pathLst>
              <a:path w="953" h="1925955">
                <a:moveTo>
                  <a:pt x="0" y="0"/>
                </a:moveTo>
                <a:lnTo>
                  <a:pt x="0" y="1925955"/>
                </a:lnTo>
              </a:path>
            </a:pathLst>
          </a:custGeom>
          <a:noFill xmlns:a="http://schemas.openxmlformats.org/drawingml/2006/main"/>
          <a:ln xmlns:a="http://schemas.openxmlformats.org/drawingml/2006/main" w="12700">
            <a:solidFill>
              <a:srgbClr val="C0C0C0"/>
            </a:solidFill>
            <a:prstDash val="solid"/>
          </a:ln>
        </p:spPr>
      </p:sp>
      <p:sp>
        <p:nvSpPr>
          <p:cNvPr id="26" name="pdf-vector-0026">
            <a:extLst xmlns:a="http://schemas.openxmlformats.org/drawingml/2006/main">
              <a:ext uri="{FF2B5EF4-FFF2-40B4-BE49-F238E27FC236}">
                <a16:creationId xmlns:a16="http://schemas.microsoft.com/office/drawing/2014/main" id="{8268C86E-4517-466B-98FB-CD7F3270B497}"/>
              </a:ext>
            </a:extLst>
          </p:cNvPr>
          <p:cNvSpPr>
            <a:spLocks xmlns:a="http://schemas.openxmlformats.org/drawingml/2006/main" noGrp="1"/>
          </p:cNvSpPr>
          <p:nvPr/>
        </p:nvSpPr>
        <p:spPr>
          <a:xfrm xmlns:a="http://schemas.openxmlformats.org/drawingml/2006/main">
            <a:off x="12028357" y="1562417"/>
            <a:ext cx="953" cy="1925955"/>
          </a:xfrm>
          <a:custGeom xmlns:a="http://schemas.openxmlformats.org/drawingml/2006/main">
            <a:pathLst>
              <a:path w="953" h="1925955">
                <a:moveTo>
                  <a:pt x="0" y="0"/>
                </a:moveTo>
                <a:lnTo>
                  <a:pt x="0" y="1925955"/>
                </a:lnTo>
              </a:path>
            </a:pathLst>
          </a:custGeom>
          <a:noFill xmlns:a="http://schemas.openxmlformats.org/drawingml/2006/main"/>
          <a:ln xmlns:a="http://schemas.openxmlformats.org/drawingml/2006/main" w="12700">
            <a:solidFill>
              <a:srgbClr val="C0C0C0"/>
            </a:solidFill>
            <a:prstDash val="solid"/>
          </a:ln>
        </p:spPr>
      </p:sp>
      <p:sp>
        <p:nvSpPr>
          <p:cNvPr id="27" name="pdf-vector-0027">
            <a:extLst xmlns:a="http://schemas.openxmlformats.org/drawingml/2006/main">
              <a:ext uri="{FF2B5EF4-FFF2-40B4-BE49-F238E27FC236}">
                <a16:creationId xmlns:a16="http://schemas.microsoft.com/office/drawing/2014/main" id="{30837847-012E-4F3D-AF31-1B7B08330A98}"/>
              </a:ext>
            </a:extLst>
          </p:cNvPr>
          <p:cNvSpPr>
            <a:spLocks xmlns:a="http://schemas.openxmlformats.org/drawingml/2006/main" noGrp="1"/>
          </p:cNvSpPr>
          <p:nvPr/>
        </p:nvSpPr>
        <p:spPr>
          <a:xfrm xmlns:a="http://schemas.openxmlformats.org/drawingml/2006/main">
            <a:off x="7579547" y="1568767"/>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28" name="pdf-vector-0028">
            <a:extLst xmlns:a="http://schemas.openxmlformats.org/drawingml/2006/main">
              <a:ext uri="{FF2B5EF4-FFF2-40B4-BE49-F238E27FC236}">
                <a16:creationId xmlns:a16="http://schemas.microsoft.com/office/drawing/2014/main" id="{3E158848-0E31-436B-97C5-9E56746A0B72}"/>
              </a:ext>
            </a:extLst>
          </p:cNvPr>
          <p:cNvSpPr>
            <a:spLocks xmlns:a="http://schemas.openxmlformats.org/drawingml/2006/main" noGrp="1"/>
          </p:cNvSpPr>
          <p:nvPr/>
        </p:nvSpPr>
        <p:spPr>
          <a:xfrm xmlns:a="http://schemas.openxmlformats.org/drawingml/2006/main">
            <a:off x="7579547" y="3482022"/>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29" name="pdf-text-0029">
            <a:extLst xmlns:a="http://schemas.openxmlformats.org/drawingml/2006/main">
              <a:ext uri="{FF2B5EF4-FFF2-40B4-BE49-F238E27FC236}">
                <a16:creationId xmlns:a16="http://schemas.microsoft.com/office/drawing/2014/main" id="{F0C0CEA1-0CAD-4989-A0E9-7E3836B1B2E1}"/>
              </a:ext>
            </a:extLst>
          </p:cNvPr>
          <p:cNvSpPr>
            <a:spLocks xmlns:a="http://schemas.openxmlformats.org/drawingml/2006/main" noGrp="1"/>
          </p:cNvSpPr>
          <p:nvPr/>
        </p:nvSpPr>
        <p:spPr>
          <a:xfrm xmlns:a="http://schemas.openxmlformats.org/drawingml/2006/main">
            <a:off x="7956386" y="1696969"/>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品牌</a:t>
            </a:r>
          </a:p>
        </p:txBody>
      </p:sp>
      <p:sp>
        <p:nvSpPr>
          <p:cNvPr id="30" name="pdf-text-0030">
            <a:extLst xmlns:a="http://schemas.openxmlformats.org/drawingml/2006/main">
              <a:ext uri="{FF2B5EF4-FFF2-40B4-BE49-F238E27FC236}">
                <a16:creationId xmlns:a16="http://schemas.microsoft.com/office/drawing/2014/main" id="{2028FD73-936D-4E52-B147-0EB13597E67E}"/>
              </a:ext>
            </a:extLst>
          </p:cNvPr>
          <p:cNvSpPr>
            <a:spLocks xmlns:a="http://schemas.openxmlformats.org/drawingml/2006/main" noGrp="1"/>
          </p:cNvSpPr>
          <p:nvPr/>
        </p:nvSpPr>
        <p:spPr>
          <a:xfrm xmlns:a="http://schemas.openxmlformats.org/drawingml/2006/main">
            <a:off x="7956386" y="1925569"/>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型号</a:t>
            </a:r>
          </a:p>
        </p:txBody>
      </p:sp>
      <p:sp>
        <p:nvSpPr>
          <p:cNvPr id="31" name="pdf-text-0031">
            <a:extLst xmlns:a="http://schemas.openxmlformats.org/drawingml/2006/main">
              <a:ext uri="{FF2B5EF4-FFF2-40B4-BE49-F238E27FC236}">
                <a16:creationId xmlns:a16="http://schemas.microsoft.com/office/drawing/2014/main" id="{EC662D52-8374-4BFB-B63A-D1DBF31E6424}"/>
              </a:ext>
            </a:extLst>
          </p:cNvPr>
          <p:cNvSpPr>
            <a:spLocks xmlns:a="http://schemas.openxmlformats.org/drawingml/2006/main" noGrp="1"/>
          </p:cNvSpPr>
          <p:nvPr/>
        </p:nvSpPr>
        <p:spPr>
          <a:xfrm xmlns:a="http://schemas.openxmlformats.org/drawingml/2006/main">
            <a:off x="8849247" y="1696969"/>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中科飞测</a:t>
            </a:r>
          </a:p>
        </p:txBody>
      </p:sp>
      <p:sp>
        <p:nvSpPr>
          <p:cNvPr id="32" name="pdf-text-0032">
            <a:extLst xmlns:a="http://schemas.openxmlformats.org/drawingml/2006/main">
              <a:ext uri="{FF2B5EF4-FFF2-40B4-BE49-F238E27FC236}">
                <a16:creationId xmlns:a16="http://schemas.microsoft.com/office/drawing/2014/main" id="{EF372DE6-E238-4AE4-BAE0-AC98DD754F41}"/>
              </a:ext>
            </a:extLst>
          </p:cNvPr>
          <p:cNvSpPr>
            <a:spLocks xmlns:a="http://schemas.openxmlformats.org/drawingml/2006/main" noGrp="1"/>
          </p:cNvSpPr>
          <p:nvPr/>
        </p:nvSpPr>
        <p:spPr>
          <a:xfrm xmlns:a="http://schemas.openxmlformats.org/drawingml/2006/main">
            <a:off x="8821815" y="192556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3" name="pdf-text-0033">
            <a:extLst xmlns:a="http://schemas.openxmlformats.org/drawingml/2006/main">
              <a:ext uri="{FF2B5EF4-FFF2-40B4-BE49-F238E27FC236}">
                <a16:creationId xmlns:a16="http://schemas.microsoft.com/office/drawing/2014/main" id="{075011C8-507A-402C-852A-F2DB065C4F76}"/>
              </a:ext>
            </a:extLst>
          </p:cNvPr>
          <p:cNvSpPr>
            <a:spLocks xmlns:a="http://schemas.openxmlformats.org/drawingml/2006/main" noGrp="1"/>
          </p:cNvSpPr>
          <p:nvPr/>
        </p:nvSpPr>
        <p:spPr>
          <a:xfrm xmlns:a="http://schemas.openxmlformats.org/drawingml/2006/main">
            <a:off x="8951355" y="1933232"/>
            <a:ext cx="34169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Birch</a:t>
            </a:r>
          </a:p>
        </p:txBody>
      </p:sp>
      <p:sp>
        <p:nvSpPr>
          <p:cNvPr id="34" name="pdf-text-0034">
            <a:extLst xmlns:a="http://schemas.openxmlformats.org/drawingml/2006/main">
              <a:ext uri="{FF2B5EF4-FFF2-40B4-BE49-F238E27FC236}">
                <a16:creationId xmlns:a16="http://schemas.microsoft.com/office/drawing/2014/main" id="{78D45525-19D1-406E-B2B5-E4001B61F123}"/>
              </a:ext>
            </a:extLst>
          </p:cNvPr>
          <p:cNvSpPr>
            <a:spLocks xmlns:a="http://schemas.openxmlformats.org/drawingml/2006/main" noGrp="1"/>
          </p:cNvSpPr>
          <p:nvPr/>
        </p:nvSpPr>
        <p:spPr>
          <a:xfrm xmlns:a="http://schemas.openxmlformats.org/drawingml/2006/main">
            <a:off x="9254631" y="192556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5" name="pdf-text-0035">
            <a:extLst xmlns:a="http://schemas.openxmlformats.org/drawingml/2006/main">
              <a:ext uri="{FF2B5EF4-FFF2-40B4-BE49-F238E27FC236}">
                <a16:creationId xmlns:a16="http://schemas.microsoft.com/office/drawing/2014/main" id="{B14ED222-E7BF-4B12-A179-9573D70E72D9}"/>
              </a:ext>
            </a:extLst>
          </p:cNvPr>
          <p:cNvSpPr>
            <a:spLocks xmlns:a="http://schemas.openxmlformats.org/drawingml/2006/main" noGrp="1"/>
          </p:cNvSpPr>
          <p:nvPr/>
        </p:nvSpPr>
        <p:spPr>
          <a:xfrm xmlns:a="http://schemas.openxmlformats.org/drawingml/2006/main">
            <a:off x="10059769" y="1704632"/>
            <a:ext cx="46501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Camtek</a:t>
            </a:r>
          </a:p>
        </p:txBody>
      </p:sp>
      <p:sp>
        <p:nvSpPr>
          <p:cNvPr id="36" name="pdf-text-0036">
            <a:extLst xmlns:a="http://schemas.openxmlformats.org/drawingml/2006/main">
              <a:ext uri="{FF2B5EF4-FFF2-40B4-BE49-F238E27FC236}">
                <a16:creationId xmlns:a16="http://schemas.microsoft.com/office/drawing/2014/main" id="{DC8A4E8D-5DB1-476A-9476-428457BC2B39}"/>
              </a:ext>
            </a:extLst>
          </p:cNvPr>
          <p:cNvSpPr>
            <a:spLocks xmlns:a="http://schemas.openxmlformats.org/drawingml/2006/main" noGrp="1"/>
          </p:cNvSpPr>
          <p:nvPr/>
        </p:nvSpPr>
        <p:spPr>
          <a:xfrm xmlns:a="http://schemas.openxmlformats.org/drawingml/2006/main">
            <a:off x="9884509" y="192556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7" name="pdf-text-0037">
            <a:extLst xmlns:a="http://schemas.openxmlformats.org/drawingml/2006/main">
              <a:ext uri="{FF2B5EF4-FFF2-40B4-BE49-F238E27FC236}">
                <a16:creationId xmlns:a16="http://schemas.microsoft.com/office/drawing/2014/main" id="{14C4FE82-22B1-4546-9B3F-315582D639CE}"/>
              </a:ext>
            </a:extLst>
          </p:cNvPr>
          <p:cNvSpPr>
            <a:spLocks xmlns:a="http://schemas.openxmlformats.org/drawingml/2006/main" noGrp="1"/>
          </p:cNvSpPr>
          <p:nvPr/>
        </p:nvSpPr>
        <p:spPr>
          <a:xfrm xmlns:a="http://schemas.openxmlformats.org/drawingml/2006/main">
            <a:off x="10014049" y="1933232"/>
            <a:ext cx="55279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Eagle-AP</a:t>
            </a:r>
          </a:p>
        </p:txBody>
      </p:sp>
      <p:sp>
        <p:nvSpPr>
          <p:cNvPr id="38" name="pdf-text-0038">
            <a:extLst xmlns:a="http://schemas.openxmlformats.org/drawingml/2006/main">
              <a:ext uri="{FF2B5EF4-FFF2-40B4-BE49-F238E27FC236}">
                <a16:creationId xmlns:a16="http://schemas.microsoft.com/office/drawing/2014/main" id="{95B6C070-DE40-47D1-B5B6-E2E97E8D8E79}"/>
              </a:ext>
            </a:extLst>
          </p:cNvPr>
          <p:cNvSpPr>
            <a:spLocks xmlns:a="http://schemas.openxmlformats.org/drawingml/2006/main" noGrp="1"/>
          </p:cNvSpPr>
          <p:nvPr/>
        </p:nvSpPr>
        <p:spPr>
          <a:xfrm xmlns:a="http://schemas.openxmlformats.org/drawingml/2006/main">
            <a:off x="10529161" y="192556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9" name="pdf-text-0039">
            <a:extLst xmlns:a="http://schemas.openxmlformats.org/drawingml/2006/main">
              <a:ext uri="{FF2B5EF4-FFF2-40B4-BE49-F238E27FC236}">
                <a16:creationId xmlns:a16="http://schemas.microsoft.com/office/drawing/2014/main" id="{5C1E8560-4CE2-472C-ADB7-95FDE3456C98}"/>
              </a:ext>
            </a:extLst>
          </p:cNvPr>
          <p:cNvSpPr>
            <a:spLocks xmlns:a="http://schemas.openxmlformats.org/drawingml/2006/main" noGrp="1"/>
          </p:cNvSpPr>
          <p:nvPr/>
        </p:nvSpPr>
        <p:spPr>
          <a:xfrm xmlns:a="http://schemas.openxmlformats.org/drawingml/2006/main">
            <a:off x="11345942" y="1696969"/>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轻蜓</a:t>
            </a:r>
          </a:p>
        </p:txBody>
      </p:sp>
      <p:sp>
        <p:nvSpPr>
          <p:cNvPr id="40" name="pdf-text-0040">
            <a:extLst xmlns:a="http://schemas.openxmlformats.org/drawingml/2006/main">
              <a:ext uri="{FF2B5EF4-FFF2-40B4-BE49-F238E27FC236}">
                <a16:creationId xmlns:a16="http://schemas.microsoft.com/office/drawing/2014/main" id="{20881EB0-C101-4F39-B338-3ED6E2A2FB2A}"/>
              </a:ext>
            </a:extLst>
          </p:cNvPr>
          <p:cNvSpPr>
            <a:spLocks xmlns:a="http://schemas.openxmlformats.org/drawingml/2006/main" noGrp="1"/>
          </p:cNvSpPr>
          <p:nvPr/>
        </p:nvSpPr>
        <p:spPr>
          <a:xfrm xmlns:a="http://schemas.openxmlformats.org/drawingml/2006/main">
            <a:off x="11135630" y="192556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1" name="pdf-text-0041">
            <a:extLst xmlns:a="http://schemas.openxmlformats.org/drawingml/2006/main">
              <a:ext uri="{FF2B5EF4-FFF2-40B4-BE49-F238E27FC236}">
                <a16:creationId xmlns:a16="http://schemas.microsoft.com/office/drawing/2014/main" id="{660E86B7-B02C-4649-A40C-90D10AC8B400}"/>
              </a:ext>
            </a:extLst>
          </p:cNvPr>
          <p:cNvSpPr>
            <a:spLocks xmlns:a="http://schemas.openxmlformats.org/drawingml/2006/main" noGrp="1"/>
          </p:cNvSpPr>
          <p:nvPr/>
        </p:nvSpPr>
        <p:spPr>
          <a:xfrm xmlns:a="http://schemas.openxmlformats.org/drawingml/2006/main">
            <a:off x="11265169" y="1933232"/>
            <a:ext cx="45347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Spectra</a:t>
            </a:r>
          </a:p>
        </p:txBody>
      </p:sp>
      <p:sp>
        <p:nvSpPr>
          <p:cNvPr id="42" name="pdf-text-0042">
            <a:extLst xmlns:a="http://schemas.openxmlformats.org/drawingml/2006/main">
              <a:ext uri="{FF2B5EF4-FFF2-40B4-BE49-F238E27FC236}">
                <a16:creationId xmlns:a16="http://schemas.microsoft.com/office/drawing/2014/main" id="{4020FD3A-896C-44E2-8B3A-7A633A5279B1}"/>
              </a:ext>
            </a:extLst>
          </p:cNvPr>
          <p:cNvSpPr>
            <a:spLocks xmlns:a="http://schemas.openxmlformats.org/drawingml/2006/main" noGrp="1"/>
          </p:cNvSpPr>
          <p:nvPr/>
        </p:nvSpPr>
        <p:spPr>
          <a:xfrm xmlns:a="http://schemas.openxmlformats.org/drawingml/2006/main">
            <a:off x="11681221" y="192556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3" name="pdf-text-0043">
            <a:extLst xmlns:a="http://schemas.openxmlformats.org/drawingml/2006/main">
              <a:ext uri="{FF2B5EF4-FFF2-40B4-BE49-F238E27FC236}">
                <a16:creationId xmlns:a16="http://schemas.microsoft.com/office/drawing/2014/main" id="{2891A913-CEDB-4917-83A6-D1093FD2E726}"/>
              </a:ext>
            </a:extLst>
          </p:cNvPr>
          <p:cNvSpPr>
            <a:spLocks xmlns:a="http://schemas.openxmlformats.org/drawingml/2006/main" noGrp="1"/>
          </p:cNvSpPr>
          <p:nvPr/>
        </p:nvSpPr>
        <p:spPr>
          <a:xfrm xmlns:a="http://schemas.openxmlformats.org/drawingml/2006/main">
            <a:off x="7956386" y="2221796"/>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地区</a:t>
            </a:r>
          </a:p>
        </p:txBody>
      </p:sp>
      <p:sp>
        <p:nvSpPr>
          <p:cNvPr id="44" name="pdf-text-0044">
            <a:extLst xmlns:a="http://schemas.openxmlformats.org/drawingml/2006/main">
              <a:ext uri="{FF2B5EF4-FFF2-40B4-BE49-F238E27FC236}">
                <a16:creationId xmlns:a16="http://schemas.microsoft.com/office/drawing/2014/main" id="{12637B24-D6EA-4C71-97C4-F207758BF446}"/>
              </a:ext>
            </a:extLst>
          </p:cNvPr>
          <p:cNvSpPr>
            <a:spLocks xmlns:a="http://schemas.openxmlformats.org/drawingml/2006/main" noGrp="1"/>
          </p:cNvSpPr>
          <p:nvPr/>
        </p:nvSpPr>
        <p:spPr>
          <a:xfrm xmlns:a="http://schemas.openxmlformats.org/drawingml/2006/main">
            <a:off x="8975771" y="2221796"/>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45" name="pdf-text-0045">
            <a:extLst xmlns:a="http://schemas.openxmlformats.org/drawingml/2006/main">
              <a:ext uri="{FF2B5EF4-FFF2-40B4-BE49-F238E27FC236}">
                <a16:creationId xmlns:a16="http://schemas.microsoft.com/office/drawing/2014/main" id="{E0BC3EE7-BFCF-40B3-B915-E81A96E82742}"/>
              </a:ext>
            </a:extLst>
          </p:cNvPr>
          <p:cNvSpPr>
            <a:spLocks xmlns:a="http://schemas.openxmlformats.org/drawingml/2006/main" noGrp="1"/>
          </p:cNvSpPr>
          <p:nvPr/>
        </p:nvSpPr>
        <p:spPr>
          <a:xfrm xmlns:a="http://schemas.openxmlformats.org/drawingml/2006/main">
            <a:off x="10081185" y="2221796"/>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以色列</a:t>
            </a:r>
          </a:p>
        </p:txBody>
      </p:sp>
      <p:sp>
        <p:nvSpPr>
          <p:cNvPr id="46" name="pdf-text-0046">
            <a:extLst xmlns:a="http://schemas.openxmlformats.org/drawingml/2006/main">
              <a:ext uri="{FF2B5EF4-FFF2-40B4-BE49-F238E27FC236}">
                <a16:creationId xmlns:a16="http://schemas.microsoft.com/office/drawing/2014/main" id="{B63AC315-AFC0-4FA7-88CF-E51711905645}"/>
              </a:ext>
            </a:extLst>
          </p:cNvPr>
          <p:cNvSpPr>
            <a:spLocks xmlns:a="http://schemas.openxmlformats.org/drawingml/2006/main" noGrp="1"/>
          </p:cNvSpPr>
          <p:nvPr/>
        </p:nvSpPr>
        <p:spPr>
          <a:xfrm xmlns:a="http://schemas.openxmlformats.org/drawingml/2006/main">
            <a:off x="11345978" y="2221796"/>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47" name="pdf-text-0047">
            <a:extLst xmlns:a="http://schemas.openxmlformats.org/drawingml/2006/main">
              <a:ext uri="{FF2B5EF4-FFF2-40B4-BE49-F238E27FC236}">
                <a16:creationId xmlns:a16="http://schemas.microsoft.com/office/drawing/2014/main" id="{94E21FD5-488A-4CE8-B703-E52C0265FC2E}"/>
              </a:ext>
            </a:extLst>
          </p:cNvPr>
          <p:cNvSpPr>
            <a:spLocks xmlns:a="http://schemas.openxmlformats.org/drawingml/2006/main" noGrp="1"/>
          </p:cNvSpPr>
          <p:nvPr/>
        </p:nvSpPr>
        <p:spPr>
          <a:xfrm xmlns:a="http://schemas.openxmlformats.org/drawingml/2006/main">
            <a:off x="7875670" y="2501291"/>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3D</a:t>
            </a:r>
          </a:p>
        </p:txBody>
      </p:sp>
      <p:sp>
        <p:nvSpPr>
          <p:cNvPr id="48" name="pdf-text-0048">
            <a:extLst xmlns:a="http://schemas.openxmlformats.org/drawingml/2006/main">
              <a:ext uri="{FF2B5EF4-FFF2-40B4-BE49-F238E27FC236}">
                <a16:creationId xmlns:a16="http://schemas.microsoft.com/office/drawing/2014/main" id="{89008BF3-9B08-4103-88D9-12C53ABCAAB5}"/>
              </a:ext>
            </a:extLst>
          </p:cNvPr>
          <p:cNvSpPr>
            <a:spLocks xmlns:a="http://schemas.openxmlformats.org/drawingml/2006/main" noGrp="1"/>
          </p:cNvSpPr>
          <p:nvPr/>
        </p:nvSpPr>
        <p:spPr>
          <a:xfrm xmlns:a="http://schemas.openxmlformats.org/drawingml/2006/main">
            <a:off x="8031061" y="2493576"/>
            <a:ext cx="29412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成像</a:t>
            </a:r>
          </a:p>
        </p:txBody>
      </p:sp>
      <p:sp>
        <p:nvSpPr>
          <p:cNvPr id="49" name="pdf-text-0049">
            <a:extLst xmlns:a="http://schemas.openxmlformats.org/drawingml/2006/main">
              <a:ext uri="{FF2B5EF4-FFF2-40B4-BE49-F238E27FC236}">
                <a16:creationId xmlns:a16="http://schemas.microsoft.com/office/drawing/2014/main" id="{1DF82058-CC4C-4A0E-BE33-52D27EB63E73}"/>
              </a:ext>
            </a:extLst>
          </p:cNvPr>
          <p:cNvSpPr>
            <a:spLocks xmlns:a="http://schemas.openxmlformats.org/drawingml/2006/main" noGrp="1"/>
          </p:cNvSpPr>
          <p:nvPr/>
        </p:nvSpPr>
        <p:spPr>
          <a:xfrm xmlns:a="http://schemas.openxmlformats.org/drawingml/2006/main">
            <a:off x="8911763" y="2493576"/>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线激光</a:t>
            </a:r>
          </a:p>
        </p:txBody>
      </p:sp>
      <p:sp>
        <p:nvSpPr>
          <p:cNvPr id="50" name="pdf-text-0050">
            <a:extLst xmlns:a="http://schemas.openxmlformats.org/drawingml/2006/main">
              <a:ext uri="{FF2B5EF4-FFF2-40B4-BE49-F238E27FC236}">
                <a16:creationId xmlns:a16="http://schemas.microsoft.com/office/drawing/2014/main" id="{DDF3B8D0-DFAB-48DA-BFC8-40EA10876DF8}"/>
              </a:ext>
            </a:extLst>
          </p:cNvPr>
          <p:cNvSpPr>
            <a:spLocks xmlns:a="http://schemas.openxmlformats.org/drawingml/2006/main" noGrp="1"/>
          </p:cNvSpPr>
          <p:nvPr/>
        </p:nvSpPr>
        <p:spPr>
          <a:xfrm xmlns:a="http://schemas.openxmlformats.org/drawingml/2006/main">
            <a:off x="10081182" y="2493576"/>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线激光</a:t>
            </a:r>
          </a:p>
        </p:txBody>
      </p:sp>
      <p:sp>
        <p:nvSpPr>
          <p:cNvPr id="51" name="pdf-text-0051">
            <a:extLst xmlns:a="http://schemas.openxmlformats.org/drawingml/2006/main">
              <a:ext uri="{FF2B5EF4-FFF2-40B4-BE49-F238E27FC236}">
                <a16:creationId xmlns:a16="http://schemas.microsoft.com/office/drawing/2014/main" id="{000CE583-4C53-4250-9FCD-B14DC338FA74}"/>
              </a:ext>
            </a:extLst>
          </p:cNvPr>
          <p:cNvSpPr>
            <a:spLocks xmlns:a="http://schemas.openxmlformats.org/drawingml/2006/main" noGrp="1"/>
          </p:cNvSpPr>
          <p:nvPr/>
        </p:nvSpPr>
        <p:spPr>
          <a:xfrm xmlns:a="http://schemas.openxmlformats.org/drawingml/2006/main">
            <a:off x="11006089" y="2493576"/>
            <a:ext cx="42214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线激光</a:t>
            </a:r>
          </a:p>
        </p:txBody>
      </p:sp>
      <p:sp>
        <p:nvSpPr>
          <p:cNvPr id="52" name="pdf-text-0052">
            <a:extLst xmlns:a="http://schemas.openxmlformats.org/drawingml/2006/main">
              <a:ext uri="{FF2B5EF4-FFF2-40B4-BE49-F238E27FC236}">
                <a16:creationId xmlns:a16="http://schemas.microsoft.com/office/drawing/2014/main" id="{E0D4BFAD-545D-46A6-8098-8900D056EE65}"/>
              </a:ext>
            </a:extLst>
          </p:cNvPr>
          <p:cNvSpPr>
            <a:spLocks xmlns:a="http://schemas.openxmlformats.org/drawingml/2006/main" noGrp="1"/>
          </p:cNvSpPr>
          <p:nvPr/>
        </p:nvSpPr>
        <p:spPr>
          <a:xfrm xmlns:a="http://schemas.openxmlformats.org/drawingml/2006/main">
            <a:off x="11391661" y="2501239"/>
            <a:ext cx="33363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/APX</a:t>
            </a:r>
          </a:p>
        </p:txBody>
      </p:sp>
      <p:sp>
        <p:nvSpPr>
          <p:cNvPr id="53" name="pdf-text-0053">
            <a:extLst xmlns:a="http://schemas.openxmlformats.org/drawingml/2006/main">
              <a:ext uri="{FF2B5EF4-FFF2-40B4-BE49-F238E27FC236}">
                <a16:creationId xmlns:a16="http://schemas.microsoft.com/office/drawing/2014/main" id="{D379FD1E-CA16-4CB3-B261-3FE3B466A761}"/>
              </a:ext>
            </a:extLst>
          </p:cNvPr>
          <p:cNvSpPr>
            <a:spLocks xmlns:a="http://schemas.openxmlformats.org/drawingml/2006/main" noGrp="1"/>
          </p:cNvSpPr>
          <p:nvPr/>
        </p:nvSpPr>
        <p:spPr>
          <a:xfrm xmlns:a="http://schemas.openxmlformats.org/drawingml/2006/main">
            <a:off x="11687318" y="2493576"/>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技术</a:t>
            </a:r>
          </a:p>
        </p:txBody>
      </p:sp>
      <p:sp>
        <p:nvSpPr>
          <p:cNvPr id="54" name="pdf-text-0054">
            <a:extLst xmlns:a="http://schemas.openxmlformats.org/drawingml/2006/main">
              <a:ext uri="{FF2B5EF4-FFF2-40B4-BE49-F238E27FC236}">
                <a16:creationId xmlns:a16="http://schemas.microsoft.com/office/drawing/2014/main" id="{A0160D61-F53F-46B2-B896-BBB01AF08CC4}"/>
              </a:ext>
            </a:extLst>
          </p:cNvPr>
          <p:cNvSpPr>
            <a:spLocks xmlns:a="http://schemas.openxmlformats.org/drawingml/2006/main" noGrp="1"/>
          </p:cNvSpPr>
          <p:nvPr/>
        </p:nvSpPr>
        <p:spPr>
          <a:xfrm xmlns:a="http://schemas.openxmlformats.org/drawingml/2006/main">
            <a:off x="7749121" y="2751112"/>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3D</a:t>
            </a:r>
          </a:p>
        </p:txBody>
      </p:sp>
      <p:sp>
        <p:nvSpPr>
          <p:cNvPr id="55" name="pdf-text-0055">
            <a:extLst xmlns:a="http://schemas.openxmlformats.org/drawingml/2006/main">
              <a:ext uri="{FF2B5EF4-FFF2-40B4-BE49-F238E27FC236}">
                <a16:creationId xmlns:a16="http://schemas.microsoft.com/office/drawing/2014/main" id="{90D1955B-5282-4D54-A340-5CD545CD4666}"/>
              </a:ext>
            </a:extLst>
          </p:cNvPr>
          <p:cNvSpPr>
            <a:spLocks xmlns:a="http://schemas.openxmlformats.org/drawingml/2006/main" noGrp="1"/>
          </p:cNvSpPr>
          <p:nvPr/>
        </p:nvSpPr>
        <p:spPr>
          <a:xfrm xmlns:a="http://schemas.openxmlformats.org/drawingml/2006/main">
            <a:off x="7904569" y="2743449"/>
            <a:ext cx="55015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检测速度</a:t>
            </a:r>
          </a:p>
        </p:txBody>
      </p:sp>
      <p:sp>
        <p:nvSpPr>
          <p:cNvPr id="56" name="pdf-text-0056">
            <a:extLst xmlns:a="http://schemas.openxmlformats.org/drawingml/2006/main">
              <a:ext uri="{FF2B5EF4-FFF2-40B4-BE49-F238E27FC236}">
                <a16:creationId xmlns:a16="http://schemas.microsoft.com/office/drawing/2014/main" id="{0DDEAB56-CD3D-44E3-8D58-094EB73630A7}"/>
              </a:ext>
            </a:extLst>
          </p:cNvPr>
          <p:cNvSpPr>
            <a:spLocks xmlns:a="http://schemas.openxmlformats.org/drawingml/2006/main" noGrp="1"/>
          </p:cNvSpPr>
          <p:nvPr/>
        </p:nvSpPr>
        <p:spPr>
          <a:xfrm xmlns:a="http://schemas.openxmlformats.org/drawingml/2006/main">
            <a:off x="7858849" y="297204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57" name="pdf-text-0057">
            <a:extLst xmlns:a="http://schemas.openxmlformats.org/drawingml/2006/main">
              <a:ext uri="{FF2B5EF4-FFF2-40B4-BE49-F238E27FC236}">
                <a16:creationId xmlns:a16="http://schemas.microsoft.com/office/drawing/2014/main" id="{2C0F031C-D921-48C2-A2E8-CF618A87E512}"/>
              </a:ext>
            </a:extLst>
          </p:cNvPr>
          <p:cNvSpPr>
            <a:spLocks xmlns:a="http://schemas.openxmlformats.org/drawingml/2006/main" noGrp="1"/>
          </p:cNvSpPr>
          <p:nvPr/>
        </p:nvSpPr>
        <p:spPr>
          <a:xfrm xmlns:a="http://schemas.openxmlformats.org/drawingml/2006/main">
            <a:off x="7988389" y="2979712"/>
            <a:ext cx="10134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8</a:t>
            </a:r>
          </a:p>
        </p:txBody>
      </p:sp>
      <p:sp>
        <p:nvSpPr>
          <p:cNvPr id="58" name="pdf-text-0058">
            <a:extLst xmlns:a="http://schemas.openxmlformats.org/drawingml/2006/main">
              <a:ext uri="{FF2B5EF4-FFF2-40B4-BE49-F238E27FC236}">
                <a16:creationId xmlns:a16="http://schemas.microsoft.com/office/drawing/2014/main" id="{56276AF4-BCBF-424C-8D44-235BA04613C4}"/>
              </a:ext>
            </a:extLst>
          </p:cNvPr>
          <p:cNvSpPr>
            <a:spLocks xmlns:a="http://schemas.openxmlformats.org/drawingml/2006/main" noGrp="1"/>
          </p:cNvSpPr>
          <p:nvPr/>
        </p:nvSpPr>
        <p:spPr>
          <a:xfrm xmlns:a="http://schemas.openxmlformats.org/drawingml/2006/main">
            <a:off x="8052397" y="2972049"/>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寸）</a:t>
            </a:r>
          </a:p>
        </p:txBody>
      </p:sp>
      <p:sp>
        <p:nvSpPr>
          <p:cNvPr id="59" name="pdf-text-0059">
            <a:extLst xmlns:a="http://schemas.openxmlformats.org/drawingml/2006/main">
              <a:ext uri="{FF2B5EF4-FFF2-40B4-BE49-F238E27FC236}">
                <a16:creationId xmlns:a16="http://schemas.microsoft.com/office/drawing/2014/main" id="{006B2325-2075-445B-8281-0A79269FC657}"/>
              </a:ext>
            </a:extLst>
          </p:cNvPr>
          <p:cNvSpPr>
            <a:spLocks xmlns:a="http://schemas.openxmlformats.org/drawingml/2006/main" noGrp="1"/>
          </p:cNvSpPr>
          <p:nvPr/>
        </p:nvSpPr>
        <p:spPr>
          <a:xfrm xmlns:a="http://schemas.openxmlformats.org/drawingml/2006/main">
            <a:off x="8875155" y="2864263"/>
            <a:ext cx="23694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&gt;10</a:t>
            </a:r>
          </a:p>
        </p:txBody>
      </p:sp>
      <p:sp>
        <p:nvSpPr>
          <p:cNvPr id="60" name="pdf-text-0060">
            <a:extLst xmlns:a="http://schemas.openxmlformats.org/drawingml/2006/main">
              <a:ext uri="{FF2B5EF4-FFF2-40B4-BE49-F238E27FC236}">
                <a16:creationId xmlns:a16="http://schemas.microsoft.com/office/drawing/2014/main" id="{19568557-9ADA-4AD6-8E3A-17FBA249983C}"/>
              </a:ext>
            </a:extLst>
          </p:cNvPr>
          <p:cNvSpPr>
            <a:spLocks xmlns:a="http://schemas.openxmlformats.org/drawingml/2006/main" noGrp="1"/>
          </p:cNvSpPr>
          <p:nvPr/>
        </p:nvSpPr>
        <p:spPr>
          <a:xfrm xmlns:a="http://schemas.openxmlformats.org/drawingml/2006/main">
            <a:off x="9074759" y="2857749"/>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分钟</a:t>
            </a:r>
          </a:p>
        </p:txBody>
      </p:sp>
      <p:sp>
        <p:nvSpPr>
          <p:cNvPr id="61" name="pdf-text-0061">
            <a:extLst xmlns:a="http://schemas.openxmlformats.org/drawingml/2006/main">
              <a:ext uri="{FF2B5EF4-FFF2-40B4-BE49-F238E27FC236}">
                <a16:creationId xmlns:a16="http://schemas.microsoft.com/office/drawing/2014/main" id="{3EF49146-BBEA-47E0-B01C-526577234188}"/>
              </a:ext>
            </a:extLst>
          </p:cNvPr>
          <p:cNvSpPr>
            <a:spLocks xmlns:a="http://schemas.openxmlformats.org/drawingml/2006/main" noGrp="1"/>
          </p:cNvSpPr>
          <p:nvPr/>
        </p:nvSpPr>
        <p:spPr>
          <a:xfrm xmlns:a="http://schemas.openxmlformats.org/drawingml/2006/main">
            <a:off x="10079612" y="2864263"/>
            <a:ext cx="16535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10</a:t>
            </a:r>
          </a:p>
        </p:txBody>
      </p:sp>
      <p:sp>
        <p:nvSpPr>
          <p:cNvPr id="62" name="pdf-text-0062">
            <a:extLst xmlns:a="http://schemas.openxmlformats.org/drawingml/2006/main">
              <a:ext uri="{FF2B5EF4-FFF2-40B4-BE49-F238E27FC236}">
                <a16:creationId xmlns:a16="http://schemas.microsoft.com/office/drawing/2014/main" id="{919DE152-75B9-44CC-B5DF-9A6ED6E16833}"/>
              </a:ext>
            </a:extLst>
          </p:cNvPr>
          <p:cNvSpPr>
            <a:spLocks xmlns:a="http://schemas.openxmlformats.org/drawingml/2006/main" noGrp="1"/>
          </p:cNvSpPr>
          <p:nvPr/>
        </p:nvSpPr>
        <p:spPr>
          <a:xfrm xmlns:a="http://schemas.openxmlformats.org/drawingml/2006/main">
            <a:off x="10207621" y="2857749"/>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分钟</a:t>
            </a:r>
          </a:p>
        </p:txBody>
      </p:sp>
      <p:sp>
        <p:nvSpPr>
          <p:cNvPr id="63" name="pdf-text-0063">
            <a:extLst xmlns:a="http://schemas.openxmlformats.org/drawingml/2006/main">
              <a:ext uri="{FF2B5EF4-FFF2-40B4-BE49-F238E27FC236}">
                <a16:creationId xmlns:a16="http://schemas.microsoft.com/office/drawing/2014/main" id="{E3899632-1DDE-49FA-B24C-85A4793DAADA}"/>
              </a:ext>
            </a:extLst>
          </p:cNvPr>
          <p:cNvSpPr>
            <a:spLocks xmlns:a="http://schemas.openxmlformats.org/drawingml/2006/main" noGrp="1"/>
          </p:cNvSpPr>
          <p:nvPr/>
        </p:nvSpPr>
        <p:spPr>
          <a:xfrm xmlns:a="http://schemas.openxmlformats.org/drawingml/2006/main">
            <a:off x="11105208" y="2865412"/>
            <a:ext cx="16535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10</a:t>
            </a:r>
          </a:p>
        </p:txBody>
      </p:sp>
      <p:sp>
        <p:nvSpPr>
          <p:cNvPr id="64" name="pdf-text-0064">
            <a:extLst xmlns:a="http://schemas.openxmlformats.org/drawingml/2006/main">
              <a:ext uri="{FF2B5EF4-FFF2-40B4-BE49-F238E27FC236}">
                <a16:creationId xmlns:a16="http://schemas.microsoft.com/office/drawing/2014/main" id="{CE4708EE-F07E-43EE-BB29-20699893F4FE}"/>
              </a:ext>
            </a:extLst>
          </p:cNvPr>
          <p:cNvSpPr>
            <a:spLocks xmlns:a="http://schemas.openxmlformats.org/drawingml/2006/main" noGrp="1"/>
          </p:cNvSpPr>
          <p:nvPr/>
        </p:nvSpPr>
        <p:spPr>
          <a:xfrm xmlns:a="http://schemas.openxmlformats.org/drawingml/2006/main">
            <a:off x="11233197" y="2857749"/>
            <a:ext cx="29412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分钟</a:t>
            </a:r>
          </a:p>
        </p:txBody>
      </p:sp>
      <p:sp>
        <p:nvSpPr>
          <p:cNvPr id="65" name="pdf-text-0065">
            <a:extLst xmlns:a="http://schemas.openxmlformats.org/drawingml/2006/main">
              <a:ext uri="{FF2B5EF4-FFF2-40B4-BE49-F238E27FC236}">
                <a16:creationId xmlns:a16="http://schemas.microsoft.com/office/drawing/2014/main" id="{ED6525BD-3337-4004-93A7-4190C04D620B}"/>
              </a:ext>
            </a:extLst>
          </p:cNvPr>
          <p:cNvSpPr>
            <a:spLocks xmlns:a="http://schemas.openxmlformats.org/drawingml/2006/main" noGrp="1"/>
          </p:cNvSpPr>
          <p:nvPr/>
        </p:nvSpPr>
        <p:spPr>
          <a:xfrm xmlns:a="http://schemas.openxmlformats.org/drawingml/2006/main">
            <a:off x="11490753" y="2865412"/>
            <a:ext cx="13638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/4</a:t>
            </a:r>
          </a:p>
        </p:txBody>
      </p:sp>
      <p:sp>
        <p:nvSpPr>
          <p:cNvPr id="66" name="pdf-text-0066">
            <a:extLst xmlns:a="http://schemas.openxmlformats.org/drawingml/2006/main">
              <a:ext uri="{FF2B5EF4-FFF2-40B4-BE49-F238E27FC236}">
                <a16:creationId xmlns:a16="http://schemas.microsoft.com/office/drawing/2014/main" id="{F1F102D4-E6C7-49B7-A6C4-8175750755AE}"/>
              </a:ext>
            </a:extLst>
          </p:cNvPr>
          <p:cNvSpPr>
            <a:spLocks xmlns:a="http://schemas.openxmlformats.org/drawingml/2006/main" noGrp="1"/>
          </p:cNvSpPr>
          <p:nvPr/>
        </p:nvSpPr>
        <p:spPr>
          <a:xfrm xmlns:a="http://schemas.openxmlformats.org/drawingml/2006/main">
            <a:off x="11588289" y="2857749"/>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分钟</a:t>
            </a:r>
          </a:p>
        </p:txBody>
      </p:sp>
      <p:sp>
        <p:nvSpPr>
          <p:cNvPr id="67" name="pdf-text-0067">
            <a:extLst xmlns:a="http://schemas.openxmlformats.org/drawingml/2006/main">
              <a:ext uri="{FF2B5EF4-FFF2-40B4-BE49-F238E27FC236}">
                <a16:creationId xmlns:a16="http://schemas.microsoft.com/office/drawing/2014/main" id="{5B76D5FF-556D-4383-B219-7A2F1B416560}"/>
              </a:ext>
            </a:extLst>
          </p:cNvPr>
          <p:cNvSpPr>
            <a:spLocks xmlns:a="http://schemas.openxmlformats.org/drawingml/2006/main" noGrp="1"/>
          </p:cNvSpPr>
          <p:nvPr/>
        </p:nvSpPr>
        <p:spPr>
          <a:xfrm xmlns:a="http://schemas.openxmlformats.org/drawingml/2006/main">
            <a:off x="7945717" y="3275177"/>
            <a:ext cx="31233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ADC</a:t>
            </a:r>
          </a:p>
        </p:txBody>
      </p:sp>
      <p:sp>
        <p:nvSpPr>
          <p:cNvPr id="68" name="pdf-text-0068">
            <a:extLst xmlns:a="http://schemas.openxmlformats.org/drawingml/2006/main">
              <a:ext uri="{FF2B5EF4-FFF2-40B4-BE49-F238E27FC236}">
                <a16:creationId xmlns:a16="http://schemas.microsoft.com/office/drawing/2014/main" id="{609C8ADC-ABF3-4E8D-B4AD-7EFF2DB8D341}"/>
              </a:ext>
            </a:extLst>
          </p:cNvPr>
          <p:cNvSpPr>
            <a:spLocks xmlns:a="http://schemas.openxmlformats.org/drawingml/2006/main" noGrp="1"/>
          </p:cNvSpPr>
          <p:nvPr/>
        </p:nvSpPr>
        <p:spPr>
          <a:xfrm xmlns:a="http://schemas.openxmlformats.org/drawingml/2006/main">
            <a:off x="9067195" y="3274029"/>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a:t>
            </a:r>
          </a:p>
        </p:txBody>
      </p:sp>
      <p:sp>
        <p:nvSpPr>
          <p:cNvPr id="69" name="pdf-text-0069">
            <a:extLst xmlns:a="http://schemas.openxmlformats.org/drawingml/2006/main">
              <a:ext uri="{FF2B5EF4-FFF2-40B4-BE49-F238E27FC236}">
                <a16:creationId xmlns:a16="http://schemas.microsoft.com/office/drawing/2014/main" id="{E298F696-E270-4276-B7C1-9FC32CC95878}"/>
              </a:ext>
            </a:extLst>
          </p:cNvPr>
          <p:cNvSpPr>
            <a:spLocks xmlns:a="http://schemas.openxmlformats.org/drawingml/2006/main" noGrp="1"/>
          </p:cNvSpPr>
          <p:nvPr/>
        </p:nvSpPr>
        <p:spPr>
          <a:xfrm xmlns:a="http://schemas.openxmlformats.org/drawingml/2006/main">
            <a:off x="10209164" y="326827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70" name="pdf-text-0070">
            <a:extLst xmlns:a="http://schemas.openxmlformats.org/drawingml/2006/main">
              <a:ext uri="{FF2B5EF4-FFF2-40B4-BE49-F238E27FC236}">
                <a16:creationId xmlns:a16="http://schemas.microsoft.com/office/drawing/2014/main" id="{614EAC9C-FEA2-474E-BFD8-8779060BC9EE}"/>
              </a:ext>
            </a:extLst>
          </p:cNvPr>
          <p:cNvSpPr>
            <a:spLocks xmlns:a="http://schemas.openxmlformats.org/drawingml/2006/main" noGrp="1"/>
          </p:cNvSpPr>
          <p:nvPr/>
        </p:nvSpPr>
        <p:spPr>
          <a:xfrm xmlns:a="http://schemas.openxmlformats.org/drawingml/2006/main">
            <a:off x="11438920" y="3275177"/>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a:t>
            </a:r>
          </a:p>
        </p:txBody>
      </p:sp>
      <p:pic>
        <p:nvPicPr>
          <p:cNvPr id="252" name=""/>
          <p:cNvPicPr>
            <a:picLocks xmlns:a="http://schemas.openxmlformats.org/drawingml/2006/main" noChangeAspect="1"/>
          </p:cNvPicPr>
          <p:nvPr/>
        </p:nvPicPr>
        <p:blipFill>
          <a:blip xmlns:r="http://schemas.openxmlformats.org/officeDocument/2006/relationships" xmlns:a="http://schemas.openxmlformats.org/drawingml/2006/main" r:embed="R7d23d34cd63a4d64"/>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bae76b73d6494070"/>
          <a:srcRect xmlns:a="http://schemas.openxmlformats.org/drawingml/2006/main" l="0" t="126" r="0" b="126"/>
          <a:stretch xmlns:a="http://schemas.openxmlformats.org/drawingml/2006/main">
            <a:fillRect l="0" t="0" r="0" b="0"/>
          </a:stretch>
        </p:blipFill>
        <p:spPr>
          <a:xfrm xmlns:a="http://schemas.openxmlformats.org/drawingml/2006/main">
            <a:off x="426807" y="3850720"/>
            <a:ext cx="1680657" cy="1233031"/>
          </a:xfrm>
          <a:prstGeom xmlns:a="http://schemas.openxmlformats.org/drawingml/2006/main" prst="rect">
            <a:avLst/>
          </a:prstGeom>
        </p:spPr>
      </p:pic>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6901d7c26491477e"/>
          <a:srcRect xmlns:a="http://schemas.openxmlformats.org/drawingml/2006/main" l="0" t="19" r="0" b="19"/>
          <a:stretch xmlns:a="http://schemas.openxmlformats.org/drawingml/2006/main">
            <a:fillRect l="0" t="0" r="0" b="0"/>
          </a:stretch>
        </p:blipFill>
        <p:spPr>
          <a:xfrm xmlns:a="http://schemas.openxmlformats.org/drawingml/2006/main">
            <a:off x="426807" y="5144438"/>
            <a:ext cx="1666148" cy="1353243"/>
          </a:xfrm>
          <a:prstGeom xmlns:a="http://schemas.openxmlformats.org/drawingml/2006/main" prst="rect">
            <a:avLst/>
          </a:prstGeom>
        </p:spPr>
      </p:pic>
      <p:sp>
        <p:nvSpPr>
          <p:cNvPr id="74" name="pdf-vector-0074">
            <a:extLst xmlns:a="http://schemas.openxmlformats.org/drawingml/2006/main">
              <a:ext uri="{FF2B5EF4-FFF2-40B4-BE49-F238E27FC236}">
                <a16:creationId xmlns:a16="http://schemas.microsoft.com/office/drawing/2014/main" id="{67571D9C-FD23-4461-AA89-8DB45E549815}"/>
              </a:ext>
            </a:extLst>
          </p:cNvPr>
          <p:cNvSpPr>
            <a:spLocks xmlns:a="http://schemas.openxmlformats.org/drawingml/2006/main" noGrp="1"/>
          </p:cNvSpPr>
          <p:nvPr/>
        </p:nvSpPr>
        <p:spPr>
          <a:xfrm xmlns:a="http://schemas.openxmlformats.org/drawingml/2006/main">
            <a:off x="7585901" y="3715906"/>
            <a:ext cx="4442460" cy="560984"/>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75" name="pdf-text-0075">
            <a:extLst xmlns:a="http://schemas.openxmlformats.org/drawingml/2006/main">
              <a:ext uri="{FF2B5EF4-FFF2-40B4-BE49-F238E27FC236}">
                <a16:creationId xmlns:a16="http://schemas.microsoft.com/office/drawing/2014/main" id="{9456C2AE-B985-4CFB-A987-32DC59C0716A}"/>
              </a:ext>
            </a:extLst>
          </p:cNvPr>
          <p:cNvSpPr>
            <a:spLocks xmlns:a="http://schemas.openxmlformats.org/drawingml/2006/main" noGrp="1"/>
          </p:cNvSpPr>
          <p:nvPr/>
        </p:nvSpPr>
        <p:spPr>
          <a:xfrm xmlns:a="http://schemas.openxmlformats.org/drawingml/2006/main">
            <a:off x="8838816" y="3801741"/>
            <a:ext cx="9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先进封装</a:t>
            </a:r>
          </a:p>
        </p:txBody>
      </p:sp>
      <p:sp>
        <p:nvSpPr>
          <p:cNvPr id="76" name="pdf-text-0076">
            <a:extLst xmlns:a="http://schemas.openxmlformats.org/drawingml/2006/main">
              <a:ext uri="{FF2B5EF4-FFF2-40B4-BE49-F238E27FC236}">
                <a16:creationId xmlns:a16="http://schemas.microsoft.com/office/drawing/2014/main" id="{78FB56CF-9CB2-419F-8EDD-FD19ACB1DFF7}"/>
              </a:ext>
            </a:extLst>
          </p:cNvPr>
          <p:cNvSpPr>
            <a:spLocks xmlns:a="http://schemas.openxmlformats.org/drawingml/2006/main" noGrp="1"/>
          </p:cNvSpPr>
          <p:nvPr/>
        </p:nvSpPr>
        <p:spPr>
          <a:xfrm xmlns:a="http://schemas.openxmlformats.org/drawingml/2006/main">
            <a:off x="9757790" y="3800569"/>
            <a:ext cx="1056607"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1" i="0">
                <a:solidFill>
                  <a:srgbClr val="000000"/>
                </a:solidFill>
                <a:latin typeface="TimesNewRomanPSMT"/>
                <a:ea typeface="TimesNewRomanPSMT"/>
                <a:cs typeface="TimesNewRomanPSMT"/>
              </a:defRPr>
            </a:pPr>
            <a:r>
              <a:rPr sz="1800" b="1" i="0">
                <a:solidFill>
                  <a:srgbClr val="000000"/>
                </a:solidFill>
                <a:latin typeface="TimesNewRomanPSMT"/>
                <a:ea typeface="TimesNewRomanPSMT"/>
                <a:cs typeface="TimesNewRomanPSMT"/>
              </a:rPr>
              <a:t>-RDL AOI</a:t>
            </a:r>
          </a:p>
        </p:txBody>
      </p:sp>
      <p:sp>
        <p:nvSpPr>
          <p:cNvPr id="77" name="pdf-text-0077">
            <a:extLst xmlns:a="http://schemas.openxmlformats.org/drawingml/2006/main">
              <a:ext uri="{FF2B5EF4-FFF2-40B4-BE49-F238E27FC236}">
                <a16:creationId xmlns:a16="http://schemas.microsoft.com/office/drawing/2014/main" id="{0ED494E5-5892-4338-8AB7-8C8BDAB6A59C}"/>
              </a:ext>
            </a:extLst>
          </p:cNvPr>
          <p:cNvSpPr>
            <a:spLocks xmlns:a="http://schemas.openxmlformats.org/drawingml/2006/main" noGrp="1"/>
          </p:cNvSpPr>
          <p:nvPr/>
        </p:nvSpPr>
        <p:spPr>
          <a:xfrm xmlns:a="http://schemas.openxmlformats.org/drawingml/2006/main">
            <a:off x="9093326" y="4066932"/>
            <a:ext cx="14660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自研线路成像技术</a:t>
            </a:r>
          </a:p>
        </p:txBody>
      </p:sp>
      <p:sp>
        <p:nvSpPr>
          <p:cNvPr id="78" name="pdf-vector-0078">
            <a:extLst xmlns:a="http://schemas.openxmlformats.org/drawingml/2006/main">
              <a:ext uri="{FF2B5EF4-FFF2-40B4-BE49-F238E27FC236}">
                <a16:creationId xmlns:a16="http://schemas.microsoft.com/office/drawing/2014/main" id="{BDC85411-8B51-4D6F-A69E-D6047FA5E75B}"/>
              </a:ext>
            </a:extLst>
          </p:cNvPr>
          <p:cNvSpPr>
            <a:spLocks xmlns:a="http://schemas.openxmlformats.org/drawingml/2006/main" noGrp="1"/>
          </p:cNvSpPr>
          <p:nvPr/>
        </p:nvSpPr>
        <p:spPr>
          <a:xfrm xmlns:a="http://schemas.openxmlformats.org/drawingml/2006/main">
            <a:off x="10920590" y="4467441"/>
            <a:ext cx="1107770" cy="58279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79" name="pdf-vector-0079">
            <a:extLst xmlns:a="http://schemas.openxmlformats.org/drawingml/2006/main">
              <a:ext uri="{FF2B5EF4-FFF2-40B4-BE49-F238E27FC236}">
                <a16:creationId xmlns:a16="http://schemas.microsoft.com/office/drawing/2014/main" id="{FDEFC425-DE13-4116-B41A-B1363C59CE51}"/>
              </a:ext>
            </a:extLst>
          </p:cNvPr>
          <p:cNvSpPr>
            <a:spLocks xmlns:a="http://schemas.openxmlformats.org/drawingml/2006/main" noGrp="1"/>
          </p:cNvSpPr>
          <p:nvPr/>
        </p:nvSpPr>
        <p:spPr>
          <a:xfrm xmlns:a="http://schemas.openxmlformats.org/drawingml/2006/main">
            <a:off x="10920590" y="5050218"/>
            <a:ext cx="1107770" cy="25016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80" name="pdf-vector-0080">
            <a:extLst xmlns:a="http://schemas.openxmlformats.org/drawingml/2006/main">
              <a:ext uri="{FF2B5EF4-FFF2-40B4-BE49-F238E27FC236}">
                <a16:creationId xmlns:a16="http://schemas.microsoft.com/office/drawing/2014/main" id="{CC453E04-8614-4B8B-8A28-2C46125DC88F}"/>
              </a:ext>
            </a:extLst>
          </p:cNvPr>
          <p:cNvSpPr>
            <a:spLocks xmlns:a="http://schemas.openxmlformats.org/drawingml/2006/main" noGrp="1"/>
          </p:cNvSpPr>
          <p:nvPr/>
        </p:nvSpPr>
        <p:spPr>
          <a:xfrm xmlns:a="http://schemas.openxmlformats.org/drawingml/2006/main">
            <a:off x="10920590" y="5300383"/>
            <a:ext cx="1107770" cy="461023"/>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81" name="pdf-vector-0081">
            <a:extLst xmlns:a="http://schemas.openxmlformats.org/drawingml/2006/main">
              <a:ext uri="{FF2B5EF4-FFF2-40B4-BE49-F238E27FC236}">
                <a16:creationId xmlns:a16="http://schemas.microsoft.com/office/drawing/2014/main" id="{EF78F384-98BE-46A6-8F1D-B733777D1A4B}"/>
              </a:ext>
            </a:extLst>
          </p:cNvPr>
          <p:cNvSpPr>
            <a:spLocks xmlns:a="http://schemas.openxmlformats.org/drawingml/2006/main" noGrp="1"/>
          </p:cNvSpPr>
          <p:nvPr/>
        </p:nvSpPr>
        <p:spPr>
          <a:xfrm xmlns:a="http://schemas.openxmlformats.org/drawingml/2006/main">
            <a:off x="10920590" y="5761406"/>
            <a:ext cx="1107770" cy="25016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82" name="pdf-vector-0082">
            <a:extLst xmlns:a="http://schemas.openxmlformats.org/drawingml/2006/main">
              <a:ext uri="{FF2B5EF4-FFF2-40B4-BE49-F238E27FC236}">
                <a16:creationId xmlns:a16="http://schemas.microsoft.com/office/drawing/2014/main" id="{3A85FDA2-8111-44E6-8463-5A3CB497A663}"/>
              </a:ext>
            </a:extLst>
          </p:cNvPr>
          <p:cNvSpPr>
            <a:spLocks xmlns:a="http://schemas.openxmlformats.org/drawingml/2006/main" noGrp="1"/>
          </p:cNvSpPr>
          <p:nvPr/>
        </p:nvSpPr>
        <p:spPr>
          <a:xfrm xmlns:a="http://schemas.openxmlformats.org/drawingml/2006/main">
            <a:off x="10920590" y="6011570"/>
            <a:ext cx="1107770" cy="25016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83" name="pdf-vector-0083">
            <a:extLst xmlns:a="http://schemas.openxmlformats.org/drawingml/2006/main">
              <a:ext uri="{FF2B5EF4-FFF2-40B4-BE49-F238E27FC236}">
                <a16:creationId xmlns:a16="http://schemas.microsoft.com/office/drawing/2014/main" id="{073B8B70-50DC-49FE-A799-C269F3524A9C}"/>
              </a:ext>
            </a:extLst>
          </p:cNvPr>
          <p:cNvSpPr>
            <a:spLocks xmlns:a="http://schemas.openxmlformats.org/drawingml/2006/main" noGrp="1"/>
          </p:cNvSpPr>
          <p:nvPr/>
        </p:nvSpPr>
        <p:spPr>
          <a:xfrm xmlns:a="http://schemas.openxmlformats.org/drawingml/2006/main">
            <a:off x="8580454" y="4461084"/>
            <a:ext cx="953" cy="1806994"/>
          </a:xfrm>
          <a:custGeom xmlns:a="http://schemas.openxmlformats.org/drawingml/2006/main">
            <a:pathLst>
              <a:path w="953" h="1806994">
                <a:moveTo>
                  <a:pt x="0" y="0"/>
                </a:moveTo>
                <a:lnTo>
                  <a:pt x="0" y="1806994"/>
                </a:lnTo>
              </a:path>
            </a:pathLst>
          </a:custGeom>
          <a:noFill xmlns:a="http://schemas.openxmlformats.org/drawingml/2006/main"/>
          <a:ln xmlns:a="http://schemas.openxmlformats.org/drawingml/2006/main" w="12700">
            <a:solidFill>
              <a:srgbClr val="C0C0C0"/>
            </a:solidFill>
            <a:prstDash val="solid"/>
          </a:ln>
        </p:spPr>
      </p:sp>
      <p:sp>
        <p:nvSpPr>
          <p:cNvPr id="84" name="pdf-vector-0084">
            <a:extLst xmlns:a="http://schemas.openxmlformats.org/drawingml/2006/main">
              <a:ext uri="{FF2B5EF4-FFF2-40B4-BE49-F238E27FC236}">
                <a16:creationId xmlns:a16="http://schemas.microsoft.com/office/drawing/2014/main" id="{CF3C14BC-4E82-47BF-B53B-77B3337B54F5}"/>
              </a:ext>
            </a:extLst>
          </p:cNvPr>
          <p:cNvSpPr>
            <a:spLocks xmlns:a="http://schemas.openxmlformats.org/drawingml/2006/main" noGrp="1"/>
          </p:cNvSpPr>
          <p:nvPr/>
        </p:nvSpPr>
        <p:spPr>
          <a:xfrm xmlns:a="http://schemas.openxmlformats.org/drawingml/2006/main">
            <a:off x="9625388" y="4461084"/>
            <a:ext cx="953" cy="1806994"/>
          </a:xfrm>
          <a:custGeom xmlns:a="http://schemas.openxmlformats.org/drawingml/2006/main">
            <a:pathLst>
              <a:path w="953" h="1806994">
                <a:moveTo>
                  <a:pt x="0" y="0"/>
                </a:moveTo>
                <a:lnTo>
                  <a:pt x="0" y="1806994"/>
                </a:lnTo>
              </a:path>
            </a:pathLst>
          </a:custGeom>
          <a:noFill xmlns:a="http://schemas.openxmlformats.org/drawingml/2006/main"/>
          <a:ln xmlns:a="http://schemas.openxmlformats.org/drawingml/2006/main" w="12700">
            <a:solidFill>
              <a:srgbClr val="C0C0C0"/>
            </a:solidFill>
            <a:prstDash val="solid"/>
          </a:ln>
        </p:spPr>
      </p:sp>
      <p:sp>
        <p:nvSpPr>
          <p:cNvPr id="85" name="pdf-vector-0085">
            <a:extLst xmlns:a="http://schemas.openxmlformats.org/drawingml/2006/main">
              <a:ext uri="{FF2B5EF4-FFF2-40B4-BE49-F238E27FC236}">
                <a16:creationId xmlns:a16="http://schemas.microsoft.com/office/drawing/2014/main" id="{D827C3EA-B3E9-41EB-9E89-349FDA6B798C}"/>
              </a:ext>
            </a:extLst>
          </p:cNvPr>
          <p:cNvSpPr>
            <a:spLocks xmlns:a="http://schemas.openxmlformats.org/drawingml/2006/main" noGrp="1"/>
          </p:cNvSpPr>
          <p:nvPr/>
        </p:nvSpPr>
        <p:spPr>
          <a:xfrm xmlns:a="http://schemas.openxmlformats.org/drawingml/2006/main">
            <a:off x="10920588" y="4461084"/>
            <a:ext cx="953" cy="1806994"/>
          </a:xfrm>
          <a:custGeom xmlns:a="http://schemas.openxmlformats.org/drawingml/2006/main">
            <a:pathLst>
              <a:path w="953" h="1806994">
                <a:moveTo>
                  <a:pt x="0" y="0"/>
                </a:moveTo>
                <a:lnTo>
                  <a:pt x="0" y="1806994"/>
                </a:lnTo>
              </a:path>
            </a:pathLst>
          </a:custGeom>
          <a:noFill xmlns:a="http://schemas.openxmlformats.org/drawingml/2006/main"/>
          <a:ln xmlns:a="http://schemas.openxmlformats.org/drawingml/2006/main" w="12700">
            <a:solidFill>
              <a:srgbClr val="C0C0C0"/>
            </a:solidFill>
            <a:prstDash val="solid"/>
          </a:ln>
        </p:spPr>
      </p:sp>
      <p:sp>
        <p:nvSpPr>
          <p:cNvPr id="86" name="pdf-vector-0086">
            <a:extLst xmlns:a="http://schemas.openxmlformats.org/drawingml/2006/main">
              <a:ext uri="{FF2B5EF4-FFF2-40B4-BE49-F238E27FC236}">
                <a16:creationId xmlns:a16="http://schemas.microsoft.com/office/drawing/2014/main" id="{9CCE7468-7E24-45EC-9772-9BDA8AF6913C}"/>
              </a:ext>
            </a:extLst>
          </p:cNvPr>
          <p:cNvSpPr>
            <a:spLocks xmlns:a="http://schemas.openxmlformats.org/drawingml/2006/main" noGrp="1"/>
          </p:cNvSpPr>
          <p:nvPr/>
        </p:nvSpPr>
        <p:spPr>
          <a:xfrm xmlns:a="http://schemas.openxmlformats.org/drawingml/2006/main">
            <a:off x="7579548" y="5050222"/>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87" name="pdf-vector-0087">
            <a:extLst xmlns:a="http://schemas.openxmlformats.org/drawingml/2006/main">
              <a:ext uri="{FF2B5EF4-FFF2-40B4-BE49-F238E27FC236}">
                <a16:creationId xmlns:a16="http://schemas.microsoft.com/office/drawing/2014/main" id="{D1E9B367-9FC0-408A-BF66-3C7392AE0949}"/>
              </a:ext>
            </a:extLst>
          </p:cNvPr>
          <p:cNvSpPr>
            <a:spLocks xmlns:a="http://schemas.openxmlformats.org/drawingml/2006/main" noGrp="1"/>
          </p:cNvSpPr>
          <p:nvPr/>
        </p:nvSpPr>
        <p:spPr>
          <a:xfrm xmlns:a="http://schemas.openxmlformats.org/drawingml/2006/main">
            <a:off x="7579548" y="5300386"/>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88" name="pdf-vector-0088">
            <a:extLst xmlns:a="http://schemas.openxmlformats.org/drawingml/2006/main">
              <a:ext uri="{FF2B5EF4-FFF2-40B4-BE49-F238E27FC236}">
                <a16:creationId xmlns:a16="http://schemas.microsoft.com/office/drawing/2014/main" id="{3765D621-CEA0-4748-A748-1474E5341EC1}"/>
              </a:ext>
            </a:extLst>
          </p:cNvPr>
          <p:cNvSpPr>
            <a:spLocks xmlns:a="http://schemas.openxmlformats.org/drawingml/2006/main" noGrp="1"/>
          </p:cNvSpPr>
          <p:nvPr/>
        </p:nvSpPr>
        <p:spPr>
          <a:xfrm xmlns:a="http://schemas.openxmlformats.org/drawingml/2006/main">
            <a:off x="7579548" y="5761403"/>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89" name="pdf-vector-0089">
            <a:extLst xmlns:a="http://schemas.openxmlformats.org/drawingml/2006/main">
              <a:ext uri="{FF2B5EF4-FFF2-40B4-BE49-F238E27FC236}">
                <a16:creationId xmlns:a16="http://schemas.microsoft.com/office/drawing/2014/main" id="{8F5A9E4D-2D22-4CAF-BCB9-1C5D9F307E0B}"/>
              </a:ext>
            </a:extLst>
          </p:cNvPr>
          <p:cNvSpPr>
            <a:spLocks xmlns:a="http://schemas.openxmlformats.org/drawingml/2006/main" noGrp="1"/>
          </p:cNvSpPr>
          <p:nvPr/>
        </p:nvSpPr>
        <p:spPr>
          <a:xfrm xmlns:a="http://schemas.openxmlformats.org/drawingml/2006/main">
            <a:off x="7579548" y="6011566"/>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90" name="pdf-vector-0090">
            <a:extLst xmlns:a="http://schemas.openxmlformats.org/drawingml/2006/main">
              <a:ext uri="{FF2B5EF4-FFF2-40B4-BE49-F238E27FC236}">
                <a16:creationId xmlns:a16="http://schemas.microsoft.com/office/drawing/2014/main" id="{D9CBE652-A2C0-489C-B6A5-61E133B2DE33}"/>
              </a:ext>
            </a:extLst>
          </p:cNvPr>
          <p:cNvSpPr>
            <a:spLocks xmlns:a="http://schemas.openxmlformats.org/drawingml/2006/main" noGrp="1"/>
          </p:cNvSpPr>
          <p:nvPr/>
        </p:nvSpPr>
        <p:spPr>
          <a:xfrm xmlns:a="http://schemas.openxmlformats.org/drawingml/2006/main">
            <a:off x="7585898" y="4461084"/>
            <a:ext cx="953" cy="1806994"/>
          </a:xfrm>
          <a:custGeom xmlns:a="http://schemas.openxmlformats.org/drawingml/2006/main">
            <a:pathLst>
              <a:path w="953" h="1806994">
                <a:moveTo>
                  <a:pt x="0" y="0"/>
                </a:moveTo>
                <a:lnTo>
                  <a:pt x="0" y="1806994"/>
                </a:lnTo>
              </a:path>
            </a:pathLst>
          </a:custGeom>
          <a:noFill xmlns:a="http://schemas.openxmlformats.org/drawingml/2006/main"/>
          <a:ln xmlns:a="http://schemas.openxmlformats.org/drawingml/2006/main" w="12700">
            <a:solidFill>
              <a:srgbClr val="C0C0C0"/>
            </a:solidFill>
            <a:prstDash val="solid"/>
          </a:ln>
        </p:spPr>
      </p:sp>
      <p:sp>
        <p:nvSpPr>
          <p:cNvPr id="91" name="pdf-vector-0091">
            <a:extLst xmlns:a="http://schemas.openxmlformats.org/drawingml/2006/main">
              <a:ext uri="{FF2B5EF4-FFF2-40B4-BE49-F238E27FC236}">
                <a16:creationId xmlns:a16="http://schemas.microsoft.com/office/drawing/2014/main" id="{23F622E7-8633-4200-90E7-747ECCBBA57E}"/>
              </a:ext>
            </a:extLst>
          </p:cNvPr>
          <p:cNvSpPr>
            <a:spLocks xmlns:a="http://schemas.openxmlformats.org/drawingml/2006/main" noGrp="1"/>
          </p:cNvSpPr>
          <p:nvPr/>
        </p:nvSpPr>
        <p:spPr>
          <a:xfrm xmlns:a="http://schemas.openxmlformats.org/drawingml/2006/main">
            <a:off x="12028360" y="4461084"/>
            <a:ext cx="953" cy="1806994"/>
          </a:xfrm>
          <a:custGeom xmlns:a="http://schemas.openxmlformats.org/drawingml/2006/main">
            <a:pathLst>
              <a:path w="953" h="1806994">
                <a:moveTo>
                  <a:pt x="0" y="0"/>
                </a:moveTo>
                <a:lnTo>
                  <a:pt x="0" y="1806994"/>
                </a:lnTo>
              </a:path>
            </a:pathLst>
          </a:custGeom>
          <a:noFill xmlns:a="http://schemas.openxmlformats.org/drawingml/2006/main"/>
          <a:ln xmlns:a="http://schemas.openxmlformats.org/drawingml/2006/main" w="12700">
            <a:solidFill>
              <a:srgbClr val="C0C0C0"/>
            </a:solidFill>
            <a:prstDash val="solid"/>
          </a:ln>
        </p:spPr>
      </p:sp>
      <p:sp>
        <p:nvSpPr>
          <p:cNvPr id="92" name="pdf-vector-0092">
            <a:extLst xmlns:a="http://schemas.openxmlformats.org/drawingml/2006/main">
              <a:ext uri="{FF2B5EF4-FFF2-40B4-BE49-F238E27FC236}">
                <a16:creationId xmlns:a16="http://schemas.microsoft.com/office/drawing/2014/main" id="{1C2586C9-0FCF-435C-8CB1-B20C36952787}"/>
              </a:ext>
            </a:extLst>
          </p:cNvPr>
          <p:cNvSpPr>
            <a:spLocks xmlns:a="http://schemas.openxmlformats.org/drawingml/2006/main" noGrp="1"/>
          </p:cNvSpPr>
          <p:nvPr/>
        </p:nvSpPr>
        <p:spPr>
          <a:xfrm xmlns:a="http://schemas.openxmlformats.org/drawingml/2006/main">
            <a:off x="7579548" y="4467434"/>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93" name="pdf-vector-0093">
            <a:extLst xmlns:a="http://schemas.openxmlformats.org/drawingml/2006/main">
              <a:ext uri="{FF2B5EF4-FFF2-40B4-BE49-F238E27FC236}">
                <a16:creationId xmlns:a16="http://schemas.microsoft.com/office/drawing/2014/main" id="{DB1CE5DF-9E7E-40EC-BF34-D510BEF3CFC9}"/>
              </a:ext>
            </a:extLst>
          </p:cNvPr>
          <p:cNvSpPr>
            <a:spLocks xmlns:a="http://schemas.openxmlformats.org/drawingml/2006/main" noGrp="1"/>
          </p:cNvSpPr>
          <p:nvPr/>
        </p:nvSpPr>
        <p:spPr>
          <a:xfrm xmlns:a="http://schemas.openxmlformats.org/drawingml/2006/main">
            <a:off x="7579548" y="6261730"/>
            <a:ext cx="4455160" cy="953"/>
          </a:xfrm>
          <a:custGeom xmlns:a="http://schemas.openxmlformats.org/drawingml/2006/main">
            <a:pathLst>
              <a:path w="4455160" h="953">
                <a:moveTo>
                  <a:pt x="0" y="0"/>
                </a:moveTo>
                <a:lnTo>
                  <a:pt x="4455160" y="0"/>
                </a:lnTo>
              </a:path>
            </a:pathLst>
          </a:custGeom>
          <a:noFill xmlns:a="http://schemas.openxmlformats.org/drawingml/2006/main"/>
          <a:ln xmlns:a="http://schemas.openxmlformats.org/drawingml/2006/main" w="12700">
            <a:solidFill>
              <a:srgbClr val="C0C0C0"/>
            </a:solidFill>
            <a:prstDash val="solid"/>
          </a:ln>
        </p:spPr>
      </p:sp>
      <p:sp>
        <p:nvSpPr>
          <p:cNvPr id="94" name="pdf-text-0094">
            <a:extLst xmlns:a="http://schemas.openxmlformats.org/drawingml/2006/main">
              <a:ext uri="{FF2B5EF4-FFF2-40B4-BE49-F238E27FC236}">
                <a16:creationId xmlns:a16="http://schemas.microsoft.com/office/drawing/2014/main" id="{6E29AFF0-5EEA-4826-83F4-0D6B5C8F191A}"/>
              </a:ext>
            </a:extLst>
          </p:cNvPr>
          <p:cNvSpPr>
            <a:spLocks xmlns:a="http://schemas.openxmlformats.org/drawingml/2006/main" noGrp="1"/>
          </p:cNvSpPr>
          <p:nvPr/>
        </p:nvSpPr>
        <p:spPr>
          <a:xfrm xmlns:a="http://schemas.openxmlformats.org/drawingml/2006/main">
            <a:off x="7956303" y="4612711"/>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品牌</a:t>
            </a:r>
          </a:p>
        </p:txBody>
      </p:sp>
      <p:sp>
        <p:nvSpPr>
          <p:cNvPr id="95" name="pdf-text-0095">
            <a:extLst xmlns:a="http://schemas.openxmlformats.org/drawingml/2006/main">
              <a:ext uri="{FF2B5EF4-FFF2-40B4-BE49-F238E27FC236}">
                <a16:creationId xmlns:a16="http://schemas.microsoft.com/office/drawing/2014/main" id="{9808E781-5C84-453D-A5C2-03A41DC7FEFD}"/>
              </a:ext>
            </a:extLst>
          </p:cNvPr>
          <p:cNvSpPr>
            <a:spLocks xmlns:a="http://schemas.openxmlformats.org/drawingml/2006/main" noGrp="1"/>
          </p:cNvSpPr>
          <p:nvPr/>
        </p:nvSpPr>
        <p:spPr>
          <a:xfrm xmlns:a="http://schemas.openxmlformats.org/drawingml/2006/main">
            <a:off x="7956303" y="4841311"/>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型号</a:t>
            </a:r>
          </a:p>
        </p:txBody>
      </p:sp>
      <p:sp>
        <p:nvSpPr>
          <p:cNvPr id="96" name="pdf-text-0096">
            <a:extLst xmlns:a="http://schemas.openxmlformats.org/drawingml/2006/main">
              <a:ext uri="{FF2B5EF4-FFF2-40B4-BE49-F238E27FC236}">
                <a16:creationId xmlns:a16="http://schemas.microsoft.com/office/drawing/2014/main" id="{A1B6E01F-0996-4154-97D3-7E28B3B5E522}"/>
              </a:ext>
            </a:extLst>
          </p:cNvPr>
          <p:cNvSpPr>
            <a:spLocks xmlns:a="http://schemas.openxmlformats.org/drawingml/2006/main" noGrp="1"/>
          </p:cNvSpPr>
          <p:nvPr/>
        </p:nvSpPr>
        <p:spPr>
          <a:xfrm xmlns:a="http://schemas.openxmlformats.org/drawingml/2006/main">
            <a:off x="8849333" y="4612711"/>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中科飞测</a:t>
            </a:r>
          </a:p>
        </p:txBody>
      </p:sp>
      <p:sp>
        <p:nvSpPr>
          <p:cNvPr id="97" name="pdf-text-0097">
            <a:extLst xmlns:a="http://schemas.openxmlformats.org/drawingml/2006/main">
              <a:ext uri="{FF2B5EF4-FFF2-40B4-BE49-F238E27FC236}">
                <a16:creationId xmlns:a16="http://schemas.microsoft.com/office/drawing/2014/main" id="{04EA7015-B368-4767-BF1F-AF35448A1744}"/>
              </a:ext>
            </a:extLst>
          </p:cNvPr>
          <p:cNvSpPr>
            <a:spLocks xmlns:a="http://schemas.openxmlformats.org/drawingml/2006/main" noGrp="1"/>
          </p:cNvSpPr>
          <p:nvPr/>
        </p:nvSpPr>
        <p:spPr>
          <a:xfrm xmlns:a="http://schemas.openxmlformats.org/drawingml/2006/main">
            <a:off x="8821901" y="4841311"/>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98" name="pdf-text-0098">
            <a:extLst xmlns:a="http://schemas.openxmlformats.org/drawingml/2006/main">
              <a:ext uri="{FF2B5EF4-FFF2-40B4-BE49-F238E27FC236}">
                <a16:creationId xmlns:a16="http://schemas.microsoft.com/office/drawing/2014/main" id="{023B69DD-76C3-4B71-9ECC-344861D03CAB}"/>
              </a:ext>
            </a:extLst>
          </p:cNvPr>
          <p:cNvSpPr>
            <a:spLocks xmlns:a="http://schemas.openxmlformats.org/drawingml/2006/main" noGrp="1"/>
          </p:cNvSpPr>
          <p:nvPr/>
        </p:nvSpPr>
        <p:spPr>
          <a:xfrm xmlns:a="http://schemas.openxmlformats.org/drawingml/2006/main">
            <a:off x="8951441" y="4848974"/>
            <a:ext cx="34169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Birch</a:t>
            </a:r>
          </a:p>
        </p:txBody>
      </p:sp>
      <p:sp>
        <p:nvSpPr>
          <p:cNvPr id="99" name="pdf-text-0099">
            <a:extLst xmlns:a="http://schemas.openxmlformats.org/drawingml/2006/main">
              <a:ext uri="{FF2B5EF4-FFF2-40B4-BE49-F238E27FC236}">
                <a16:creationId xmlns:a16="http://schemas.microsoft.com/office/drawing/2014/main" id="{F80DCB8F-1A93-4284-81D2-283485BE26F5}"/>
              </a:ext>
            </a:extLst>
          </p:cNvPr>
          <p:cNvSpPr>
            <a:spLocks xmlns:a="http://schemas.openxmlformats.org/drawingml/2006/main" noGrp="1"/>
          </p:cNvSpPr>
          <p:nvPr/>
        </p:nvSpPr>
        <p:spPr>
          <a:xfrm xmlns:a="http://schemas.openxmlformats.org/drawingml/2006/main">
            <a:off x="9254717" y="4841311"/>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00" name="pdf-text-0100">
            <a:extLst xmlns:a="http://schemas.openxmlformats.org/drawingml/2006/main">
              <a:ext uri="{FF2B5EF4-FFF2-40B4-BE49-F238E27FC236}">
                <a16:creationId xmlns:a16="http://schemas.microsoft.com/office/drawing/2014/main" id="{F99C05E9-BCC7-49BB-B422-951DCB4DD2D7}"/>
              </a:ext>
            </a:extLst>
          </p:cNvPr>
          <p:cNvSpPr>
            <a:spLocks xmlns:a="http://schemas.openxmlformats.org/drawingml/2006/main" noGrp="1"/>
          </p:cNvSpPr>
          <p:nvPr/>
        </p:nvSpPr>
        <p:spPr>
          <a:xfrm xmlns:a="http://schemas.openxmlformats.org/drawingml/2006/main">
            <a:off x="10060103" y="4620374"/>
            <a:ext cx="46501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Camtek</a:t>
            </a:r>
          </a:p>
        </p:txBody>
      </p:sp>
      <p:sp>
        <p:nvSpPr>
          <p:cNvPr id="101" name="pdf-text-0101">
            <a:extLst xmlns:a="http://schemas.openxmlformats.org/drawingml/2006/main">
              <a:ext uri="{FF2B5EF4-FFF2-40B4-BE49-F238E27FC236}">
                <a16:creationId xmlns:a16="http://schemas.microsoft.com/office/drawing/2014/main" id="{DEE24CDF-2E66-4279-B77E-837C93AA5B27}"/>
              </a:ext>
            </a:extLst>
          </p:cNvPr>
          <p:cNvSpPr>
            <a:spLocks xmlns:a="http://schemas.openxmlformats.org/drawingml/2006/main" noGrp="1"/>
          </p:cNvSpPr>
          <p:nvPr/>
        </p:nvSpPr>
        <p:spPr>
          <a:xfrm xmlns:a="http://schemas.openxmlformats.org/drawingml/2006/main">
            <a:off x="9884843" y="4841311"/>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02" name="pdf-text-0102">
            <a:extLst xmlns:a="http://schemas.openxmlformats.org/drawingml/2006/main">
              <a:ext uri="{FF2B5EF4-FFF2-40B4-BE49-F238E27FC236}">
                <a16:creationId xmlns:a16="http://schemas.microsoft.com/office/drawing/2014/main" id="{C6DAFB8B-4F77-416B-8F06-48DF4DA81306}"/>
              </a:ext>
            </a:extLst>
          </p:cNvPr>
          <p:cNvSpPr>
            <a:spLocks xmlns:a="http://schemas.openxmlformats.org/drawingml/2006/main" noGrp="1"/>
          </p:cNvSpPr>
          <p:nvPr/>
        </p:nvSpPr>
        <p:spPr>
          <a:xfrm xmlns:a="http://schemas.openxmlformats.org/drawingml/2006/main">
            <a:off x="10014383" y="4848974"/>
            <a:ext cx="55279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Eagle-AP</a:t>
            </a:r>
          </a:p>
        </p:txBody>
      </p:sp>
      <p:sp>
        <p:nvSpPr>
          <p:cNvPr id="103" name="pdf-text-0103">
            <a:extLst xmlns:a="http://schemas.openxmlformats.org/drawingml/2006/main">
              <a:ext uri="{FF2B5EF4-FFF2-40B4-BE49-F238E27FC236}">
                <a16:creationId xmlns:a16="http://schemas.microsoft.com/office/drawing/2014/main" id="{A7F5EA6A-58C7-4E93-9003-7D65FC64A8EA}"/>
              </a:ext>
            </a:extLst>
          </p:cNvPr>
          <p:cNvSpPr>
            <a:spLocks xmlns:a="http://schemas.openxmlformats.org/drawingml/2006/main" noGrp="1"/>
          </p:cNvSpPr>
          <p:nvPr/>
        </p:nvSpPr>
        <p:spPr>
          <a:xfrm xmlns:a="http://schemas.openxmlformats.org/drawingml/2006/main">
            <a:off x="10529495" y="4841311"/>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04" name="pdf-text-0104">
            <a:extLst xmlns:a="http://schemas.openxmlformats.org/drawingml/2006/main">
              <a:ext uri="{FF2B5EF4-FFF2-40B4-BE49-F238E27FC236}">
                <a16:creationId xmlns:a16="http://schemas.microsoft.com/office/drawing/2014/main" id="{BE2060F7-F303-4A9B-AF75-AC6B276DD102}"/>
              </a:ext>
            </a:extLst>
          </p:cNvPr>
          <p:cNvSpPr>
            <a:spLocks xmlns:a="http://schemas.openxmlformats.org/drawingml/2006/main" noGrp="1"/>
          </p:cNvSpPr>
          <p:nvPr/>
        </p:nvSpPr>
        <p:spPr>
          <a:xfrm xmlns:a="http://schemas.openxmlformats.org/drawingml/2006/main">
            <a:off x="11346107" y="4612711"/>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轻蜓</a:t>
            </a:r>
          </a:p>
        </p:txBody>
      </p:sp>
      <p:sp>
        <p:nvSpPr>
          <p:cNvPr id="105" name="pdf-text-0105">
            <a:extLst xmlns:a="http://schemas.openxmlformats.org/drawingml/2006/main">
              <a:ext uri="{FF2B5EF4-FFF2-40B4-BE49-F238E27FC236}">
                <a16:creationId xmlns:a16="http://schemas.microsoft.com/office/drawing/2014/main" id="{8B50294C-695B-4DC7-BB8F-C4A5B1618787}"/>
              </a:ext>
            </a:extLst>
          </p:cNvPr>
          <p:cNvSpPr>
            <a:spLocks xmlns:a="http://schemas.openxmlformats.org/drawingml/2006/main" noGrp="1"/>
          </p:cNvSpPr>
          <p:nvPr/>
        </p:nvSpPr>
        <p:spPr>
          <a:xfrm xmlns:a="http://schemas.openxmlformats.org/drawingml/2006/main">
            <a:off x="11135795" y="4841311"/>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06" name="pdf-text-0106">
            <a:extLst xmlns:a="http://schemas.openxmlformats.org/drawingml/2006/main">
              <a:ext uri="{FF2B5EF4-FFF2-40B4-BE49-F238E27FC236}">
                <a16:creationId xmlns:a16="http://schemas.microsoft.com/office/drawing/2014/main" id="{6A4DD16F-7CC6-4E84-B7F3-F8C14F6B82B3}"/>
              </a:ext>
            </a:extLst>
          </p:cNvPr>
          <p:cNvSpPr>
            <a:spLocks xmlns:a="http://schemas.openxmlformats.org/drawingml/2006/main" noGrp="1"/>
          </p:cNvSpPr>
          <p:nvPr/>
        </p:nvSpPr>
        <p:spPr>
          <a:xfrm xmlns:a="http://schemas.openxmlformats.org/drawingml/2006/main">
            <a:off x="11265336" y="4848974"/>
            <a:ext cx="45347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Spectra</a:t>
            </a:r>
          </a:p>
        </p:txBody>
      </p:sp>
      <p:sp>
        <p:nvSpPr>
          <p:cNvPr id="107" name="pdf-text-0107">
            <a:extLst xmlns:a="http://schemas.openxmlformats.org/drawingml/2006/main">
              <a:ext uri="{FF2B5EF4-FFF2-40B4-BE49-F238E27FC236}">
                <a16:creationId xmlns:a16="http://schemas.microsoft.com/office/drawing/2014/main" id="{15338D80-E26A-4747-9181-707C8116123F}"/>
              </a:ext>
            </a:extLst>
          </p:cNvPr>
          <p:cNvSpPr>
            <a:spLocks xmlns:a="http://schemas.openxmlformats.org/drawingml/2006/main" noGrp="1"/>
          </p:cNvSpPr>
          <p:nvPr/>
        </p:nvSpPr>
        <p:spPr>
          <a:xfrm xmlns:a="http://schemas.openxmlformats.org/drawingml/2006/main">
            <a:off x="11681388" y="4841311"/>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08" name="pdf-text-0108">
            <a:extLst xmlns:a="http://schemas.openxmlformats.org/drawingml/2006/main">
              <a:ext uri="{FF2B5EF4-FFF2-40B4-BE49-F238E27FC236}">
                <a16:creationId xmlns:a16="http://schemas.microsoft.com/office/drawing/2014/main" id="{86FBE0BA-AA74-4899-B486-7AB5B12F978C}"/>
              </a:ext>
            </a:extLst>
          </p:cNvPr>
          <p:cNvSpPr>
            <a:spLocks xmlns:a="http://schemas.openxmlformats.org/drawingml/2006/main" noGrp="1"/>
          </p:cNvSpPr>
          <p:nvPr/>
        </p:nvSpPr>
        <p:spPr>
          <a:xfrm xmlns:a="http://schemas.openxmlformats.org/drawingml/2006/main">
            <a:off x="7956303" y="5143487"/>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地区</a:t>
            </a:r>
          </a:p>
        </p:txBody>
      </p:sp>
      <p:sp>
        <p:nvSpPr>
          <p:cNvPr id="109" name="pdf-text-0109">
            <a:extLst xmlns:a="http://schemas.openxmlformats.org/drawingml/2006/main">
              <a:ext uri="{FF2B5EF4-FFF2-40B4-BE49-F238E27FC236}">
                <a16:creationId xmlns:a16="http://schemas.microsoft.com/office/drawing/2014/main" id="{729FC446-4CAE-4986-8B1B-3F9A76F6D317}"/>
              </a:ext>
            </a:extLst>
          </p:cNvPr>
          <p:cNvSpPr>
            <a:spLocks xmlns:a="http://schemas.openxmlformats.org/drawingml/2006/main" noGrp="1"/>
          </p:cNvSpPr>
          <p:nvPr/>
        </p:nvSpPr>
        <p:spPr>
          <a:xfrm xmlns:a="http://schemas.openxmlformats.org/drawingml/2006/main">
            <a:off x="8975857" y="5143487"/>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110" name="pdf-text-0110">
            <a:extLst xmlns:a="http://schemas.openxmlformats.org/drawingml/2006/main">
              <a:ext uri="{FF2B5EF4-FFF2-40B4-BE49-F238E27FC236}">
                <a16:creationId xmlns:a16="http://schemas.microsoft.com/office/drawing/2014/main" id="{5B339265-802D-42D3-865E-6460F766D950}"/>
              </a:ext>
            </a:extLst>
          </p:cNvPr>
          <p:cNvSpPr>
            <a:spLocks xmlns:a="http://schemas.openxmlformats.org/drawingml/2006/main" noGrp="1"/>
          </p:cNvSpPr>
          <p:nvPr/>
        </p:nvSpPr>
        <p:spPr>
          <a:xfrm xmlns:a="http://schemas.openxmlformats.org/drawingml/2006/main">
            <a:off x="10081523" y="5143487"/>
            <a:ext cx="4190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以色列</a:t>
            </a:r>
          </a:p>
        </p:txBody>
      </p:sp>
      <p:sp>
        <p:nvSpPr>
          <p:cNvPr id="111" name="pdf-text-0111">
            <a:extLst xmlns:a="http://schemas.openxmlformats.org/drawingml/2006/main">
              <a:ext uri="{FF2B5EF4-FFF2-40B4-BE49-F238E27FC236}">
                <a16:creationId xmlns:a16="http://schemas.microsoft.com/office/drawing/2014/main" id="{4655B41B-FC26-4ECB-BE4F-2A4A3FDEE2E0}"/>
              </a:ext>
            </a:extLst>
          </p:cNvPr>
          <p:cNvSpPr>
            <a:spLocks xmlns:a="http://schemas.openxmlformats.org/drawingml/2006/main" noGrp="1"/>
          </p:cNvSpPr>
          <p:nvPr/>
        </p:nvSpPr>
        <p:spPr>
          <a:xfrm xmlns:a="http://schemas.openxmlformats.org/drawingml/2006/main">
            <a:off x="11346190" y="5143487"/>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112" name="pdf-text-0112">
            <a:extLst xmlns:a="http://schemas.openxmlformats.org/drawingml/2006/main">
              <a:ext uri="{FF2B5EF4-FFF2-40B4-BE49-F238E27FC236}">
                <a16:creationId xmlns:a16="http://schemas.microsoft.com/office/drawing/2014/main" id="{CE1C736E-AEBB-4729-AEDF-6503F469B5A5}"/>
              </a:ext>
            </a:extLst>
          </p:cNvPr>
          <p:cNvSpPr>
            <a:spLocks xmlns:a="http://schemas.openxmlformats.org/drawingml/2006/main" noGrp="1"/>
          </p:cNvSpPr>
          <p:nvPr/>
        </p:nvSpPr>
        <p:spPr>
          <a:xfrm xmlns:a="http://schemas.openxmlformats.org/drawingml/2006/main">
            <a:off x="7765803" y="5499077"/>
            <a:ext cx="67361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线路层成像</a:t>
            </a:r>
          </a:p>
        </p:txBody>
      </p:sp>
      <p:sp>
        <p:nvSpPr>
          <p:cNvPr id="113" name="pdf-text-0113">
            <a:extLst xmlns:a="http://schemas.openxmlformats.org/drawingml/2006/main">
              <a:ext uri="{FF2B5EF4-FFF2-40B4-BE49-F238E27FC236}">
                <a16:creationId xmlns:a16="http://schemas.microsoft.com/office/drawing/2014/main" id="{0B95FF04-2A92-43E3-9D22-77CEBC2FD996}"/>
              </a:ext>
            </a:extLst>
          </p:cNvPr>
          <p:cNvSpPr>
            <a:spLocks xmlns:a="http://schemas.openxmlformats.org/drawingml/2006/main" noGrp="1"/>
          </p:cNvSpPr>
          <p:nvPr/>
        </p:nvSpPr>
        <p:spPr>
          <a:xfrm xmlns:a="http://schemas.openxmlformats.org/drawingml/2006/main">
            <a:off x="8849365" y="5499077"/>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仅明暗场</a:t>
            </a:r>
          </a:p>
        </p:txBody>
      </p:sp>
      <p:sp>
        <p:nvSpPr>
          <p:cNvPr id="114" name="pdf-text-0114">
            <a:extLst xmlns:a="http://schemas.openxmlformats.org/drawingml/2006/main">
              <a:ext uri="{FF2B5EF4-FFF2-40B4-BE49-F238E27FC236}">
                <a16:creationId xmlns:a16="http://schemas.microsoft.com/office/drawing/2014/main" id="{FA2B146E-FB25-4955-83DD-573847FE4558}"/>
              </a:ext>
            </a:extLst>
          </p:cNvPr>
          <p:cNvSpPr>
            <a:spLocks xmlns:a="http://schemas.openxmlformats.org/drawingml/2006/main" noGrp="1"/>
          </p:cNvSpPr>
          <p:nvPr/>
        </p:nvSpPr>
        <p:spPr>
          <a:xfrm xmlns:a="http://schemas.openxmlformats.org/drawingml/2006/main">
            <a:off x="10019036" y="5499077"/>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仅明暗场</a:t>
            </a:r>
          </a:p>
        </p:txBody>
      </p:sp>
      <p:sp>
        <p:nvSpPr>
          <p:cNvPr id="115" name="pdf-text-0115">
            <a:extLst xmlns:a="http://schemas.openxmlformats.org/drawingml/2006/main">
              <a:ext uri="{FF2B5EF4-FFF2-40B4-BE49-F238E27FC236}">
                <a16:creationId xmlns:a16="http://schemas.microsoft.com/office/drawing/2014/main" id="{30E8589F-4C88-4255-999E-E5E353FC139D}"/>
              </a:ext>
            </a:extLst>
          </p:cNvPr>
          <p:cNvSpPr>
            <a:spLocks xmlns:a="http://schemas.openxmlformats.org/drawingml/2006/main" noGrp="1"/>
          </p:cNvSpPr>
          <p:nvPr/>
        </p:nvSpPr>
        <p:spPr>
          <a:xfrm xmlns:a="http://schemas.openxmlformats.org/drawingml/2006/main">
            <a:off x="10991128" y="5384728"/>
            <a:ext cx="42061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明暗场</a:t>
            </a:r>
          </a:p>
        </p:txBody>
      </p:sp>
      <p:sp>
        <p:nvSpPr>
          <p:cNvPr id="116" name="pdf-text-0116">
            <a:extLst xmlns:a="http://schemas.openxmlformats.org/drawingml/2006/main">
              <a:ext uri="{FF2B5EF4-FFF2-40B4-BE49-F238E27FC236}">
                <a16:creationId xmlns:a16="http://schemas.microsoft.com/office/drawing/2014/main" id="{3CE4EF16-2C38-417C-A781-22BEE5DF0EAA}"/>
              </a:ext>
            </a:extLst>
          </p:cNvPr>
          <p:cNvSpPr>
            <a:spLocks xmlns:a="http://schemas.openxmlformats.org/drawingml/2006/main" noGrp="1"/>
          </p:cNvSpPr>
          <p:nvPr/>
        </p:nvSpPr>
        <p:spPr>
          <a:xfrm xmlns:a="http://schemas.openxmlformats.org/drawingml/2006/main">
            <a:off x="11375158" y="5391243"/>
            <a:ext cx="10944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TimesNewRomanPSMT"/>
                <a:ea typeface="TimesNewRomanPSMT"/>
                <a:cs typeface="TimesNewRomanPSMT"/>
              </a:defRPr>
            </a:pPr>
            <a:r>
              <a:rPr sz="996" b="0" i="0">
                <a:solidFill>
                  <a:srgbClr val="C00000"/>
                </a:solidFill>
                <a:latin typeface="TimesNewRomanPSMT"/>
                <a:ea typeface="TimesNewRomanPSMT"/>
                <a:cs typeface="TimesNewRomanPSMT"/>
              </a:rPr>
              <a:t>+</a:t>
            </a:r>
          </a:p>
        </p:txBody>
      </p:sp>
      <p:sp>
        <p:nvSpPr>
          <p:cNvPr id="117" name="pdf-text-0117">
            <a:extLst xmlns:a="http://schemas.openxmlformats.org/drawingml/2006/main">
              <a:ext uri="{FF2B5EF4-FFF2-40B4-BE49-F238E27FC236}">
                <a16:creationId xmlns:a16="http://schemas.microsoft.com/office/drawing/2014/main" id="{961B9870-210D-42A8-90F5-BA915119F4A8}"/>
              </a:ext>
            </a:extLst>
          </p:cNvPr>
          <p:cNvSpPr>
            <a:spLocks xmlns:a="http://schemas.openxmlformats.org/drawingml/2006/main" noGrp="1"/>
          </p:cNvSpPr>
          <p:nvPr/>
        </p:nvSpPr>
        <p:spPr>
          <a:xfrm xmlns:a="http://schemas.openxmlformats.org/drawingml/2006/main">
            <a:off x="11446752" y="5384728"/>
            <a:ext cx="54710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轻蜓自研</a:t>
            </a:r>
          </a:p>
        </p:txBody>
      </p:sp>
      <p:sp>
        <p:nvSpPr>
          <p:cNvPr id="118" name="pdf-text-0118">
            <a:extLst xmlns:a="http://schemas.openxmlformats.org/drawingml/2006/main">
              <a:ext uri="{FF2B5EF4-FFF2-40B4-BE49-F238E27FC236}">
                <a16:creationId xmlns:a16="http://schemas.microsoft.com/office/drawing/2014/main" id="{17582942-9D8A-4072-9BBC-AC3ED6D0E1E6}"/>
              </a:ext>
            </a:extLst>
          </p:cNvPr>
          <p:cNvSpPr>
            <a:spLocks xmlns:a="http://schemas.openxmlformats.org/drawingml/2006/main" noGrp="1"/>
          </p:cNvSpPr>
          <p:nvPr/>
        </p:nvSpPr>
        <p:spPr>
          <a:xfrm xmlns:a="http://schemas.openxmlformats.org/drawingml/2006/main">
            <a:off x="11155693" y="5613299"/>
            <a:ext cx="67361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线路层成像</a:t>
            </a:r>
          </a:p>
        </p:txBody>
      </p:sp>
      <p:sp>
        <p:nvSpPr>
          <p:cNvPr id="119" name="pdf-text-0119">
            <a:extLst xmlns:a="http://schemas.openxmlformats.org/drawingml/2006/main">
              <a:ext uri="{FF2B5EF4-FFF2-40B4-BE49-F238E27FC236}">
                <a16:creationId xmlns:a16="http://schemas.microsoft.com/office/drawing/2014/main" id="{ADC713C2-0CE7-429F-9C37-3398394FB6C5}"/>
              </a:ext>
            </a:extLst>
          </p:cNvPr>
          <p:cNvSpPr>
            <a:spLocks xmlns:a="http://schemas.openxmlformats.org/drawingml/2006/main" noGrp="1"/>
          </p:cNvSpPr>
          <p:nvPr/>
        </p:nvSpPr>
        <p:spPr>
          <a:xfrm xmlns:a="http://schemas.openxmlformats.org/drawingml/2006/main">
            <a:off x="7756727" y="5862309"/>
            <a:ext cx="178759"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AI</a:t>
            </a:r>
          </a:p>
        </p:txBody>
      </p:sp>
      <p:sp>
        <p:nvSpPr>
          <p:cNvPr id="120" name="pdf-text-0120">
            <a:extLst xmlns:a="http://schemas.openxmlformats.org/drawingml/2006/main">
              <a:ext uri="{FF2B5EF4-FFF2-40B4-BE49-F238E27FC236}">
                <a16:creationId xmlns:a16="http://schemas.microsoft.com/office/drawing/2014/main" id="{67DF456D-5D27-478E-84D5-6EDE63A4F5C1}"/>
              </a:ext>
            </a:extLst>
          </p:cNvPr>
          <p:cNvSpPr>
            <a:spLocks xmlns:a="http://schemas.openxmlformats.org/drawingml/2006/main" noGrp="1"/>
          </p:cNvSpPr>
          <p:nvPr/>
        </p:nvSpPr>
        <p:spPr>
          <a:xfrm xmlns:a="http://schemas.openxmlformats.org/drawingml/2006/main">
            <a:off x="7896898" y="5854668"/>
            <a:ext cx="55165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检测算法</a:t>
            </a:r>
          </a:p>
        </p:txBody>
      </p:sp>
      <p:sp>
        <p:nvSpPr>
          <p:cNvPr id="121" name="pdf-text-0121">
            <a:extLst xmlns:a="http://schemas.openxmlformats.org/drawingml/2006/main">
              <a:ext uri="{FF2B5EF4-FFF2-40B4-BE49-F238E27FC236}">
                <a16:creationId xmlns:a16="http://schemas.microsoft.com/office/drawing/2014/main" id="{7B3D2E9C-4BEF-4EE3-8AC5-68AA7AA2A872}"/>
              </a:ext>
            </a:extLst>
          </p:cNvPr>
          <p:cNvSpPr>
            <a:spLocks xmlns:a="http://schemas.openxmlformats.org/drawingml/2006/main" noGrp="1"/>
          </p:cNvSpPr>
          <p:nvPr/>
        </p:nvSpPr>
        <p:spPr>
          <a:xfrm xmlns:a="http://schemas.openxmlformats.org/drawingml/2006/main">
            <a:off x="9039865" y="585466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22" name="pdf-text-0122">
            <a:extLst xmlns:a="http://schemas.openxmlformats.org/drawingml/2006/main">
              <a:ext uri="{FF2B5EF4-FFF2-40B4-BE49-F238E27FC236}">
                <a16:creationId xmlns:a16="http://schemas.microsoft.com/office/drawing/2014/main" id="{79E16035-CF19-4836-8330-7EC26D99FAAB}"/>
              </a:ext>
            </a:extLst>
          </p:cNvPr>
          <p:cNvSpPr>
            <a:spLocks xmlns:a="http://schemas.openxmlformats.org/drawingml/2006/main" noGrp="1"/>
          </p:cNvSpPr>
          <p:nvPr/>
        </p:nvSpPr>
        <p:spPr>
          <a:xfrm xmlns:a="http://schemas.openxmlformats.org/drawingml/2006/main">
            <a:off x="10209536" y="585466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23" name="pdf-text-0123">
            <a:extLst xmlns:a="http://schemas.openxmlformats.org/drawingml/2006/main">
              <a:ext uri="{FF2B5EF4-FFF2-40B4-BE49-F238E27FC236}">
                <a16:creationId xmlns:a16="http://schemas.microsoft.com/office/drawing/2014/main" id="{D37FE5F5-EF35-415D-8BF7-891637DE0521}"/>
              </a:ext>
            </a:extLst>
          </p:cNvPr>
          <p:cNvSpPr>
            <a:spLocks xmlns:a="http://schemas.openxmlformats.org/drawingml/2006/main" noGrp="1"/>
          </p:cNvSpPr>
          <p:nvPr/>
        </p:nvSpPr>
        <p:spPr>
          <a:xfrm xmlns:a="http://schemas.openxmlformats.org/drawingml/2006/main">
            <a:off x="11439165" y="5861572"/>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a:t>
            </a:r>
          </a:p>
        </p:txBody>
      </p:sp>
      <p:sp>
        <p:nvSpPr>
          <p:cNvPr id="124" name="pdf-text-0124">
            <a:extLst xmlns:a="http://schemas.openxmlformats.org/drawingml/2006/main">
              <a:ext uri="{FF2B5EF4-FFF2-40B4-BE49-F238E27FC236}">
                <a16:creationId xmlns:a16="http://schemas.microsoft.com/office/drawing/2014/main" id="{4542A8E2-178C-4FC4-B56C-474EF1EC66BF}"/>
              </a:ext>
            </a:extLst>
          </p:cNvPr>
          <p:cNvSpPr>
            <a:spLocks xmlns:a="http://schemas.openxmlformats.org/drawingml/2006/main" noGrp="1"/>
          </p:cNvSpPr>
          <p:nvPr/>
        </p:nvSpPr>
        <p:spPr>
          <a:xfrm xmlns:a="http://schemas.openxmlformats.org/drawingml/2006/main">
            <a:off x="7945709" y="6111773"/>
            <a:ext cx="31233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ADC</a:t>
            </a:r>
          </a:p>
        </p:txBody>
      </p:sp>
      <p:sp>
        <p:nvSpPr>
          <p:cNvPr id="125" name="pdf-text-0125">
            <a:extLst xmlns:a="http://schemas.openxmlformats.org/drawingml/2006/main">
              <a:ext uri="{FF2B5EF4-FFF2-40B4-BE49-F238E27FC236}">
                <a16:creationId xmlns:a16="http://schemas.microsoft.com/office/drawing/2014/main" id="{A097803E-004F-4038-BDAA-B810E43DBF30}"/>
              </a:ext>
            </a:extLst>
          </p:cNvPr>
          <p:cNvSpPr>
            <a:spLocks xmlns:a="http://schemas.openxmlformats.org/drawingml/2006/main" noGrp="1"/>
          </p:cNvSpPr>
          <p:nvPr/>
        </p:nvSpPr>
        <p:spPr>
          <a:xfrm xmlns:a="http://schemas.openxmlformats.org/drawingml/2006/main">
            <a:off x="9067313" y="6110625"/>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a:t>
            </a:r>
          </a:p>
        </p:txBody>
      </p:sp>
      <p:sp>
        <p:nvSpPr>
          <p:cNvPr id="126" name="pdf-text-0126">
            <a:extLst xmlns:a="http://schemas.openxmlformats.org/drawingml/2006/main">
              <a:ext uri="{FF2B5EF4-FFF2-40B4-BE49-F238E27FC236}">
                <a16:creationId xmlns:a16="http://schemas.microsoft.com/office/drawing/2014/main" id="{67ADED17-15E5-42E9-987C-A30DD9737A87}"/>
              </a:ext>
            </a:extLst>
          </p:cNvPr>
          <p:cNvSpPr>
            <a:spLocks xmlns:a="http://schemas.openxmlformats.org/drawingml/2006/main" noGrp="1"/>
          </p:cNvSpPr>
          <p:nvPr/>
        </p:nvSpPr>
        <p:spPr>
          <a:xfrm xmlns:a="http://schemas.openxmlformats.org/drawingml/2006/main">
            <a:off x="10209536" y="6104869"/>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127" name="pdf-text-0127">
            <a:extLst xmlns:a="http://schemas.openxmlformats.org/drawingml/2006/main">
              <a:ext uri="{FF2B5EF4-FFF2-40B4-BE49-F238E27FC236}">
                <a16:creationId xmlns:a16="http://schemas.microsoft.com/office/drawing/2014/main" id="{DEC664BC-98D7-456A-B6C1-9BC18C163756}"/>
              </a:ext>
            </a:extLst>
          </p:cNvPr>
          <p:cNvSpPr>
            <a:spLocks xmlns:a="http://schemas.openxmlformats.org/drawingml/2006/main" noGrp="1"/>
          </p:cNvSpPr>
          <p:nvPr/>
        </p:nvSpPr>
        <p:spPr>
          <a:xfrm xmlns:a="http://schemas.openxmlformats.org/drawingml/2006/main">
            <a:off x="11439165" y="6111773"/>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a:t>
            </a:r>
          </a:p>
        </p:txBody>
      </p:sp>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9357203972b8433a"/>
          <a:srcRect xmlns:a="http://schemas.openxmlformats.org/drawingml/2006/main" l="0" t="57" r="0" b="57"/>
          <a:stretch xmlns:a="http://schemas.openxmlformats.org/drawingml/2006/main">
            <a:fillRect l="0" t="0" r="0" b="0"/>
          </a:stretch>
        </p:blipFill>
        <p:spPr>
          <a:xfrm xmlns:a="http://schemas.openxmlformats.org/drawingml/2006/main">
            <a:off x="5266279" y="3838048"/>
            <a:ext cx="1553607" cy="1357098"/>
          </a:xfrm>
          <a:prstGeom xmlns:a="http://schemas.openxmlformats.org/drawingml/2006/main" prst="rect">
            <a:avLst/>
          </a:prstGeom>
        </p:spPr>
      </p:pic>
      <p:pic>
        <p:nvPicPr>
          <p:cNvPr id="310" name=""/>
          <p:cNvPicPr>
            <a:picLocks xmlns:a="http://schemas.openxmlformats.org/drawingml/2006/main" noChangeAspect="1"/>
          </p:cNvPicPr>
          <p:nvPr/>
        </p:nvPicPr>
        <p:blipFill>
          <a:blip xmlns:r="http://schemas.openxmlformats.org/officeDocument/2006/relationships" xmlns:a="http://schemas.openxmlformats.org/drawingml/2006/main" r:embed="Rf91e6d186efe4ac7"/>
          <a:srcRect xmlns:a="http://schemas.openxmlformats.org/drawingml/2006/main" l="0" t="148" r="0" b="148"/>
          <a:stretch xmlns:a="http://schemas.openxmlformats.org/drawingml/2006/main">
            <a:fillRect l="0" t="0" r="0" b="0"/>
          </a:stretch>
        </p:blipFill>
        <p:spPr>
          <a:xfrm xmlns:a="http://schemas.openxmlformats.org/drawingml/2006/main">
            <a:off x="2746203" y="3874899"/>
            <a:ext cx="1190301" cy="775034"/>
          </a:xfrm>
          <a:prstGeom xmlns:a="http://schemas.openxmlformats.org/drawingml/2006/main" prst="rect">
            <a:avLst/>
          </a:prstGeom>
        </p:spPr>
      </p:pic>
      <p:pic>
        <p:nvPicPr>
          <p:cNvPr id="311" name=""/>
          <p:cNvPicPr>
            <a:picLocks xmlns:a="http://schemas.openxmlformats.org/drawingml/2006/main" noChangeAspect="1"/>
          </p:cNvPicPr>
          <p:nvPr/>
        </p:nvPicPr>
        <p:blipFill>
          <a:blip xmlns:r="http://schemas.openxmlformats.org/officeDocument/2006/relationships" xmlns:a="http://schemas.openxmlformats.org/drawingml/2006/main" r:embed="Rb3242ed7de794c12"/>
          <a:srcRect xmlns:a="http://schemas.openxmlformats.org/drawingml/2006/main" l="159" t="0" r="159" b="0"/>
          <a:stretch xmlns:a="http://schemas.openxmlformats.org/drawingml/2006/main">
            <a:fillRect l="0" t="0" r="0" b="0"/>
          </a:stretch>
        </p:blipFill>
        <p:spPr>
          <a:xfrm xmlns:a="http://schemas.openxmlformats.org/drawingml/2006/main">
            <a:off x="2757075" y="4728801"/>
            <a:ext cx="1190797" cy="774043"/>
          </a:xfrm>
          <a:prstGeom xmlns:a="http://schemas.openxmlformats.org/drawingml/2006/main" prst="rect">
            <a:avLst/>
          </a:prstGeom>
        </p:spPr>
      </p:pic>
      <p:pic>
        <p:nvPicPr>
          <p:cNvPr id="312" name=""/>
          <p:cNvPicPr>
            <a:picLocks xmlns:a="http://schemas.openxmlformats.org/drawingml/2006/main" noChangeAspect="1"/>
          </p:cNvPicPr>
          <p:nvPr/>
        </p:nvPicPr>
        <p:blipFill>
          <a:blip xmlns:r="http://schemas.openxmlformats.org/officeDocument/2006/relationships" xmlns:a="http://schemas.openxmlformats.org/drawingml/2006/main" r:embed="R0d25e04173394d03"/>
          <a:srcRect xmlns:a="http://schemas.openxmlformats.org/drawingml/2006/main" l="179" t="0" r="179" b="0"/>
          <a:stretch xmlns:a="http://schemas.openxmlformats.org/drawingml/2006/main">
            <a:fillRect l="0" t="0" r="0" b="0"/>
          </a:stretch>
        </p:blipFill>
        <p:spPr>
          <a:xfrm xmlns:a="http://schemas.openxmlformats.org/drawingml/2006/main">
            <a:off x="2757571" y="5631676"/>
            <a:ext cx="1190301" cy="774043"/>
          </a:xfrm>
          <a:prstGeom xmlns:a="http://schemas.openxmlformats.org/drawingml/2006/main" prst="rect">
            <a:avLst/>
          </a:prstGeom>
        </p:spPr>
      </p:pic>
      <p:sp>
        <p:nvSpPr>
          <p:cNvPr id="132" name="pdf-vector-0132">
            <a:extLst xmlns:a="http://schemas.openxmlformats.org/drawingml/2006/main">
              <a:ext uri="{FF2B5EF4-FFF2-40B4-BE49-F238E27FC236}">
                <a16:creationId xmlns:a16="http://schemas.microsoft.com/office/drawing/2014/main" id="{33445DEA-F557-460D-B867-33E2A8F6C81A}"/>
              </a:ext>
            </a:extLst>
          </p:cNvPr>
          <p:cNvSpPr>
            <a:spLocks xmlns:a="http://schemas.openxmlformats.org/drawingml/2006/main" noGrp="1"/>
          </p:cNvSpPr>
          <p:nvPr/>
        </p:nvSpPr>
        <p:spPr>
          <a:xfrm xmlns:a="http://schemas.openxmlformats.org/drawingml/2006/main">
            <a:off x="2746705" y="3850716"/>
            <a:ext cx="1829460" cy="2597290"/>
          </a:xfrm>
          <a:prstGeom xmlns:a="http://schemas.openxmlformats.org/drawingml/2006/main" prst="rect">
            <a:avLst/>
          </a:prstGeom>
          <a:noFill xmlns:a="http://schemas.openxmlformats.org/drawingml/2006/main"/>
          <a:ln xmlns:a="http://schemas.openxmlformats.org/drawingml/2006/main" w="38100">
            <a:solidFill>
              <a:srgbClr val="EAEAEA"/>
            </a:solidFill>
            <a:prstDash val="solid"/>
          </a:ln>
        </p:spPr>
      </p:sp>
      <p:sp>
        <p:nvSpPr>
          <p:cNvPr id="133" name="pdf-text-0133">
            <a:extLst xmlns:a="http://schemas.openxmlformats.org/drawingml/2006/main">
              <a:ext uri="{FF2B5EF4-FFF2-40B4-BE49-F238E27FC236}">
                <a16:creationId xmlns:a16="http://schemas.microsoft.com/office/drawing/2014/main" id="{20CA3AA0-D48D-4D0C-B90B-0C808F7E1C60}"/>
              </a:ext>
            </a:extLst>
          </p:cNvPr>
          <p:cNvSpPr>
            <a:spLocks xmlns:a="http://schemas.openxmlformats.org/drawingml/2006/main" noGrp="1"/>
          </p:cNvSpPr>
          <p:nvPr/>
        </p:nvSpPr>
        <p:spPr>
          <a:xfrm xmlns:a="http://schemas.openxmlformats.org/drawingml/2006/main">
            <a:off x="4085204" y="4148357"/>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SimSun"/>
                <a:ea typeface="SimSun"/>
                <a:cs typeface="SimSun"/>
              </a:defRPr>
            </a:pPr>
            <a:r>
              <a:rPr sz="1200" b="0" i="0">
                <a:solidFill>
                  <a:srgbClr val="000000"/>
                </a:solidFill>
                <a:latin typeface="SimSun"/>
                <a:ea typeface="SimSun"/>
                <a:cs typeface="SimSun"/>
              </a:rPr>
              <a:t>明场</a:t>
            </a:r>
          </a:p>
        </p:txBody>
      </p:sp>
      <p:sp>
        <p:nvSpPr>
          <p:cNvPr id="134" name="pdf-text-0134">
            <a:extLst xmlns:a="http://schemas.openxmlformats.org/drawingml/2006/main">
              <a:ext uri="{FF2B5EF4-FFF2-40B4-BE49-F238E27FC236}">
                <a16:creationId xmlns:a16="http://schemas.microsoft.com/office/drawing/2014/main" id="{21AD910D-D469-49B7-9618-8C7AA968C55C}"/>
              </a:ext>
            </a:extLst>
          </p:cNvPr>
          <p:cNvSpPr>
            <a:spLocks xmlns:a="http://schemas.openxmlformats.org/drawingml/2006/main" noGrp="1"/>
          </p:cNvSpPr>
          <p:nvPr/>
        </p:nvSpPr>
        <p:spPr>
          <a:xfrm xmlns:a="http://schemas.openxmlformats.org/drawingml/2006/main">
            <a:off x="4083222" y="5016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SimSun"/>
                <a:ea typeface="SimSun"/>
                <a:cs typeface="SimSun"/>
              </a:defRPr>
            </a:pPr>
            <a:r>
              <a:rPr sz="1200" b="0" i="0">
                <a:solidFill>
                  <a:srgbClr val="000000"/>
                </a:solidFill>
                <a:latin typeface="SimSun"/>
                <a:ea typeface="SimSun"/>
                <a:cs typeface="SimSun"/>
              </a:rPr>
              <a:t>暗场</a:t>
            </a:r>
          </a:p>
        </p:txBody>
      </p:sp>
      <p:sp>
        <p:nvSpPr>
          <p:cNvPr id="135" name="pdf-text-0135">
            <a:extLst xmlns:a="http://schemas.openxmlformats.org/drawingml/2006/main">
              <a:ext uri="{FF2B5EF4-FFF2-40B4-BE49-F238E27FC236}">
                <a16:creationId xmlns:a16="http://schemas.microsoft.com/office/drawing/2014/main" id="{D051E28F-8B4C-46A6-A88D-8824B028D70E}"/>
              </a:ext>
            </a:extLst>
          </p:cNvPr>
          <p:cNvSpPr>
            <a:spLocks xmlns:a="http://schemas.openxmlformats.org/drawingml/2006/main" noGrp="1"/>
          </p:cNvSpPr>
          <p:nvPr/>
        </p:nvSpPr>
        <p:spPr>
          <a:xfrm xmlns:a="http://schemas.openxmlformats.org/drawingml/2006/main">
            <a:off x="4090843" y="5954297"/>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SimSun"/>
                <a:ea typeface="SimSun"/>
                <a:cs typeface="SimSun"/>
              </a:defRPr>
            </a:pPr>
            <a:r>
              <a:rPr sz="1200" b="0" i="0">
                <a:solidFill>
                  <a:srgbClr val="000000"/>
                </a:solidFill>
                <a:latin typeface="SimSun"/>
                <a:ea typeface="SimSun"/>
                <a:cs typeface="SimSun"/>
              </a:rPr>
              <a:t>轻蜓</a:t>
            </a:r>
          </a:p>
        </p:txBody>
      </p:sp>
      <p:sp>
        <p:nvSpPr>
          <p:cNvPr id="136" name="pdf-vector-0136">
            <a:extLst xmlns:a="http://schemas.openxmlformats.org/drawingml/2006/main">
              <a:ext uri="{FF2B5EF4-FFF2-40B4-BE49-F238E27FC236}">
                <a16:creationId xmlns:a16="http://schemas.microsoft.com/office/drawing/2014/main" id="{110DAF94-7128-48F6-8815-0E58FC909923}"/>
              </a:ext>
            </a:extLst>
          </p:cNvPr>
          <p:cNvSpPr>
            <a:spLocks xmlns:a="http://schemas.openxmlformats.org/drawingml/2006/main" noGrp="1"/>
          </p:cNvSpPr>
          <p:nvPr/>
        </p:nvSpPr>
        <p:spPr>
          <a:xfrm xmlns:a="http://schemas.openxmlformats.org/drawingml/2006/main">
            <a:off x="2746705" y="4659020"/>
            <a:ext cx="1818767" cy="936066"/>
          </a:xfrm>
          <a:prstGeom xmlns:a="http://schemas.openxmlformats.org/drawingml/2006/main" prst="rect">
            <a:avLst/>
          </a:prstGeom>
          <a:noFill xmlns:a="http://schemas.openxmlformats.org/drawingml/2006/main"/>
          <a:ln xmlns:a="http://schemas.openxmlformats.org/drawingml/2006/main" w="38100">
            <a:solidFill>
              <a:srgbClr val="EAEAEA"/>
            </a:solidFill>
            <a:prstDash val="solid"/>
          </a:ln>
        </p:spPr>
      </p:sp>
      <p:pic>
        <p:nvPicPr>
          <p:cNvPr id="318" name=""/>
          <p:cNvPicPr>
            <a:picLocks xmlns:a="http://schemas.openxmlformats.org/drawingml/2006/main" noChangeAspect="1"/>
          </p:cNvPicPr>
          <p:nvPr/>
        </p:nvPicPr>
        <p:blipFill>
          <a:blip xmlns:r="http://schemas.openxmlformats.org/officeDocument/2006/relationships" xmlns:a="http://schemas.openxmlformats.org/drawingml/2006/main" r:embed="R57368147dfce4b78"/>
          <a:srcRect xmlns:a="http://schemas.openxmlformats.org/drawingml/2006/main" l="0" t="84" r="0" b="84"/>
          <a:stretch xmlns:a="http://schemas.openxmlformats.org/drawingml/2006/main">
            <a:fillRect l="0" t="0" r="0" b="0"/>
          </a:stretch>
        </p:blipFill>
        <p:spPr>
          <a:xfrm xmlns:a="http://schemas.openxmlformats.org/drawingml/2006/main">
            <a:off x="168898" y="839692"/>
            <a:ext cx="7192969" cy="1004115"/>
          </a:xfrm>
          <a:prstGeom xmlns:a="http://schemas.openxmlformats.org/drawingml/2006/main" prst="rect">
            <a:avLst/>
          </a:prstGeom>
        </p:spPr>
      </p:pic>
      <p:sp>
        <p:nvSpPr>
          <p:cNvPr id="138" name="pdf-vector-0138">
            <a:extLst xmlns:a="http://schemas.openxmlformats.org/drawingml/2006/main">
              <a:ext uri="{FF2B5EF4-FFF2-40B4-BE49-F238E27FC236}">
                <a16:creationId xmlns:a16="http://schemas.microsoft.com/office/drawing/2014/main" id="{12AA5853-3D2D-4DCE-A97C-125BA4907387}"/>
              </a:ext>
            </a:extLst>
          </p:cNvPr>
          <p:cNvSpPr>
            <a:spLocks xmlns:a="http://schemas.openxmlformats.org/drawingml/2006/main" noGrp="1"/>
          </p:cNvSpPr>
          <p:nvPr/>
        </p:nvSpPr>
        <p:spPr>
          <a:xfrm xmlns:a="http://schemas.openxmlformats.org/drawingml/2006/main">
            <a:off x="463855" y="2039519"/>
            <a:ext cx="2200148"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39" name="pdf-vector-0139">
            <a:extLst xmlns:a="http://schemas.openxmlformats.org/drawingml/2006/main">
              <a:ext uri="{FF2B5EF4-FFF2-40B4-BE49-F238E27FC236}">
                <a16:creationId xmlns:a16="http://schemas.microsoft.com/office/drawing/2014/main" id="{51E8E1FF-FFC3-44B8-8A2B-8DCA9622C0CA}"/>
              </a:ext>
            </a:extLst>
          </p:cNvPr>
          <p:cNvSpPr>
            <a:spLocks xmlns:a="http://schemas.openxmlformats.org/drawingml/2006/main" noGrp="1"/>
          </p:cNvSpPr>
          <p:nvPr/>
        </p:nvSpPr>
        <p:spPr>
          <a:xfrm xmlns:a="http://schemas.openxmlformats.org/drawingml/2006/main">
            <a:off x="2664003" y="2039519"/>
            <a:ext cx="4249471"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40" name="pdf-vector-0140">
            <a:extLst xmlns:a="http://schemas.openxmlformats.org/drawingml/2006/main">
              <a:ext uri="{FF2B5EF4-FFF2-40B4-BE49-F238E27FC236}">
                <a16:creationId xmlns:a16="http://schemas.microsoft.com/office/drawing/2014/main" id="{8AEE5866-B5FF-473A-A7A0-C37566E5BA83}"/>
              </a:ext>
            </a:extLst>
          </p:cNvPr>
          <p:cNvSpPr>
            <a:spLocks xmlns:a="http://schemas.openxmlformats.org/drawingml/2006/main" noGrp="1"/>
          </p:cNvSpPr>
          <p:nvPr/>
        </p:nvSpPr>
        <p:spPr>
          <a:xfrm xmlns:a="http://schemas.openxmlformats.org/drawingml/2006/main">
            <a:off x="463855" y="2244827"/>
            <a:ext cx="2200148"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41" name="pdf-vector-0141">
            <a:extLst xmlns:a="http://schemas.openxmlformats.org/drawingml/2006/main">
              <a:ext uri="{FF2B5EF4-FFF2-40B4-BE49-F238E27FC236}">
                <a16:creationId xmlns:a16="http://schemas.microsoft.com/office/drawing/2014/main" id="{7A31D93C-F6B7-4DAE-B574-5C58F1345D75}"/>
              </a:ext>
            </a:extLst>
          </p:cNvPr>
          <p:cNvSpPr>
            <a:spLocks xmlns:a="http://schemas.openxmlformats.org/drawingml/2006/main" noGrp="1"/>
          </p:cNvSpPr>
          <p:nvPr/>
        </p:nvSpPr>
        <p:spPr>
          <a:xfrm xmlns:a="http://schemas.openxmlformats.org/drawingml/2006/main">
            <a:off x="2664003" y="2244827"/>
            <a:ext cx="4249471" cy="205308"/>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142" name="pdf-vector-0142">
            <a:extLst xmlns:a="http://schemas.openxmlformats.org/drawingml/2006/main">
              <a:ext uri="{FF2B5EF4-FFF2-40B4-BE49-F238E27FC236}">
                <a16:creationId xmlns:a16="http://schemas.microsoft.com/office/drawing/2014/main" id="{FA30A6E1-EE61-4561-AF73-AAC4531C64BD}"/>
              </a:ext>
            </a:extLst>
          </p:cNvPr>
          <p:cNvSpPr>
            <a:spLocks xmlns:a="http://schemas.openxmlformats.org/drawingml/2006/main" noGrp="1"/>
          </p:cNvSpPr>
          <p:nvPr/>
        </p:nvSpPr>
        <p:spPr>
          <a:xfrm xmlns:a="http://schemas.openxmlformats.org/drawingml/2006/main">
            <a:off x="463855" y="2450135"/>
            <a:ext cx="2200148"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43" name="pdf-vector-0143">
            <a:extLst xmlns:a="http://schemas.openxmlformats.org/drawingml/2006/main">
              <a:ext uri="{FF2B5EF4-FFF2-40B4-BE49-F238E27FC236}">
                <a16:creationId xmlns:a16="http://schemas.microsoft.com/office/drawing/2014/main" id="{C96E7A50-0A9B-4889-A76D-75EC9411C137}"/>
              </a:ext>
            </a:extLst>
          </p:cNvPr>
          <p:cNvSpPr>
            <a:spLocks xmlns:a="http://schemas.openxmlformats.org/drawingml/2006/main" noGrp="1"/>
          </p:cNvSpPr>
          <p:nvPr/>
        </p:nvSpPr>
        <p:spPr>
          <a:xfrm xmlns:a="http://schemas.openxmlformats.org/drawingml/2006/main">
            <a:off x="2664003" y="2450135"/>
            <a:ext cx="4249471" cy="205308"/>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144" name="pdf-vector-0144">
            <a:extLst xmlns:a="http://schemas.openxmlformats.org/drawingml/2006/main">
              <a:ext uri="{FF2B5EF4-FFF2-40B4-BE49-F238E27FC236}">
                <a16:creationId xmlns:a16="http://schemas.microsoft.com/office/drawing/2014/main" id="{81CE98F2-BF75-4CA2-8777-2548A67D5C09}"/>
              </a:ext>
            </a:extLst>
          </p:cNvPr>
          <p:cNvSpPr>
            <a:spLocks xmlns:a="http://schemas.openxmlformats.org/drawingml/2006/main" noGrp="1"/>
          </p:cNvSpPr>
          <p:nvPr/>
        </p:nvSpPr>
        <p:spPr>
          <a:xfrm xmlns:a="http://schemas.openxmlformats.org/drawingml/2006/main">
            <a:off x="463855" y="2655443"/>
            <a:ext cx="2200148"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45" name="pdf-vector-0145">
            <a:extLst xmlns:a="http://schemas.openxmlformats.org/drawingml/2006/main">
              <a:ext uri="{FF2B5EF4-FFF2-40B4-BE49-F238E27FC236}">
                <a16:creationId xmlns:a16="http://schemas.microsoft.com/office/drawing/2014/main" id="{63742A62-F9F4-4249-A15D-19805E0DA8C4}"/>
              </a:ext>
            </a:extLst>
          </p:cNvPr>
          <p:cNvSpPr>
            <a:spLocks xmlns:a="http://schemas.openxmlformats.org/drawingml/2006/main" noGrp="1"/>
          </p:cNvSpPr>
          <p:nvPr/>
        </p:nvSpPr>
        <p:spPr>
          <a:xfrm xmlns:a="http://schemas.openxmlformats.org/drawingml/2006/main">
            <a:off x="2664003" y="2655443"/>
            <a:ext cx="4249471" cy="205308"/>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146" name="pdf-vector-0146">
            <a:extLst xmlns:a="http://schemas.openxmlformats.org/drawingml/2006/main">
              <a:ext uri="{FF2B5EF4-FFF2-40B4-BE49-F238E27FC236}">
                <a16:creationId xmlns:a16="http://schemas.microsoft.com/office/drawing/2014/main" id="{A9F5CCB1-441E-4E65-8F74-4D6166DC1848}"/>
              </a:ext>
            </a:extLst>
          </p:cNvPr>
          <p:cNvSpPr>
            <a:spLocks xmlns:a="http://schemas.openxmlformats.org/drawingml/2006/main" noGrp="1"/>
          </p:cNvSpPr>
          <p:nvPr/>
        </p:nvSpPr>
        <p:spPr>
          <a:xfrm xmlns:a="http://schemas.openxmlformats.org/drawingml/2006/main">
            <a:off x="463855" y="2860738"/>
            <a:ext cx="2200148"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47" name="pdf-vector-0147">
            <a:extLst xmlns:a="http://schemas.openxmlformats.org/drawingml/2006/main">
              <a:ext uri="{FF2B5EF4-FFF2-40B4-BE49-F238E27FC236}">
                <a16:creationId xmlns:a16="http://schemas.microsoft.com/office/drawing/2014/main" id="{1A45C8BF-E528-4956-A4F6-D709648F3D7E}"/>
              </a:ext>
            </a:extLst>
          </p:cNvPr>
          <p:cNvSpPr>
            <a:spLocks xmlns:a="http://schemas.openxmlformats.org/drawingml/2006/main" noGrp="1"/>
          </p:cNvSpPr>
          <p:nvPr/>
        </p:nvSpPr>
        <p:spPr>
          <a:xfrm xmlns:a="http://schemas.openxmlformats.org/drawingml/2006/main">
            <a:off x="2664003" y="2860738"/>
            <a:ext cx="4249471" cy="205308"/>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148" name="pdf-vector-0148">
            <a:extLst xmlns:a="http://schemas.openxmlformats.org/drawingml/2006/main">
              <a:ext uri="{FF2B5EF4-FFF2-40B4-BE49-F238E27FC236}">
                <a16:creationId xmlns:a16="http://schemas.microsoft.com/office/drawing/2014/main" id="{A5FE330D-6C6B-4EF5-BD3E-7AB672A0285B}"/>
              </a:ext>
            </a:extLst>
          </p:cNvPr>
          <p:cNvSpPr>
            <a:spLocks xmlns:a="http://schemas.openxmlformats.org/drawingml/2006/main" noGrp="1"/>
          </p:cNvSpPr>
          <p:nvPr/>
        </p:nvSpPr>
        <p:spPr>
          <a:xfrm xmlns:a="http://schemas.openxmlformats.org/drawingml/2006/main">
            <a:off x="463855" y="3066047"/>
            <a:ext cx="2200148"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49" name="pdf-vector-0149">
            <a:extLst xmlns:a="http://schemas.openxmlformats.org/drawingml/2006/main">
              <a:ext uri="{FF2B5EF4-FFF2-40B4-BE49-F238E27FC236}">
                <a16:creationId xmlns:a16="http://schemas.microsoft.com/office/drawing/2014/main" id="{AE9C81F9-8EC8-4D42-ABB8-31E4534DB3BF}"/>
              </a:ext>
            </a:extLst>
          </p:cNvPr>
          <p:cNvSpPr>
            <a:spLocks xmlns:a="http://schemas.openxmlformats.org/drawingml/2006/main" noGrp="1"/>
          </p:cNvSpPr>
          <p:nvPr/>
        </p:nvSpPr>
        <p:spPr>
          <a:xfrm xmlns:a="http://schemas.openxmlformats.org/drawingml/2006/main">
            <a:off x="2664003" y="3066047"/>
            <a:ext cx="4249471" cy="205308"/>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150" name="pdf-vector-0150">
            <a:extLst xmlns:a="http://schemas.openxmlformats.org/drawingml/2006/main">
              <a:ext uri="{FF2B5EF4-FFF2-40B4-BE49-F238E27FC236}">
                <a16:creationId xmlns:a16="http://schemas.microsoft.com/office/drawing/2014/main" id="{7F30F004-2F82-4660-B28C-F8F26C29ABA0}"/>
              </a:ext>
            </a:extLst>
          </p:cNvPr>
          <p:cNvSpPr>
            <a:spLocks xmlns:a="http://schemas.openxmlformats.org/drawingml/2006/main" noGrp="1"/>
          </p:cNvSpPr>
          <p:nvPr/>
        </p:nvSpPr>
        <p:spPr>
          <a:xfrm xmlns:a="http://schemas.openxmlformats.org/drawingml/2006/main">
            <a:off x="463855" y="3271355"/>
            <a:ext cx="2200148" cy="20530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51" name="pdf-vector-0151">
            <a:extLst xmlns:a="http://schemas.openxmlformats.org/drawingml/2006/main">
              <a:ext uri="{FF2B5EF4-FFF2-40B4-BE49-F238E27FC236}">
                <a16:creationId xmlns:a16="http://schemas.microsoft.com/office/drawing/2014/main" id="{D3683C9E-CB26-4856-9B45-3EB165DECA82}"/>
              </a:ext>
            </a:extLst>
          </p:cNvPr>
          <p:cNvSpPr>
            <a:spLocks xmlns:a="http://schemas.openxmlformats.org/drawingml/2006/main" noGrp="1"/>
          </p:cNvSpPr>
          <p:nvPr/>
        </p:nvSpPr>
        <p:spPr>
          <a:xfrm xmlns:a="http://schemas.openxmlformats.org/drawingml/2006/main">
            <a:off x="2664003" y="3271355"/>
            <a:ext cx="4249471" cy="205308"/>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152" name="pdf-vector-0152">
            <a:extLst xmlns:a="http://schemas.openxmlformats.org/drawingml/2006/main">
              <a:ext uri="{FF2B5EF4-FFF2-40B4-BE49-F238E27FC236}">
                <a16:creationId xmlns:a16="http://schemas.microsoft.com/office/drawing/2014/main" id="{476DDE40-578C-4417-A58A-855217D3DA3C}"/>
              </a:ext>
            </a:extLst>
          </p:cNvPr>
          <p:cNvSpPr>
            <a:spLocks xmlns:a="http://schemas.openxmlformats.org/drawingml/2006/main" noGrp="1"/>
          </p:cNvSpPr>
          <p:nvPr/>
        </p:nvSpPr>
        <p:spPr>
          <a:xfrm xmlns:a="http://schemas.openxmlformats.org/drawingml/2006/main">
            <a:off x="2664003" y="2033166"/>
            <a:ext cx="953" cy="1449845"/>
          </a:xfrm>
          <a:custGeom xmlns:a="http://schemas.openxmlformats.org/drawingml/2006/main">
            <a:pathLst>
              <a:path w="953" h="1449845">
                <a:moveTo>
                  <a:pt x="0" y="0"/>
                </a:moveTo>
                <a:lnTo>
                  <a:pt x="0" y="1449845"/>
                </a:lnTo>
              </a:path>
            </a:pathLst>
          </a:custGeom>
          <a:noFill xmlns:a="http://schemas.openxmlformats.org/drawingml/2006/main"/>
          <a:ln xmlns:a="http://schemas.openxmlformats.org/drawingml/2006/main" w="12700">
            <a:solidFill>
              <a:srgbClr val="FFFFFF"/>
            </a:solidFill>
            <a:prstDash val="solid"/>
          </a:ln>
        </p:spPr>
      </p:sp>
      <p:sp>
        <p:nvSpPr>
          <p:cNvPr id="153" name="pdf-vector-0153">
            <a:extLst xmlns:a="http://schemas.openxmlformats.org/drawingml/2006/main">
              <a:ext uri="{FF2B5EF4-FFF2-40B4-BE49-F238E27FC236}">
                <a16:creationId xmlns:a16="http://schemas.microsoft.com/office/drawing/2014/main" id="{D586095A-F0C7-4547-A12E-C2D2356A0D09}"/>
              </a:ext>
            </a:extLst>
          </p:cNvPr>
          <p:cNvSpPr>
            <a:spLocks xmlns:a="http://schemas.openxmlformats.org/drawingml/2006/main" noGrp="1"/>
          </p:cNvSpPr>
          <p:nvPr/>
        </p:nvSpPr>
        <p:spPr>
          <a:xfrm xmlns:a="http://schemas.openxmlformats.org/drawingml/2006/main">
            <a:off x="457505" y="2244823"/>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38100">
            <a:solidFill>
              <a:srgbClr val="FFFFFF"/>
            </a:solidFill>
            <a:prstDash val="solid"/>
          </a:ln>
        </p:spPr>
      </p:sp>
      <p:sp>
        <p:nvSpPr>
          <p:cNvPr id="154" name="pdf-vector-0154">
            <a:extLst xmlns:a="http://schemas.openxmlformats.org/drawingml/2006/main">
              <a:ext uri="{FF2B5EF4-FFF2-40B4-BE49-F238E27FC236}">
                <a16:creationId xmlns:a16="http://schemas.microsoft.com/office/drawing/2014/main" id="{5C2233CA-96E4-4F19-8C88-78B28DA5C99A}"/>
              </a:ext>
            </a:extLst>
          </p:cNvPr>
          <p:cNvSpPr>
            <a:spLocks xmlns:a="http://schemas.openxmlformats.org/drawingml/2006/main" noGrp="1"/>
          </p:cNvSpPr>
          <p:nvPr/>
        </p:nvSpPr>
        <p:spPr>
          <a:xfrm xmlns:a="http://schemas.openxmlformats.org/drawingml/2006/main">
            <a:off x="457505" y="2450130"/>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12700">
            <a:solidFill>
              <a:srgbClr val="FFFFFF"/>
            </a:solidFill>
            <a:prstDash val="solid"/>
          </a:ln>
        </p:spPr>
      </p:sp>
      <p:sp>
        <p:nvSpPr>
          <p:cNvPr id="155" name="pdf-vector-0155">
            <a:extLst xmlns:a="http://schemas.openxmlformats.org/drawingml/2006/main">
              <a:ext uri="{FF2B5EF4-FFF2-40B4-BE49-F238E27FC236}">
                <a16:creationId xmlns:a16="http://schemas.microsoft.com/office/drawing/2014/main" id="{08A4FB28-DB12-4C06-A81D-A0E8FC39B2DA}"/>
              </a:ext>
            </a:extLst>
          </p:cNvPr>
          <p:cNvSpPr>
            <a:spLocks xmlns:a="http://schemas.openxmlformats.org/drawingml/2006/main" noGrp="1"/>
          </p:cNvSpPr>
          <p:nvPr/>
        </p:nvSpPr>
        <p:spPr>
          <a:xfrm xmlns:a="http://schemas.openxmlformats.org/drawingml/2006/main">
            <a:off x="457505" y="2655437"/>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12700">
            <a:solidFill>
              <a:srgbClr val="FFFFFF"/>
            </a:solidFill>
            <a:prstDash val="solid"/>
          </a:ln>
        </p:spPr>
      </p:sp>
      <p:sp>
        <p:nvSpPr>
          <p:cNvPr id="156" name="pdf-vector-0156">
            <a:extLst xmlns:a="http://schemas.openxmlformats.org/drawingml/2006/main">
              <a:ext uri="{FF2B5EF4-FFF2-40B4-BE49-F238E27FC236}">
                <a16:creationId xmlns:a16="http://schemas.microsoft.com/office/drawing/2014/main" id="{6C82BEF6-35A1-49FC-8C17-06C52ECB9B29}"/>
              </a:ext>
            </a:extLst>
          </p:cNvPr>
          <p:cNvSpPr>
            <a:spLocks xmlns:a="http://schemas.openxmlformats.org/drawingml/2006/main" noGrp="1"/>
          </p:cNvSpPr>
          <p:nvPr/>
        </p:nvSpPr>
        <p:spPr>
          <a:xfrm xmlns:a="http://schemas.openxmlformats.org/drawingml/2006/main">
            <a:off x="457505" y="2860744"/>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12700">
            <a:solidFill>
              <a:srgbClr val="FFFFFF"/>
            </a:solidFill>
            <a:prstDash val="solid"/>
          </a:ln>
        </p:spPr>
      </p:sp>
      <p:sp>
        <p:nvSpPr>
          <p:cNvPr id="157" name="pdf-vector-0157">
            <a:extLst xmlns:a="http://schemas.openxmlformats.org/drawingml/2006/main">
              <a:ext uri="{FF2B5EF4-FFF2-40B4-BE49-F238E27FC236}">
                <a16:creationId xmlns:a16="http://schemas.microsoft.com/office/drawing/2014/main" id="{7ADD6389-5998-4ED6-9DBC-9FAD61D3F787}"/>
              </a:ext>
            </a:extLst>
          </p:cNvPr>
          <p:cNvSpPr>
            <a:spLocks xmlns:a="http://schemas.openxmlformats.org/drawingml/2006/main" noGrp="1"/>
          </p:cNvSpPr>
          <p:nvPr/>
        </p:nvSpPr>
        <p:spPr>
          <a:xfrm xmlns:a="http://schemas.openxmlformats.org/drawingml/2006/main">
            <a:off x="457505" y="3066051"/>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12700">
            <a:solidFill>
              <a:srgbClr val="FFFFFF"/>
            </a:solidFill>
            <a:prstDash val="solid"/>
          </a:ln>
        </p:spPr>
      </p:sp>
      <p:sp>
        <p:nvSpPr>
          <p:cNvPr id="158" name="pdf-vector-0158">
            <a:extLst xmlns:a="http://schemas.openxmlformats.org/drawingml/2006/main">
              <a:ext uri="{FF2B5EF4-FFF2-40B4-BE49-F238E27FC236}">
                <a16:creationId xmlns:a16="http://schemas.microsoft.com/office/drawing/2014/main" id="{C7F7AC88-C854-40DE-935A-FBBC2BB2CFC7}"/>
              </a:ext>
            </a:extLst>
          </p:cNvPr>
          <p:cNvSpPr>
            <a:spLocks xmlns:a="http://schemas.openxmlformats.org/drawingml/2006/main" noGrp="1"/>
          </p:cNvSpPr>
          <p:nvPr/>
        </p:nvSpPr>
        <p:spPr>
          <a:xfrm xmlns:a="http://schemas.openxmlformats.org/drawingml/2006/main">
            <a:off x="457505" y="3271357"/>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12700">
            <a:solidFill>
              <a:srgbClr val="FFFFFF"/>
            </a:solidFill>
            <a:prstDash val="solid"/>
          </a:ln>
        </p:spPr>
      </p:sp>
      <p:sp>
        <p:nvSpPr>
          <p:cNvPr id="159" name="pdf-vector-0159">
            <a:extLst xmlns:a="http://schemas.openxmlformats.org/drawingml/2006/main">
              <a:ext uri="{FF2B5EF4-FFF2-40B4-BE49-F238E27FC236}">
                <a16:creationId xmlns:a16="http://schemas.microsoft.com/office/drawing/2014/main" id="{FA6BA236-C52E-4AE1-B580-74079CDE2B91}"/>
              </a:ext>
            </a:extLst>
          </p:cNvPr>
          <p:cNvSpPr>
            <a:spLocks xmlns:a="http://schemas.openxmlformats.org/drawingml/2006/main" noGrp="1"/>
          </p:cNvSpPr>
          <p:nvPr/>
        </p:nvSpPr>
        <p:spPr>
          <a:xfrm xmlns:a="http://schemas.openxmlformats.org/drawingml/2006/main">
            <a:off x="463855" y="2033166"/>
            <a:ext cx="953" cy="1449845"/>
          </a:xfrm>
          <a:custGeom xmlns:a="http://schemas.openxmlformats.org/drawingml/2006/main">
            <a:pathLst>
              <a:path w="953" h="1449845">
                <a:moveTo>
                  <a:pt x="0" y="0"/>
                </a:moveTo>
                <a:lnTo>
                  <a:pt x="0" y="1449845"/>
                </a:lnTo>
              </a:path>
            </a:pathLst>
          </a:custGeom>
          <a:noFill xmlns:a="http://schemas.openxmlformats.org/drawingml/2006/main"/>
          <a:ln xmlns:a="http://schemas.openxmlformats.org/drawingml/2006/main" w="12700">
            <a:solidFill>
              <a:srgbClr val="FFFFFF"/>
            </a:solidFill>
            <a:prstDash val="solid"/>
          </a:ln>
        </p:spPr>
      </p:sp>
      <p:sp>
        <p:nvSpPr>
          <p:cNvPr id="160" name="pdf-vector-0160">
            <a:extLst xmlns:a="http://schemas.openxmlformats.org/drawingml/2006/main">
              <a:ext uri="{FF2B5EF4-FFF2-40B4-BE49-F238E27FC236}">
                <a16:creationId xmlns:a16="http://schemas.microsoft.com/office/drawing/2014/main" id="{E6BBBB9B-D0FC-4CF2-A997-DB856122E71F}"/>
              </a:ext>
            </a:extLst>
          </p:cNvPr>
          <p:cNvSpPr>
            <a:spLocks xmlns:a="http://schemas.openxmlformats.org/drawingml/2006/main" noGrp="1"/>
          </p:cNvSpPr>
          <p:nvPr/>
        </p:nvSpPr>
        <p:spPr>
          <a:xfrm xmlns:a="http://schemas.openxmlformats.org/drawingml/2006/main">
            <a:off x="6913475" y="2033166"/>
            <a:ext cx="953" cy="1449845"/>
          </a:xfrm>
          <a:custGeom xmlns:a="http://schemas.openxmlformats.org/drawingml/2006/main">
            <a:pathLst>
              <a:path w="953" h="1449845">
                <a:moveTo>
                  <a:pt x="0" y="0"/>
                </a:moveTo>
                <a:lnTo>
                  <a:pt x="0" y="1449845"/>
                </a:lnTo>
              </a:path>
            </a:pathLst>
          </a:custGeom>
          <a:noFill xmlns:a="http://schemas.openxmlformats.org/drawingml/2006/main"/>
          <a:ln xmlns:a="http://schemas.openxmlformats.org/drawingml/2006/main" w="12700">
            <a:solidFill>
              <a:srgbClr val="FFFFFF"/>
            </a:solidFill>
            <a:prstDash val="solid"/>
          </a:ln>
        </p:spPr>
      </p:sp>
      <p:sp>
        <p:nvSpPr>
          <p:cNvPr id="161" name="pdf-vector-0161">
            <a:extLst xmlns:a="http://schemas.openxmlformats.org/drawingml/2006/main">
              <a:ext uri="{FF2B5EF4-FFF2-40B4-BE49-F238E27FC236}">
                <a16:creationId xmlns:a16="http://schemas.microsoft.com/office/drawing/2014/main" id="{EBAAAED0-206F-4231-8437-6AD3626FFFE4}"/>
              </a:ext>
            </a:extLst>
          </p:cNvPr>
          <p:cNvSpPr>
            <a:spLocks xmlns:a="http://schemas.openxmlformats.org/drawingml/2006/main" noGrp="1"/>
          </p:cNvSpPr>
          <p:nvPr/>
        </p:nvSpPr>
        <p:spPr>
          <a:xfrm xmlns:a="http://schemas.openxmlformats.org/drawingml/2006/main">
            <a:off x="457505" y="2039516"/>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12700">
            <a:solidFill>
              <a:srgbClr val="FFFFFF"/>
            </a:solidFill>
            <a:prstDash val="solid"/>
          </a:ln>
        </p:spPr>
      </p:sp>
      <p:sp>
        <p:nvSpPr>
          <p:cNvPr id="162" name="pdf-vector-0162">
            <a:extLst xmlns:a="http://schemas.openxmlformats.org/drawingml/2006/main">
              <a:ext uri="{FF2B5EF4-FFF2-40B4-BE49-F238E27FC236}">
                <a16:creationId xmlns:a16="http://schemas.microsoft.com/office/drawing/2014/main" id="{6F5DB993-AFDD-45D4-B36A-54C7F8B726B1}"/>
              </a:ext>
            </a:extLst>
          </p:cNvPr>
          <p:cNvSpPr>
            <a:spLocks xmlns:a="http://schemas.openxmlformats.org/drawingml/2006/main" noGrp="1"/>
          </p:cNvSpPr>
          <p:nvPr/>
        </p:nvSpPr>
        <p:spPr>
          <a:xfrm xmlns:a="http://schemas.openxmlformats.org/drawingml/2006/main">
            <a:off x="457505" y="3476664"/>
            <a:ext cx="6462319" cy="953"/>
          </a:xfrm>
          <a:custGeom xmlns:a="http://schemas.openxmlformats.org/drawingml/2006/main">
            <a:pathLst>
              <a:path w="6462319" h="953">
                <a:moveTo>
                  <a:pt x="0" y="0"/>
                </a:moveTo>
                <a:lnTo>
                  <a:pt x="6462319" y="0"/>
                </a:lnTo>
              </a:path>
            </a:pathLst>
          </a:custGeom>
          <a:noFill xmlns:a="http://schemas.openxmlformats.org/drawingml/2006/main"/>
          <a:ln xmlns:a="http://schemas.openxmlformats.org/drawingml/2006/main" w="12700">
            <a:solidFill>
              <a:srgbClr val="FFFFFF"/>
            </a:solidFill>
            <a:prstDash val="solid"/>
          </a:ln>
        </p:spPr>
      </p:sp>
      <p:sp>
        <p:nvSpPr>
          <p:cNvPr id="163" name="pdf-text-0163">
            <a:extLst xmlns:a="http://schemas.openxmlformats.org/drawingml/2006/main">
              <a:ext uri="{FF2B5EF4-FFF2-40B4-BE49-F238E27FC236}">
                <a16:creationId xmlns:a16="http://schemas.microsoft.com/office/drawing/2014/main" id="{D3E7FB22-1C86-4C05-8F49-39BC9EC24F7F}"/>
              </a:ext>
            </a:extLst>
          </p:cNvPr>
          <p:cNvSpPr>
            <a:spLocks xmlns:a="http://schemas.openxmlformats.org/drawingml/2006/main" noGrp="1"/>
          </p:cNvSpPr>
          <p:nvPr/>
        </p:nvSpPr>
        <p:spPr>
          <a:xfrm xmlns:a="http://schemas.openxmlformats.org/drawingml/2006/main">
            <a:off x="1334503" y="2082188"/>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工艺段</a:t>
            </a:r>
          </a:p>
        </p:txBody>
      </p:sp>
      <p:sp>
        <p:nvSpPr>
          <p:cNvPr id="164" name="pdf-text-0164">
            <a:extLst xmlns:a="http://schemas.openxmlformats.org/drawingml/2006/main">
              <a:ext uri="{FF2B5EF4-FFF2-40B4-BE49-F238E27FC236}">
                <a16:creationId xmlns:a16="http://schemas.microsoft.com/office/drawing/2014/main" id="{25238C20-1D6A-4B9F-A526-A32F65AB6AA2}"/>
              </a:ext>
            </a:extLst>
          </p:cNvPr>
          <p:cNvSpPr>
            <a:spLocks xmlns:a="http://schemas.openxmlformats.org/drawingml/2006/main" noGrp="1"/>
          </p:cNvSpPr>
          <p:nvPr/>
        </p:nvSpPr>
        <p:spPr>
          <a:xfrm xmlns:a="http://schemas.openxmlformats.org/drawingml/2006/main">
            <a:off x="4484002" y="2082188"/>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检测需求</a:t>
            </a:r>
          </a:p>
        </p:txBody>
      </p:sp>
      <p:sp>
        <p:nvSpPr>
          <p:cNvPr id="165" name="pdf-text-0165">
            <a:extLst xmlns:a="http://schemas.openxmlformats.org/drawingml/2006/main">
              <a:ext uri="{FF2B5EF4-FFF2-40B4-BE49-F238E27FC236}">
                <a16:creationId xmlns:a16="http://schemas.microsoft.com/office/drawing/2014/main" id="{CF46C889-556A-47B9-B3EE-BD469D89C1E7}"/>
              </a:ext>
            </a:extLst>
          </p:cNvPr>
          <p:cNvSpPr>
            <a:spLocks xmlns:a="http://schemas.openxmlformats.org/drawingml/2006/main" noGrp="1"/>
          </p:cNvSpPr>
          <p:nvPr/>
        </p:nvSpPr>
        <p:spPr>
          <a:xfrm xmlns:a="http://schemas.openxmlformats.org/drawingml/2006/main">
            <a:off x="1448803" y="228749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RDL</a:t>
            </a:r>
          </a:p>
        </p:txBody>
      </p:sp>
      <p:sp>
        <p:nvSpPr>
          <p:cNvPr id="166" name="pdf-text-0166">
            <a:extLst xmlns:a="http://schemas.openxmlformats.org/drawingml/2006/main">
              <a:ext uri="{FF2B5EF4-FFF2-40B4-BE49-F238E27FC236}">
                <a16:creationId xmlns:a16="http://schemas.microsoft.com/office/drawing/2014/main" id="{69499774-20A6-47A2-ABB2-58BE55D97632}"/>
              </a:ext>
            </a:extLst>
          </p:cNvPr>
          <p:cNvSpPr>
            <a:spLocks xmlns:a="http://schemas.openxmlformats.org/drawingml/2006/main" noGrp="1"/>
          </p:cNvSpPr>
          <p:nvPr/>
        </p:nvSpPr>
        <p:spPr>
          <a:xfrm xmlns:a="http://schemas.openxmlformats.org/drawingml/2006/main">
            <a:off x="3950602" y="228749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重布线后线路层缺陷检测</a:t>
            </a:r>
          </a:p>
        </p:txBody>
      </p:sp>
      <p:sp>
        <p:nvSpPr>
          <p:cNvPr id="167" name="pdf-text-0167">
            <a:extLst xmlns:a="http://schemas.openxmlformats.org/drawingml/2006/main">
              <a:ext uri="{FF2B5EF4-FFF2-40B4-BE49-F238E27FC236}">
                <a16:creationId xmlns:a16="http://schemas.microsoft.com/office/drawing/2014/main" id="{6E6C0867-9532-406D-94FD-545536BE82C0}"/>
              </a:ext>
            </a:extLst>
          </p:cNvPr>
          <p:cNvSpPr>
            <a:spLocks xmlns:a="http://schemas.openxmlformats.org/drawingml/2006/main" noGrp="1"/>
          </p:cNvSpPr>
          <p:nvPr/>
        </p:nvSpPr>
        <p:spPr>
          <a:xfrm xmlns:a="http://schemas.openxmlformats.org/drawingml/2006/main">
            <a:off x="1296403" y="2492801"/>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Bumping</a:t>
            </a:r>
          </a:p>
        </p:txBody>
      </p:sp>
      <p:sp>
        <p:nvSpPr>
          <p:cNvPr id="168" name="pdf-text-0168">
            <a:extLst xmlns:a="http://schemas.openxmlformats.org/drawingml/2006/main">
              <a:ext uri="{FF2B5EF4-FFF2-40B4-BE49-F238E27FC236}">
                <a16:creationId xmlns:a16="http://schemas.microsoft.com/office/drawing/2014/main" id="{A1D574AE-E59C-4B2D-B04A-55A68F8182BC}"/>
              </a:ext>
            </a:extLst>
          </p:cNvPr>
          <p:cNvSpPr>
            <a:spLocks xmlns:a="http://schemas.openxmlformats.org/drawingml/2006/main" noGrp="1"/>
          </p:cNvSpPr>
          <p:nvPr/>
        </p:nvSpPr>
        <p:spPr>
          <a:xfrm xmlns:a="http://schemas.openxmlformats.org/drawingml/2006/main">
            <a:off x="4141102" y="2492801"/>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Bumping后高度测量</a:t>
            </a:r>
          </a:p>
        </p:txBody>
      </p:sp>
      <p:sp>
        <p:nvSpPr>
          <p:cNvPr id="169" name="pdf-text-0169">
            <a:extLst xmlns:a="http://schemas.openxmlformats.org/drawingml/2006/main">
              <a:ext uri="{FF2B5EF4-FFF2-40B4-BE49-F238E27FC236}">
                <a16:creationId xmlns:a16="http://schemas.microsoft.com/office/drawing/2014/main" id="{5D77E72F-AE33-463A-B2D4-C5AD0DC73A1F}"/>
              </a:ext>
            </a:extLst>
          </p:cNvPr>
          <p:cNvSpPr>
            <a:spLocks xmlns:a="http://schemas.openxmlformats.org/drawingml/2006/main" noGrp="1"/>
          </p:cNvSpPr>
          <p:nvPr/>
        </p:nvSpPr>
        <p:spPr>
          <a:xfrm xmlns:a="http://schemas.openxmlformats.org/drawingml/2006/main">
            <a:off x="1334503" y="2698108"/>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划片后</a:t>
            </a:r>
          </a:p>
        </p:txBody>
      </p:sp>
      <p:sp>
        <p:nvSpPr>
          <p:cNvPr id="170" name="pdf-text-0170">
            <a:extLst xmlns:a="http://schemas.openxmlformats.org/drawingml/2006/main">
              <a:ext uri="{FF2B5EF4-FFF2-40B4-BE49-F238E27FC236}">
                <a16:creationId xmlns:a16="http://schemas.microsoft.com/office/drawing/2014/main" id="{E8D09934-C7CE-4DD3-9E55-0DB66FBC4029}"/>
              </a:ext>
            </a:extLst>
          </p:cNvPr>
          <p:cNvSpPr>
            <a:spLocks xmlns:a="http://schemas.openxmlformats.org/drawingml/2006/main" noGrp="1"/>
          </p:cNvSpPr>
          <p:nvPr/>
        </p:nvSpPr>
        <p:spPr>
          <a:xfrm xmlns:a="http://schemas.openxmlformats.org/drawingml/2006/main">
            <a:off x="3836302" y="2698108"/>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Wafer切割后缺陷及隐裂检测</a:t>
            </a:r>
          </a:p>
        </p:txBody>
      </p:sp>
      <p:sp>
        <p:nvSpPr>
          <p:cNvPr id="171" name="pdf-text-0171">
            <a:extLst xmlns:a="http://schemas.openxmlformats.org/drawingml/2006/main">
              <a:ext uri="{FF2B5EF4-FFF2-40B4-BE49-F238E27FC236}">
                <a16:creationId xmlns:a16="http://schemas.microsoft.com/office/drawing/2014/main" id="{518692C0-30ED-4E86-BDF4-E94AB6E04D2D}"/>
              </a:ext>
            </a:extLst>
          </p:cNvPr>
          <p:cNvSpPr>
            <a:spLocks xmlns:a="http://schemas.openxmlformats.org/drawingml/2006/main" noGrp="1"/>
          </p:cNvSpPr>
          <p:nvPr/>
        </p:nvSpPr>
        <p:spPr>
          <a:xfrm xmlns:a="http://schemas.openxmlformats.org/drawingml/2006/main">
            <a:off x="1448803" y="290341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TSV</a:t>
            </a:r>
          </a:p>
        </p:txBody>
      </p:sp>
      <p:sp>
        <p:nvSpPr>
          <p:cNvPr id="172" name="pdf-text-0172">
            <a:extLst xmlns:a="http://schemas.openxmlformats.org/drawingml/2006/main">
              <a:ext uri="{FF2B5EF4-FFF2-40B4-BE49-F238E27FC236}">
                <a16:creationId xmlns:a16="http://schemas.microsoft.com/office/drawing/2014/main" id="{BF9F0DD1-CCF9-4A69-BA8B-F87C69235963}"/>
              </a:ext>
            </a:extLst>
          </p:cNvPr>
          <p:cNvSpPr>
            <a:spLocks xmlns:a="http://schemas.openxmlformats.org/drawingml/2006/main" noGrp="1"/>
          </p:cNvSpPr>
          <p:nvPr/>
        </p:nvSpPr>
        <p:spPr>
          <a:xfrm xmlns:a="http://schemas.openxmlformats.org/drawingml/2006/main">
            <a:off x="4217302" y="2903415"/>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TSV通孔缺陷检测</a:t>
            </a:r>
          </a:p>
        </p:txBody>
      </p:sp>
      <p:sp>
        <p:nvSpPr>
          <p:cNvPr id="173" name="pdf-text-0173">
            <a:extLst xmlns:a="http://schemas.openxmlformats.org/drawingml/2006/main">
              <a:ext uri="{FF2B5EF4-FFF2-40B4-BE49-F238E27FC236}">
                <a16:creationId xmlns:a16="http://schemas.microsoft.com/office/drawing/2014/main" id="{7E73C825-47D7-40B8-BC71-8EA63E91B283}"/>
              </a:ext>
            </a:extLst>
          </p:cNvPr>
          <p:cNvSpPr>
            <a:spLocks xmlns:a="http://schemas.openxmlformats.org/drawingml/2006/main" noGrp="1"/>
          </p:cNvSpPr>
          <p:nvPr/>
        </p:nvSpPr>
        <p:spPr>
          <a:xfrm xmlns:a="http://schemas.openxmlformats.org/drawingml/2006/main">
            <a:off x="1258303" y="3108722"/>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表面形貌</a:t>
            </a:r>
          </a:p>
        </p:txBody>
      </p:sp>
      <p:sp>
        <p:nvSpPr>
          <p:cNvPr id="174" name="pdf-text-0174">
            <a:extLst xmlns:a="http://schemas.openxmlformats.org/drawingml/2006/main">
              <a:ext uri="{FF2B5EF4-FFF2-40B4-BE49-F238E27FC236}">
                <a16:creationId xmlns:a16="http://schemas.microsoft.com/office/drawing/2014/main" id="{70746641-EC73-4A03-8931-C29A22BD4E19}"/>
              </a:ext>
            </a:extLst>
          </p:cNvPr>
          <p:cNvSpPr>
            <a:spLocks xmlns:a="http://schemas.openxmlformats.org/drawingml/2006/main" noGrp="1"/>
          </p:cNvSpPr>
          <p:nvPr/>
        </p:nvSpPr>
        <p:spPr>
          <a:xfrm xmlns:a="http://schemas.openxmlformats.org/drawingml/2006/main">
            <a:off x="3798202" y="3108722"/>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研磨后芯片翘曲度3D形貌测量</a:t>
            </a:r>
          </a:p>
        </p:txBody>
      </p:sp>
      <p:sp>
        <p:nvSpPr>
          <p:cNvPr id="175" name="pdf-text-0175">
            <a:extLst xmlns:a="http://schemas.openxmlformats.org/drawingml/2006/main">
              <a:ext uri="{FF2B5EF4-FFF2-40B4-BE49-F238E27FC236}">
                <a16:creationId xmlns:a16="http://schemas.microsoft.com/office/drawing/2014/main" id="{D79DB541-4D46-4B36-BE4D-CC9872539D65}"/>
              </a:ext>
            </a:extLst>
          </p:cNvPr>
          <p:cNvSpPr>
            <a:spLocks xmlns:a="http://schemas.openxmlformats.org/drawingml/2006/main" noGrp="1"/>
          </p:cNvSpPr>
          <p:nvPr/>
        </p:nvSpPr>
        <p:spPr>
          <a:xfrm xmlns:a="http://schemas.openxmlformats.org/drawingml/2006/main">
            <a:off x="763003" y="3314029"/>
            <a:ext cx="1638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磨片后翘曲和硅通孔TSV</a:t>
            </a:r>
          </a:p>
        </p:txBody>
      </p:sp>
      <p:sp>
        <p:nvSpPr>
          <p:cNvPr id="176" name="pdf-text-0176">
            <a:extLst xmlns:a="http://schemas.openxmlformats.org/drawingml/2006/main">
              <a:ext uri="{FF2B5EF4-FFF2-40B4-BE49-F238E27FC236}">
                <a16:creationId xmlns:a16="http://schemas.microsoft.com/office/drawing/2014/main" id="{BBEA8DB9-B395-4A19-8EE8-B3D8E1F3D2F6}"/>
              </a:ext>
            </a:extLst>
          </p:cNvPr>
          <p:cNvSpPr>
            <a:spLocks xmlns:a="http://schemas.openxmlformats.org/drawingml/2006/main" noGrp="1"/>
          </p:cNvSpPr>
          <p:nvPr/>
        </p:nvSpPr>
        <p:spPr>
          <a:xfrm xmlns:a="http://schemas.openxmlformats.org/drawingml/2006/main">
            <a:off x="4026802" y="3314029"/>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研发中，预计年中完成</a:t>
            </a:r>
          </a:p>
        </p:txBody>
      </p:sp>
      <p:sp>
        <p:nvSpPr>
          <p:cNvPr id="177" name="pdf-text-0177">
            <a:extLst xmlns:a="http://schemas.openxmlformats.org/drawingml/2006/main">
              <a:ext uri="{FF2B5EF4-FFF2-40B4-BE49-F238E27FC236}">
                <a16:creationId xmlns:a16="http://schemas.microsoft.com/office/drawing/2014/main" id="{B760FD11-4F5B-416B-B768-53E243FEF3C9}"/>
              </a:ext>
            </a:extLst>
          </p:cNvPr>
          <p:cNvSpPr>
            <a:spLocks xmlns:a="http://schemas.openxmlformats.org/drawingml/2006/main" noGrp="1"/>
          </p:cNvSpPr>
          <p:nvPr/>
        </p:nvSpPr>
        <p:spPr>
          <a:xfrm xmlns:a="http://schemas.openxmlformats.org/drawingml/2006/main">
            <a:off x="837043" y="6626385"/>
            <a:ext cx="544532"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Calibri"/>
                <a:ea typeface="Calibri"/>
                <a:cs typeface="Calibri"/>
              </a:defRPr>
            </a:pPr>
            <a:r>
              <a:rPr sz="1104" b="0" i="0">
                <a:solidFill>
                  <a:srgbClr val="000000"/>
                </a:solidFill>
                <a:latin typeface="Calibri"/>
                <a:ea typeface="Calibri"/>
                <a:cs typeface="Calibri"/>
              </a:rPr>
              <a:t>Bumping</a:t>
            </a:r>
          </a:p>
        </p:txBody>
      </p:sp>
      <p:sp>
        <p:nvSpPr>
          <p:cNvPr id="178" name="pdf-text-0178">
            <a:extLst xmlns:a="http://schemas.openxmlformats.org/drawingml/2006/main">
              <a:ext uri="{FF2B5EF4-FFF2-40B4-BE49-F238E27FC236}">
                <a16:creationId xmlns:a16="http://schemas.microsoft.com/office/drawing/2014/main" id="{D96AFA80-6C6A-4B25-86A3-7575ADA221A7}"/>
              </a:ext>
            </a:extLst>
          </p:cNvPr>
          <p:cNvSpPr>
            <a:spLocks xmlns:a="http://schemas.openxmlformats.org/drawingml/2006/main" noGrp="1"/>
          </p:cNvSpPr>
          <p:nvPr/>
        </p:nvSpPr>
        <p:spPr>
          <a:xfrm xmlns:a="http://schemas.openxmlformats.org/drawingml/2006/main">
            <a:off x="1342956" y="6613461"/>
            <a:ext cx="318516"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SimSun"/>
                <a:ea typeface="SimSun"/>
                <a:cs typeface="SimSun"/>
              </a:defRPr>
            </a:pPr>
            <a:r>
              <a:rPr sz="1104" b="0" i="0">
                <a:solidFill>
                  <a:srgbClr val="000000"/>
                </a:solidFill>
                <a:latin typeface="SimSun"/>
                <a:ea typeface="SimSun"/>
                <a:cs typeface="SimSun"/>
              </a:rPr>
              <a:t>检测</a:t>
            </a:r>
          </a:p>
        </p:txBody>
      </p:sp>
      <p:sp>
        <p:nvSpPr>
          <p:cNvPr id="179" name="pdf-text-0179">
            <a:extLst xmlns:a="http://schemas.openxmlformats.org/drawingml/2006/main">
              <a:ext uri="{FF2B5EF4-FFF2-40B4-BE49-F238E27FC236}">
                <a16:creationId xmlns:a16="http://schemas.microsoft.com/office/drawing/2014/main" id="{7EB5EE62-084C-473C-AF43-E9CFFCCE85DA}"/>
              </a:ext>
            </a:extLst>
          </p:cNvPr>
          <p:cNvSpPr>
            <a:spLocks xmlns:a="http://schemas.openxmlformats.org/drawingml/2006/main" noGrp="1"/>
          </p:cNvSpPr>
          <p:nvPr/>
        </p:nvSpPr>
        <p:spPr>
          <a:xfrm xmlns:a="http://schemas.openxmlformats.org/drawingml/2006/main">
            <a:off x="3436219" y="6508471"/>
            <a:ext cx="260107"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Calibri"/>
                <a:ea typeface="Calibri"/>
                <a:cs typeface="Calibri"/>
              </a:defRPr>
            </a:pPr>
            <a:r>
              <a:rPr sz="1104" b="0" i="0">
                <a:solidFill>
                  <a:srgbClr val="000000"/>
                </a:solidFill>
                <a:latin typeface="Calibri"/>
                <a:ea typeface="Calibri"/>
                <a:cs typeface="Calibri"/>
              </a:rPr>
              <a:t>RDL</a:t>
            </a:r>
          </a:p>
        </p:txBody>
      </p:sp>
      <p:sp>
        <p:nvSpPr>
          <p:cNvPr id="180" name="pdf-text-0180">
            <a:extLst xmlns:a="http://schemas.openxmlformats.org/drawingml/2006/main">
              <a:ext uri="{FF2B5EF4-FFF2-40B4-BE49-F238E27FC236}">
                <a16:creationId xmlns:a16="http://schemas.microsoft.com/office/drawing/2014/main" id="{2B8AC282-1C67-42EF-A0C0-4B4A39044530}"/>
              </a:ext>
            </a:extLst>
          </p:cNvPr>
          <p:cNvSpPr>
            <a:spLocks xmlns:a="http://schemas.openxmlformats.org/drawingml/2006/main" noGrp="1"/>
          </p:cNvSpPr>
          <p:nvPr/>
        </p:nvSpPr>
        <p:spPr>
          <a:xfrm xmlns:a="http://schemas.openxmlformats.org/drawingml/2006/main">
            <a:off x="3658729" y="6495546"/>
            <a:ext cx="318516"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SimSun"/>
                <a:ea typeface="SimSun"/>
                <a:cs typeface="SimSun"/>
              </a:defRPr>
            </a:pPr>
            <a:r>
              <a:rPr sz="1104" b="0" i="0">
                <a:solidFill>
                  <a:srgbClr val="000000"/>
                </a:solidFill>
                <a:latin typeface="SimSun"/>
                <a:ea typeface="SimSun"/>
                <a:cs typeface="SimSun"/>
              </a:rPr>
              <a:t>检测</a:t>
            </a:r>
          </a:p>
        </p:txBody>
      </p:sp>
      <p:sp>
        <p:nvSpPr>
          <p:cNvPr id="181" name="pdf-text-0181">
            <a:extLst xmlns:a="http://schemas.openxmlformats.org/drawingml/2006/main">
              <a:ext uri="{FF2B5EF4-FFF2-40B4-BE49-F238E27FC236}">
                <a16:creationId xmlns:a16="http://schemas.microsoft.com/office/drawing/2014/main" id="{D85F9E1C-C4B2-4204-8E19-54990BCA8349}"/>
              </a:ext>
            </a:extLst>
          </p:cNvPr>
          <p:cNvSpPr>
            <a:spLocks xmlns:a="http://schemas.openxmlformats.org/drawingml/2006/main" noGrp="1"/>
          </p:cNvSpPr>
          <p:nvPr/>
        </p:nvSpPr>
        <p:spPr>
          <a:xfrm xmlns:a="http://schemas.openxmlformats.org/drawingml/2006/main">
            <a:off x="3126920" y="6663235"/>
            <a:ext cx="1159765"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SimSun"/>
                <a:ea typeface="SimSun"/>
                <a:cs typeface="SimSun"/>
              </a:defRPr>
            </a:pPr>
            <a:r>
              <a:rPr sz="1104" b="0" i="0">
                <a:solidFill>
                  <a:srgbClr val="000000"/>
                </a:solidFill>
                <a:latin typeface="SimSun"/>
                <a:ea typeface="SimSun"/>
                <a:cs typeface="SimSun"/>
              </a:rPr>
              <a:t>（荧光模组技术）</a:t>
            </a:r>
          </a:p>
        </p:txBody>
      </p:sp>
    </p:spTree>
    <p:extLst>
      <p:ext uri="{BB962C8B-B14F-4D97-AF65-F5344CB8AC3E}">
        <p14:creationId xmlns:p14="http://schemas.microsoft.com/office/powerpoint/2010/main" val="20785497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 name="pdf-vector-0001">
            <a:extLst xmlns:a="http://schemas.openxmlformats.org/drawingml/2006/main">
              <a:ext uri="{FF2B5EF4-FFF2-40B4-BE49-F238E27FC236}">
                <a16:creationId xmlns:a16="http://schemas.microsoft.com/office/drawing/2014/main" id="{0BFD5BAC-FE13-49E9-B337-4D79183AAD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text-0002">
            <a:extLst xmlns:a="http://schemas.openxmlformats.org/drawingml/2006/main">
              <a:ext uri="{FF2B5EF4-FFF2-40B4-BE49-F238E27FC236}">
                <a16:creationId xmlns:a16="http://schemas.microsoft.com/office/drawing/2014/main" id="{BB630FC5-B24A-40DA-9A44-B59DEFAA8BFA}"/>
              </a:ext>
            </a:extLst>
          </p:cNvPr>
          <p:cNvSpPr>
            <a:spLocks xmlns:a="http://schemas.openxmlformats.org/drawingml/2006/main" noGrp="1"/>
          </p:cNvSpPr>
          <p:nvPr/>
        </p:nvSpPr>
        <p:spPr>
          <a:xfrm xmlns:a="http://schemas.openxmlformats.org/drawingml/2006/main">
            <a:off x="594510" y="320541"/>
            <a:ext cx="9555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产品（</a:t>
            </a:r>
          </a:p>
        </p:txBody>
      </p:sp>
      <p:sp>
        <p:nvSpPr>
          <p:cNvPr id="3" name="pdf-text-0003">
            <a:extLst xmlns:a="http://schemas.openxmlformats.org/drawingml/2006/main">
              <a:ext uri="{FF2B5EF4-FFF2-40B4-BE49-F238E27FC236}">
                <a16:creationId xmlns:a16="http://schemas.microsoft.com/office/drawing/2014/main" id="{3CA22D4A-E1E8-4E15-A254-E40EE46DAF49}"/>
              </a:ext>
            </a:extLst>
          </p:cNvPr>
          <p:cNvSpPr>
            <a:spLocks xmlns:a="http://schemas.openxmlformats.org/drawingml/2006/main" noGrp="1"/>
          </p:cNvSpPr>
          <p:nvPr/>
        </p:nvSpPr>
        <p:spPr>
          <a:xfrm xmlns:a="http://schemas.openxmlformats.org/drawingml/2006/main">
            <a:off x="15134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4</a:t>
            </a:r>
          </a:p>
        </p:txBody>
      </p:sp>
      <p:sp>
        <p:nvSpPr>
          <p:cNvPr id="4" name="pdf-text-0004">
            <a:extLst xmlns:a="http://schemas.openxmlformats.org/drawingml/2006/main">
              <a:ext uri="{FF2B5EF4-FFF2-40B4-BE49-F238E27FC236}">
                <a16:creationId xmlns:a16="http://schemas.microsoft.com/office/drawing/2014/main" id="{A107C98B-88BE-4995-93DB-6AE9A9F7EB19}"/>
              </a:ext>
            </a:extLst>
          </p:cNvPr>
          <p:cNvSpPr>
            <a:spLocks xmlns:a="http://schemas.openxmlformats.org/drawingml/2006/main" noGrp="1"/>
          </p:cNvSpPr>
          <p:nvPr/>
        </p:nvSpPr>
        <p:spPr>
          <a:xfrm xmlns:a="http://schemas.openxmlformats.org/drawingml/2006/main">
            <a:off x="1665882" y="320541"/>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a:t>
            </a:r>
          </a:p>
        </p:txBody>
      </p:sp>
      <p:sp>
        <p:nvSpPr>
          <p:cNvPr id="5" name="pdf-text-0005">
            <a:extLst xmlns:a="http://schemas.openxmlformats.org/drawingml/2006/main">
              <a:ext uri="{FF2B5EF4-FFF2-40B4-BE49-F238E27FC236}">
                <a16:creationId xmlns:a16="http://schemas.microsoft.com/office/drawing/2014/main" id="{3334C356-8D2A-47FE-89C1-87F0937DEC17}"/>
              </a:ext>
            </a:extLst>
          </p:cNvPr>
          <p:cNvSpPr>
            <a:spLocks xmlns:a="http://schemas.openxmlformats.org/drawingml/2006/main" noGrp="1"/>
          </p:cNvSpPr>
          <p:nvPr/>
        </p:nvSpPr>
        <p:spPr>
          <a:xfrm xmlns:a="http://schemas.openxmlformats.org/drawingml/2006/main">
            <a:off x="2275482" y="318978"/>
            <a:ext cx="69860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SMT</a:t>
            </a:r>
          </a:p>
        </p:txBody>
      </p:sp>
      <p:sp>
        <p:nvSpPr>
          <p:cNvPr id="6" name="pdf-text-0006">
            <a:extLst xmlns:a="http://schemas.openxmlformats.org/drawingml/2006/main">
              <a:ext uri="{FF2B5EF4-FFF2-40B4-BE49-F238E27FC236}">
                <a16:creationId xmlns:a16="http://schemas.microsoft.com/office/drawing/2014/main" id="{50CE349A-C30B-4416-A3C1-360EFBF27617}"/>
              </a:ext>
            </a:extLst>
          </p:cNvPr>
          <p:cNvSpPr>
            <a:spLocks xmlns:a="http://schemas.openxmlformats.org/drawingml/2006/main" noGrp="1"/>
          </p:cNvSpPr>
          <p:nvPr/>
        </p:nvSpPr>
        <p:spPr>
          <a:xfrm xmlns:a="http://schemas.openxmlformats.org/drawingml/2006/main">
            <a:off x="2935374" y="320541"/>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贴片缺陷检测模组</a:t>
            </a:r>
          </a:p>
        </p:txBody>
      </p:sp>
      <p:sp>
        <p:nvSpPr>
          <p:cNvPr id="7" name="pdf-vector-0007">
            <a:extLst xmlns:a="http://schemas.openxmlformats.org/drawingml/2006/main">
              <a:ext uri="{FF2B5EF4-FFF2-40B4-BE49-F238E27FC236}">
                <a16:creationId xmlns:a16="http://schemas.microsoft.com/office/drawing/2014/main" id="{2884209F-8077-465A-9771-6EE82155A499}"/>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FC50CA74-26E0-41C0-A694-26050F3F493C}"/>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f82dad495ad74eb6"/>
          <a:srcRect xmlns:a="http://schemas.openxmlformats.org/drawingml/2006/main" l="0" t="47" r="0" b="47"/>
          <a:stretch xmlns:a="http://schemas.openxmlformats.org/drawingml/2006/main">
            <a:fillRect l="0" t="0" r="0" b="0"/>
          </a:stretch>
        </p:blipFill>
        <p:spPr>
          <a:xfrm xmlns:a="http://schemas.openxmlformats.org/drawingml/2006/main">
            <a:off x="7895364" y="1660910"/>
            <a:ext cx="2217487" cy="2446699"/>
          </a:xfrm>
          <a:prstGeom xmlns:a="http://schemas.openxmlformats.org/drawingml/2006/main" prst="rect">
            <a:avLst/>
          </a:prstGeom>
        </p:spPr>
      </p:pic>
      <p:sp>
        <p:nvSpPr>
          <p:cNvPr id="10" name="pdf-vector-0010">
            <a:extLst xmlns:a="http://schemas.openxmlformats.org/drawingml/2006/main">
              <a:ext uri="{FF2B5EF4-FFF2-40B4-BE49-F238E27FC236}">
                <a16:creationId xmlns:a16="http://schemas.microsoft.com/office/drawing/2014/main" id="{6C9001D8-622E-4C09-AE76-80BB4889978C}"/>
              </a:ext>
            </a:extLst>
          </p:cNvPr>
          <p:cNvSpPr>
            <a:spLocks xmlns:a="http://schemas.openxmlformats.org/drawingml/2006/main" noGrp="1"/>
          </p:cNvSpPr>
          <p:nvPr/>
        </p:nvSpPr>
        <p:spPr>
          <a:xfrm xmlns:a="http://schemas.openxmlformats.org/drawingml/2006/main">
            <a:off x="10567581" y="4205567"/>
            <a:ext cx="1169035" cy="59690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1" name="pdf-vector-0011">
            <a:extLst xmlns:a="http://schemas.openxmlformats.org/drawingml/2006/main">
              <a:ext uri="{FF2B5EF4-FFF2-40B4-BE49-F238E27FC236}">
                <a16:creationId xmlns:a16="http://schemas.microsoft.com/office/drawing/2014/main" id="{DF042FDE-11CA-4737-AC8E-3BE5735FEACA}"/>
              </a:ext>
            </a:extLst>
          </p:cNvPr>
          <p:cNvSpPr>
            <a:spLocks xmlns:a="http://schemas.openxmlformats.org/drawingml/2006/main" noGrp="1"/>
          </p:cNvSpPr>
          <p:nvPr/>
        </p:nvSpPr>
        <p:spPr>
          <a:xfrm xmlns:a="http://schemas.openxmlformats.org/drawingml/2006/main">
            <a:off x="10567581" y="4802467"/>
            <a:ext cx="116903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2" name="pdf-vector-0012">
            <a:extLst xmlns:a="http://schemas.openxmlformats.org/drawingml/2006/main">
              <a:ext uri="{FF2B5EF4-FFF2-40B4-BE49-F238E27FC236}">
                <a16:creationId xmlns:a16="http://schemas.microsoft.com/office/drawing/2014/main" id="{6AC82BC6-DA65-49BF-9789-C04900F8FAC0}"/>
              </a:ext>
            </a:extLst>
          </p:cNvPr>
          <p:cNvSpPr>
            <a:spLocks xmlns:a="http://schemas.openxmlformats.org/drawingml/2006/main" noGrp="1"/>
          </p:cNvSpPr>
          <p:nvPr/>
        </p:nvSpPr>
        <p:spPr>
          <a:xfrm xmlns:a="http://schemas.openxmlformats.org/drawingml/2006/main">
            <a:off x="10567581" y="5008207"/>
            <a:ext cx="1169035" cy="428308"/>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3" name="pdf-vector-0013">
            <a:extLst xmlns:a="http://schemas.openxmlformats.org/drawingml/2006/main">
              <a:ext uri="{FF2B5EF4-FFF2-40B4-BE49-F238E27FC236}">
                <a16:creationId xmlns:a16="http://schemas.microsoft.com/office/drawing/2014/main" id="{0BFC48C9-DDD1-4D91-A996-C6F5D96247CB}"/>
              </a:ext>
            </a:extLst>
          </p:cNvPr>
          <p:cNvSpPr>
            <a:spLocks xmlns:a="http://schemas.openxmlformats.org/drawingml/2006/main" noGrp="1"/>
          </p:cNvSpPr>
          <p:nvPr/>
        </p:nvSpPr>
        <p:spPr>
          <a:xfrm xmlns:a="http://schemas.openxmlformats.org/drawingml/2006/main">
            <a:off x="10567581" y="5436514"/>
            <a:ext cx="1169035" cy="428308"/>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4" name="pdf-vector-0014">
            <a:extLst xmlns:a="http://schemas.openxmlformats.org/drawingml/2006/main">
              <a:ext uri="{FF2B5EF4-FFF2-40B4-BE49-F238E27FC236}">
                <a16:creationId xmlns:a16="http://schemas.microsoft.com/office/drawing/2014/main" id="{014C1A04-E931-471B-857B-FB4C0DACC339}"/>
              </a:ext>
            </a:extLst>
          </p:cNvPr>
          <p:cNvSpPr>
            <a:spLocks xmlns:a="http://schemas.openxmlformats.org/drawingml/2006/main" noGrp="1"/>
          </p:cNvSpPr>
          <p:nvPr/>
        </p:nvSpPr>
        <p:spPr>
          <a:xfrm xmlns:a="http://schemas.openxmlformats.org/drawingml/2006/main">
            <a:off x="10567581" y="5864835"/>
            <a:ext cx="1169035" cy="428308"/>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5" name="pdf-vector-0015">
            <a:extLst xmlns:a="http://schemas.openxmlformats.org/drawingml/2006/main">
              <a:ext uri="{FF2B5EF4-FFF2-40B4-BE49-F238E27FC236}">
                <a16:creationId xmlns:a16="http://schemas.microsoft.com/office/drawing/2014/main" id="{BF7A091A-8B8D-4C43-A2B2-3961F95FF31A}"/>
              </a:ext>
            </a:extLst>
          </p:cNvPr>
          <p:cNvSpPr>
            <a:spLocks xmlns:a="http://schemas.openxmlformats.org/drawingml/2006/main" noGrp="1"/>
          </p:cNvSpPr>
          <p:nvPr/>
        </p:nvSpPr>
        <p:spPr>
          <a:xfrm xmlns:a="http://schemas.openxmlformats.org/drawingml/2006/main">
            <a:off x="10567581" y="6293142"/>
            <a:ext cx="116903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6" name="pdf-vector-0016">
            <a:extLst xmlns:a="http://schemas.openxmlformats.org/drawingml/2006/main">
              <a:ext uri="{FF2B5EF4-FFF2-40B4-BE49-F238E27FC236}">
                <a16:creationId xmlns:a16="http://schemas.microsoft.com/office/drawing/2014/main" id="{86D81484-D419-4D8A-A964-D49976A4B301}"/>
              </a:ext>
            </a:extLst>
          </p:cNvPr>
          <p:cNvSpPr>
            <a:spLocks xmlns:a="http://schemas.openxmlformats.org/drawingml/2006/main" noGrp="1"/>
          </p:cNvSpPr>
          <p:nvPr/>
        </p:nvSpPr>
        <p:spPr>
          <a:xfrm xmlns:a="http://schemas.openxmlformats.org/drawingml/2006/main">
            <a:off x="8216180" y="4199224"/>
            <a:ext cx="953" cy="2306003"/>
          </a:xfrm>
          <a:custGeom xmlns:a="http://schemas.openxmlformats.org/drawingml/2006/main">
            <a:pathLst>
              <a:path w="953" h="2306003">
                <a:moveTo>
                  <a:pt x="0" y="0"/>
                </a:moveTo>
                <a:lnTo>
                  <a:pt x="0" y="2306003"/>
                </a:lnTo>
              </a:path>
            </a:pathLst>
          </a:custGeom>
          <a:noFill xmlns:a="http://schemas.openxmlformats.org/drawingml/2006/main"/>
          <a:ln xmlns:a="http://schemas.openxmlformats.org/drawingml/2006/main" w="12700">
            <a:solidFill>
              <a:srgbClr val="C0C0C0"/>
            </a:solidFill>
            <a:prstDash val="solid"/>
          </a:ln>
        </p:spPr>
      </p:sp>
      <p:sp>
        <p:nvSpPr>
          <p:cNvPr id="17" name="pdf-vector-0017">
            <a:extLst xmlns:a="http://schemas.openxmlformats.org/drawingml/2006/main">
              <a:ext uri="{FF2B5EF4-FFF2-40B4-BE49-F238E27FC236}">
                <a16:creationId xmlns:a16="http://schemas.microsoft.com/office/drawing/2014/main" id="{1CF0838F-42A0-4039-8DB3-920274308F3C}"/>
              </a:ext>
            </a:extLst>
          </p:cNvPr>
          <p:cNvSpPr>
            <a:spLocks xmlns:a="http://schemas.openxmlformats.org/drawingml/2006/main" noGrp="1"/>
          </p:cNvSpPr>
          <p:nvPr/>
        </p:nvSpPr>
        <p:spPr>
          <a:xfrm xmlns:a="http://schemas.openxmlformats.org/drawingml/2006/main">
            <a:off x="9367435" y="4199224"/>
            <a:ext cx="953" cy="2306003"/>
          </a:xfrm>
          <a:custGeom xmlns:a="http://schemas.openxmlformats.org/drawingml/2006/main">
            <a:pathLst>
              <a:path w="953" h="2306003">
                <a:moveTo>
                  <a:pt x="0" y="0"/>
                </a:moveTo>
                <a:lnTo>
                  <a:pt x="0" y="2306003"/>
                </a:lnTo>
              </a:path>
            </a:pathLst>
          </a:custGeom>
          <a:noFill xmlns:a="http://schemas.openxmlformats.org/drawingml/2006/main"/>
          <a:ln xmlns:a="http://schemas.openxmlformats.org/drawingml/2006/main" w="12700">
            <a:solidFill>
              <a:srgbClr val="C0C0C0"/>
            </a:solidFill>
            <a:prstDash val="solid"/>
          </a:ln>
        </p:spPr>
      </p:sp>
      <p:sp>
        <p:nvSpPr>
          <p:cNvPr id="18" name="pdf-vector-0018">
            <a:extLst xmlns:a="http://schemas.openxmlformats.org/drawingml/2006/main">
              <a:ext uri="{FF2B5EF4-FFF2-40B4-BE49-F238E27FC236}">
                <a16:creationId xmlns:a16="http://schemas.microsoft.com/office/drawing/2014/main" id="{4FDCA61B-AD89-4CB5-91FB-34D785B81157}"/>
              </a:ext>
            </a:extLst>
          </p:cNvPr>
          <p:cNvSpPr>
            <a:spLocks xmlns:a="http://schemas.openxmlformats.org/drawingml/2006/main" noGrp="1"/>
          </p:cNvSpPr>
          <p:nvPr/>
        </p:nvSpPr>
        <p:spPr>
          <a:xfrm xmlns:a="http://schemas.openxmlformats.org/drawingml/2006/main">
            <a:off x="10567585" y="4199224"/>
            <a:ext cx="953" cy="2306003"/>
          </a:xfrm>
          <a:custGeom xmlns:a="http://schemas.openxmlformats.org/drawingml/2006/main">
            <a:pathLst>
              <a:path w="953" h="2306003">
                <a:moveTo>
                  <a:pt x="0" y="0"/>
                </a:moveTo>
                <a:lnTo>
                  <a:pt x="0" y="2306003"/>
                </a:lnTo>
              </a:path>
            </a:pathLst>
          </a:custGeom>
          <a:noFill xmlns:a="http://schemas.openxmlformats.org/drawingml/2006/main"/>
          <a:ln xmlns:a="http://schemas.openxmlformats.org/drawingml/2006/main" w="12700">
            <a:solidFill>
              <a:srgbClr val="C0C0C0"/>
            </a:solidFill>
            <a:prstDash val="solid"/>
          </a:ln>
        </p:spPr>
      </p:sp>
      <p:sp>
        <p:nvSpPr>
          <p:cNvPr id="19" name="pdf-vector-0019">
            <a:extLst xmlns:a="http://schemas.openxmlformats.org/drawingml/2006/main">
              <a:ext uri="{FF2B5EF4-FFF2-40B4-BE49-F238E27FC236}">
                <a16:creationId xmlns:a16="http://schemas.microsoft.com/office/drawing/2014/main" id="{921CA7CE-4F05-4B1E-B2EB-36DB42C028A6}"/>
              </a:ext>
            </a:extLst>
          </p:cNvPr>
          <p:cNvSpPr>
            <a:spLocks xmlns:a="http://schemas.openxmlformats.org/drawingml/2006/main" noGrp="1"/>
          </p:cNvSpPr>
          <p:nvPr/>
        </p:nvSpPr>
        <p:spPr>
          <a:xfrm xmlns:a="http://schemas.openxmlformats.org/drawingml/2006/main">
            <a:off x="7482120" y="4802474"/>
            <a:ext cx="4260850" cy="953"/>
          </a:xfrm>
          <a:custGeom xmlns:a="http://schemas.openxmlformats.org/drawingml/2006/main">
            <a:pathLst>
              <a:path w="4260850" h="953">
                <a:moveTo>
                  <a:pt x="0" y="0"/>
                </a:moveTo>
                <a:lnTo>
                  <a:pt x="4260850" y="0"/>
                </a:lnTo>
              </a:path>
            </a:pathLst>
          </a:custGeom>
          <a:noFill xmlns:a="http://schemas.openxmlformats.org/drawingml/2006/main"/>
          <a:ln xmlns:a="http://schemas.openxmlformats.org/drawingml/2006/main" w="12700">
            <a:solidFill>
              <a:srgbClr val="C0C0C0"/>
            </a:solidFill>
            <a:prstDash val="solid"/>
          </a:ln>
        </p:spPr>
      </p:sp>
      <p:sp>
        <p:nvSpPr>
          <p:cNvPr id="20" name="pdf-vector-0020">
            <a:extLst xmlns:a="http://schemas.openxmlformats.org/drawingml/2006/main">
              <a:ext uri="{FF2B5EF4-FFF2-40B4-BE49-F238E27FC236}">
                <a16:creationId xmlns:a16="http://schemas.microsoft.com/office/drawing/2014/main" id="{FD69D1D2-0885-4C5A-B92F-58F33AEF5A9F}"/>
              </a:ext>
            </a:extLst>
          </p:cNvPr>
          <p:cNvSpPr>
            <a:spLocks xmlns:a="http://schemas.openxmlformats.org/drawingml/2006/main" noGrp="1"/>
          </p:cNvSpPr>
          <p:nvPr/>
        </p:nvSpPr>
        <p:spPr>
          <a:xfrm xmlns:a="http://schemas.openxmlformats.org/drawingml/2006/main">
            <a:off x="7482120" y="5008213"/>
            <a:ext cx="4260850" cy="953"/>
          </a:xfrm>
          <a:custGeom xmlns:a="http://schemas.openxmlformats.org/drawingml/2006/main">
            <a:pathLst>
              <a:path w="4260850" h="953">
                <a:moveTo>
                  <a:pt x="0" y="0"/>
                </a:moveTo>
                <a:lnTo>
                  <a:pt x="4260850" y="0"/>
                </a:lnTo>
              </a:path>
            </a:pathLst>
          </a:custGeom>
          <a:noFill xmlns:a="http://schemas.openxmlformats.org/drawingml/2006/main"/>
          <a:ln xmlns:a="http://schemas.openxmlformats.org/drawingml/2006/main" w="12700">
            <a:solidFill>
              <a:srgbClr val="C0C0C0"/>
            </a:solidFill>
            <a:prstDash val="solid"/>
          </a:ln>
        </p:spPr>
      </p:sp>
      <p:sp>
        <p:nvSpPr>
          <p:cNvPr id="21" name="pdf-vector-0021">
            <a:extLst xmlns:a="http://schemas.openxmlformats.org/drawingml/2006/main">
              <a:ext uri="{FF2B5EF4-FFF2-40B4-BE49-F238E27FC236}">
                <a16:creationId xmlns:a16="http://schemas.microsoft.com/office/drawing/2014/main" id="{760F2847-0A98-4BF4-B177-BCFB64EA320A}"/>
              </a:ext>
            </a:extLst>
          </p:cNvPr>
          <p:cNvSpPr>
            <a:spLocks xmlns:a="http://schemas.openxmlformats.org/drawingml/2006/main" noGrp="1"/>
          </p:cNvSpPr>
          <p:nvPr/>
        </p:nvSpPr>
        <p:spPr>
          <a:xfrm xmlns:a="http://schemas.openxmlformats.org/drawingml/2006/main">
            <a:off x="7482120" y="5436521"/>
            <a:ext cx="4260850" cy="953"/>
          </a:xfrm>
          <a:custGeom xmlns:a="http://schemas.openxmlformats.org/drawingml/2006/main">
            <a:pathLst>
              <a:path w="4260850" h="953">
                <a:moveTo>
                  <a:pt x="0" y="0"/>
                </a:moveTo>
                <a:lnTo>
                  <a:pt x="4260850" y="0"/>
                </a:lnTo>
              </a:path>
            </a:pathLst>
          </a:custGeom>
          <a:noFill xmlns:a="http://schemas.openxmlformats.org/drawingml/2006/main"/>
          <a:ln xmlns:a="http://schemas.openxmlformats.org/drawingml/2006/main" w="12700">
            <a:solidFill>
              <a:srgbClr val="C0C0C0"/>
            </a:solidFill>
            <a:prstDash val="solid"/>
          </a:ln>
        </p:spPr>
      </p:sp>
      <p:sp>
        <p:nvSpPr>
          <p:cNvPr id="22" name="pdf-vector-0022">
            <a:extLst xmlns:a="http://schemas.openxmlformats.org/drawingml/2006/main">
              <a:ext uri="{FF2B5EF4-FFF2-40B4-BE49-F238E27FC236}">
                <a16:creationId xmlns:a16="http://schemas.microsoft.com/office/drawing/2014/main" id="{8AB7BA26-86E8-4FD5-8B51-B756E63BA7B6}"/>
              </a:ext>
            </a:extLst>
          </p:cNvPr>
          <p:cNvSpPr>
            <a:spLocks xmlns:a="http://schemas.openxmlformats.org/drawingml/2006/main" noGrp="1"/>
          </p:cNvSpPr>
          <p:nvPr/>
        </p:nvSpPr>
        <p:spPr>
          <a:xfrm xmlns:a="http://schemas.openxmlformats.org/drawingml/2006/main">
            <a:off x="7482120" y="5864828"/>
            <a:ext cx="4260850" cy="953"/>
          </a:xfrm>
          <a:custGeom xmlns:a="http://schemas.openxmlformats.org/drawingml/2006/main">
            <a:pathLst>
              <a:path w="4260850" h="953">
                <a:moveTo>
                  <a:pt x="0" y="0"/>
                </a:moveTo>
                <a:lnTo>
                  <a:pt x="4260850" y="0"/>
                </a:lnTo>
              </a:path>
            </a:pathLst>
          </a:custGeom>
          <a:noFill xmlns:a="http://schemas.openxmlformats.org/drawingml/2006/main"/>
          <a:ln xmlns:a="http://schemas.openxmlformats.org/drawingml/2006/main" w="12700">
            <a:solidFill>
              <a:srgbClr val="C0C0C0"/>
            </a:solidFill>
            <a:prstDash val="solid"/>
          </a:ln>
        </p:spPr>
      </p:sp>
      <p:sp>
        <p:nvSpPr>
          <p:cNvPr id="23" name="pdf-vector-0023">
            <a:extLst xmlns:a="http://schemas.openxmlformats.org/drawingml/2006/main">
              <a:ext uri="{FF2B5EF4-FFF2-40B4-BE49-F238E27FC236}">
                <a16:creationId xmlns:a16="http://schemas.microsoft.com/office/drawing/2014/main" id="{07486E05-1AF0-4814-9009-E427D3D6BD1A}"/>
              </a:ext>
            </a:extLst>
          </p:cNvPr>
          <p:cNvSpPr>
            <a:spLocks xmlns:a="http://schemas.openxmlformats.org/drawingml/2006/main" noGrp="1"/>
          </p:cNvSpPr>
          <p:nvPr/>
        </p:nvSpPr>
        <p:spPr>
          <a:xfrm xmlns:a="http://schemas.openxmlformats.org/drawingml/2006/main">
            <a:off x="7482120" y="6293137"/>
            <a:ext cx="4260850" cy="953"/>
          </a:xfrm>
          <a:custGeom xmlns:a="http://schemas.openxmlformats.org/drawingml/2006/main">
            <a:pathLst>
              <a:path w="4260850" h="953">
                <a:moveTo>
                  <a:pt x="0" y="0"/>
                </a:moveTo>
                <a:lnTo>
                  <a:pt x="4260850" y="0"/>
                </a:lnTo>
              </a:path>
            </a:pathLst>
          </a:custGeom>
          <a:noFill xmlns:a="http://schemas.openxmlformats.org/drawingml/2006/main"/>
          <a:ln xmlns:a="http://schemas.openxmlformats.org/drawingml/2006/main" w="12700">
            <a:solidFill>
              <a:srgbClr val="C0C0C0"/>
            </a:solidFill>
            <a:prstDash val="solid"/>
          </a:ln>
        </p:spPr>
      </p:sp>
      <p:sp>
        <p:nvSpPr>
          <p:cNvPr id="24" name="pdf-vector-0024">
            <a:extLst xmlns:a="http://schemas.openxmlformats.org/drawingml/2006/main">
              <a:ext uri="{FF2B5EF4-FFF2-40B4-BE49-F238E27FC236}">
                <a16:creationId xmlns:a16="http://schemas.microsoft.com/office/drawing/2014/main" id="{28F3E830-F935-48BB-8C6C-A992276D68DD}"/>
              </a:ext>
            </a:extLst>
          </p:cNvPr>
          <p:cNvSpPr>
            <a:spLocks xmlns:a="http://schemas.openxmlformats.org/drawingml/2006/main" noGrp="1"/>
          </p:cNvSpPr>
          <p:nvPr/>
        </p:nvSpPr>
        <p:spPr>
          <a:xfrm xmlns:a="http://schemas.openxmlformats.org/drawingml/2006/main">
            <a:off x="7488470" y="4199224"/>
            <a:ext cx="953" cy="2306003"/>
          </a:xfrm>
          <a:custGeom xmlns:a="http://schemas.openxmlformats.org/drawingml/2006/main">
            <a:pathLst>
              <a:path w="953" h="2306003">
                <a:moveTo>
                  <a:pt x="0" y="0"/>
                </a:moveTo>
                <a:lnTo>
                  <a:pt x="0" y="2306003"/>
                </a:lnTo>
              </a:path>
            </a:pathLst>
          </a:custGeom>
          <a:noFill xmlns:a="http://schemas.openxmlformats.org/drawingml/2006/main"/>
          <a:ln xmlns:a="http://schemas.openxmlformats.org/drawingml/2006/main" w="12700">
            <a:solidFill>
              <a:srgbClr val="C0C0C0"/>
            </a:solidFill>
            <a:prstDash val="solid"/>
          </a:ln>
        </p:spPr>
      </p:sp>
      <p:sp>
        <p:nvSpPr>
          <p:cNvPr id="25" name="pdf-vector-0025">
            <a:extLst xmlns:a="http://schemas.openxmlformats.org/drawingml/2006/main">
              <a:ext uri="{FF2B5EF4-FFF2-40B4-BE49-F238E27FC236}">
                <a16:creationId xmlns:a16="http://schemas.microsoft.com/office/drawing/2014/main" id="{D8D1638B-0FC3-4C01-8D2C-85A275F51EEC}"/>
              </a:ext>
            </a:extLst>
          </p:cNvPr>
          <p:cNvSpPr>
            <a:spLocks xmlns:a="http://schemas.openxmlformats.org/drawingml/2006/main" noGrp="1"/>
          </p:cNvSpPr>
          <p:nvPr/>
        </p:nvSpPr>
        <p:spPr>
          <a:xfrm xmlns:a="http://schemas.openxmlformats.org/drawingml/2006/main">
            <a:off x="11736620" y="4199224"/>
            <a:ext cx="953" cy="2306003"/>
          </a:xfrm>
          <a:custGeom xmlns:a="http://schemas.openxmlformats.org/drawingml/2006/main">
            <a:pathLst>
              <a:path w="953" h="2306003">
                <a:moveTo>
                  <a:pt x="0" y="0"/>
                </a:moveTo>
                <a:lnTo>
                  <a:pt x="0" y="2306003"/>
                </a:lnTo>
              </a:path>
            </a:pathLst>
          </a:custGeom>
          <a:noFill xmlns:a="http://schemas.openxmlformats.org/drawingml/2006/main"/>
          <a:ln xmlns:a="http://schemas.openxmlformats.org/drawingml/2006/main" w="12700">
            <a:solidFill>
              <a:srgbClr val="C0C0C0"/>
            </a:solidFill>
            <a:prstDash val="solid"/>
          </a:ln>
        </p:spPr>
      </p:sp>
      <p:sp>
        <p:nvSpPr>
          <p:cNvPr id="26" name="pdf-vector-0026">
            <a:extLst xmlns:a="http://schemas.openxmlformats.org/drawingml/2006/main">
              <a:ext uri="{FF2B5EF4-FFF2-40B4-BE49-F238E27FC236}">
                <a16:creationId xmlns:a16="http://schemas.microsoft.com/office/drawing/2014/main" id="{DA0477BF-EE1A-4B5A-B5C5-0E0FD5AD2AFB}"/>
              </a:ext>
            </a:extLst>
          </p:cNvPr>
          <p:cNvSpPr>
            <a:spLocks xmlns:a="http://schemas.openxmlformats.org/drawingml/2006/main" noGrp="1"/>
          </p:cNvSpPr>
          <p:nvPr/>
        </p:nvSpPr>
        <p:spPr>
          <a:xfrm xmlns:a="http://schemas.openxmlformats.org/drawingml/2006/main">
            <a:off x="7482120" y="4205574"/>
            <a:ext cx="4260850" cy="953"/>
          </a:xfrm>
          <a:custGeom xmlns:a="http://schemas.openxmlformats.org/drawingml/2006/main">
            <a:pathLst>
              <a:path w="4260850" h="953">
                <a:moveTo>
                  <a:pt x="0" y="0"/>
                </a:moveTo>
                <a:lnTo>
                  <a:pt x="4260850" y="0"/>
                </a:lnTo>
              </a:path>
            </a:pathLst>
          </a:custGeom>
          <a:noFill xmlns:a="http://schemas.openxmlformats.org/drawingml/2006/main"/>
          <a:ln xmlns:a="http://schemas.openxmlformats.org/drawingml/2006/main" w="12700">
            <a:solidFill>
              <a:srgbClr val="C0C0C0"/>
            </a:solidFill>
            <a:prstDash val="solid"/>
          </a:ln>
        </p:spPr>
      </p:sp>
      <p:sp>
        <p:nvSpPr>
          <p:cNvPr id="27" name="pdf-vector-0027">
            <a:extLst xmlns:a="http://schemas.openxmlformats.org/drawingml/2006/main">
              <a:ext uri="{FF2B5EF4-FFF2-40B4-BE49-F238E27FC236}">
                <a16:creationId xmlns:a16="http://schemas.microsoft.com/office/drawing/2014/main" id="{1244EB9D-6978-4E66-942C-3C0DF507AA0B}"/>
              </a:ext>
            </a:extLst>
          </p:cNvPr>
          <p:cNvSpPr>
            <a:spLocks xmlns:a="http://schemas.openxmlformats.org/drawingml/2006/main" noGrp="1"/>
          </p:cNvSpPr>
          <p:nvPr/>
        </p:nvSpPr>
        <p:spPr>
          <a:xfrm xmlns:a="http://schemas.openxmlformats.org/drawingml/2006/main">
            <a:off x="7482120" y="6498877"/>
            <a:ext cx="4260850" cy="953"/>
          </a:xfrm>
          <a:custGeom xmlns:a="http://schemas.openxmlformats.org/drawingml/2006/main">
            <a:pathLst>
              <a:path w="4260850" h="953">
                <a:moveTo>
                  <a:pt x="0" y="0"/>
                </a:moveTo>
                <a:lnTo>
                  <a:pt x="4260850" y="0"/>
                </a:lnTo>
              </a:path>
            </a:pathLst>
          </a:custGeom>
          <a:noFill xmlns:a="http://schemas.openxmlformats.org/drawingml/2006/main"/>
          <a:ln xmlns:a="http://schemas.openxmlformats.org/drawingml/2006/main" w="12700">
            <a:solidFill>
              <a:srgbClr val="C0C0C0"/>
            </a:solidFill>
            <a:prstDash val="solid"/>
          </a:ln>
        </p:spPr>
      </p:sp>
      <p:sp>
        <p:nvSpPr>
          <p:cNvPr id="28" name="pdf-text-0028">
            <a:extLst xmlns:a="http://schemas.openxmlformats.org/drawingml/2006/main">
              <a:ext uri="{FF2B5EF4-FFF2-40B4-BE49-F238E27FC236}">
                <a16:creationId xmlns:a16="http://schemas.microsoft.com/office/drawing/2014/main" id="{6D30D37A-D5D4-4AEB-851C-A669CFA87844}"/>
              </a:ext>
            </a:extLst>
          </p:cNvPr>
          <p:cNvSpPr>
            <a:spLocks xmlns:a="http://schemas.openxmlformats.org/drawingml/2006/main" noGrp="1"/>
          </p:cNvSpPr>
          <p:nvPr/>
        </p:nvSpPr>
        <p:spPr>
          <a:xfrm xmlns:a="http://schemas.openxmlformats.org/drawingml/2006/main">
            <a:off x="7724690" y="4357905"/>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品牌</a:t>
            </a:r>
          </a:p>
        </p:txBody>
      </p:sp>
      <p:sp>
        <p:nvSpPr>
          <p:cNvPr id="29" name="pdf-text-0029">
            <a:extLst xmlns:a="http://schemas.openxmlformats.org/drawingml/2006/main">
              <a:ext uri="{FF2B5EF4-FFF2-40B4-BE49-F238E27FC236}">
                <a16:creationId xmlns:a16="http://schemas.microsoft.com/office/drawing/2014/main" id="{B4F3B849-CAF1-4EFF-88FD-7B6941659791}"/>
              </a:ext>
            </a:extLst>
          </p:cNvPr>
          <p:cNvSpPr>
            <a:spLocks xmlns:a="http://schemas.openxmlformats.org/drawingml/2006/main" noGrp="1"/>
          </p:cNvSpPr>
          <p:nvPr/>
        </p:nvSpPr>
        <p:spPr>
          <a:xfrm xmlns:a="http://schemas.openxmlformats.org/drawingml/2006/main">
            <a:off x="7724690" y="4586505"/>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型号</a:t>
            </a:r>
          </a:p>
        </p:txBody>
      </p:sp>
      <p:sp>
        <p:nvSpPr>
          <p:cNvPr id="30" name="pdf-text-0030">
            <a:extLst xmlns:a="http://schemas.openxmlformats.org/drawingml/2006/main">
              <a:ext uri="{FF2B5EF4-FFF2-40B4-BE49-F238E27FC236}">
                <a16:creationId xmlns:a16="http://schemas.microsoft.com/office/drawing/2014/main" id="{F280D574-9FCE-4E51-B4FB-97297552D282}"/>
              </a:ext>
            </a:extLst>
          </p:cNvPr>
          <p:cNvSpPr>
            <a:spLocks xmlns:a="http://schemas.openxmlformats.org/drawingml/2006/main" noGrp="1"/>
          </p:cNvSpPr>
          <p:nvPr/>
        </p:nvSpPr>
        <p:spPr>
          <a:xfrm xmlns:a="http://schemas.openxmlformats.org/drawingml/2006/main">
            <a:off x="8664903" y="4357905"/>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矩子</a:t>
            </a:r>
          </a:p>
        </p:txBody>
      </p:sp>
      <p:sp>
        <p:nvSpPr>
          <p:cNvPr id="31" name="pdf-text-0031">
            <a:extLst xmlns:a="http://schemas.openxmlformats.org/drawingml/2006/main">
              <a:ext uri="{FF2B5EF4-FFF2-40B4-BE49-F238E27FC236}">
                <a16:creationId xmlns:a16="http://schemas.microsoft.com/office/drawing/2014/main" id="{664879F0-77B2-4107-A036-082D97897B06}"/>
              </a:ext>
            </a:extLst>
          </p:cNvPr>
          <p:cNvSpPr>
            <a:spLocks xmlns:a="http://schemas.openxmlformats.org/drawingml/2006/main" noGrp="1"/>
          </p:cNvSpPr>
          <p:nvPr/>
        </p:nvSpPr>
        <p:spPr>
          <a:xfrm xmlns:a="http://schemas.openxmlformats.org/drawingml/2006/main">
            <a:off x="8524694" y="4586505"/>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2" name="pdf-text-0032">
            <a:extLst xmlns:a="http://schemas.openxmlformats.org/drawingml/2006/main">
              <a:ext uri="{FF2B5EF4-FFF2-40B4-BE49-F238E27FC236}">
                <a16:creationId xmlns:a16="http://schemas.microsoft.com/office/drawing/2014/main" id="{03FECE5F-44F3-4D11-AC79-493D3AD1A971}"/>
              </a:ext>
            </a:extLst>
          </p:cNvPr>
          <p:cNvSpPr>
            <a:spLocks xmlns:a="http://schemas.openxmlformats.org/drawingml/2006/main" noGrp="1"/>
          </p:cNvSpPr>
          <p:nvPr/>
        </p:nvSpPr>
        <p:spPr>
          <a:xfrm xmlns:a="http://schemas.openxmlformats.org/drawingml/2006/main">
            <a:off x="8654234" y="4594167"/>
            <a:ext cx="31224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Edge</a:t>
            </a:r>
          </a:p>
        </p:txBody>
      </p:sp>
      <p:sp>
        <p:nvSpPr>
          <p:cNvPr id="33" name="pdf-text-0033">
            <a:extLst xmlns:a="http://schemas.openxmlformats.org/drawingml/2006/main">
              <a:ext uri="{FF2B5EF4-FFF2-40B4-BE49-F238E27FC236}">
                <a16:creationId xmlns:a16="http://schemas.microsoft.com/office/drawing/2014/main" id="{DCC321D3-95FE-459A-B9CF-4AEAED777A80}"/>
              </a:ext>
            </a:extLst>
          </p:cNvPr>
          <p:cNvSpPr>
            <a:spLocks xmlns:a="http://schemas.openxmlformats.org/drawingml/2006/main" noGrp="1"/>
          </p:cNvSpPr>
          <p:nvPr/>
        </p:nvSpPr>
        <p:spPr>
          <a:xfrm xmlns:a="http://schemas.openxmlformats.org/drawingml/2006/main">
            <a:off x="8928555" y="4586505"/>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4" name="pdf-text-0034">
            <a:extLst xmlns:a="http://schemas.openxmlformats.org/drawingml/2006/main">
              <a:ext uri="{FF2B5EF4-FFF2-40B4-BE49-F238E27FC236}">
                <a16:creationId xmlns:a16="http://schemas.microsoft.com/office/drawing/2014/main" id="{EA3976A2-281F-48A6-8405-081878506B6C}"/>
              </a:ext>
            </a:extLst>
          </p:cNvPr>
          <p:cNvSpPr>
            <a:spLocks xmlns:a="http://schemas.openxmlformats.org/drawingml/2006/main" noGrp="1"/>
          </p:cNvSpPr>
          <p:nvPr/>
        </p:nvSpPr>
        <p:spPr>
          <a:xfrm xmlns:a="http://schemas.openxmlformats.org/drawingml/2006/main">
            <a:off x="9655979" y="4365567"/>
            <a:ext cx="69294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KohYoung </a:t>
            </a:r>
          </a:p>
        </p:txBody>
      </p:sp>
      <p:sp>
        <p:nvSpPr>
          <p:cNvPr id="35" name="pdf-text-0035">
            <a:extLst xmlns:a="http://schemas.openxmlformats.org/drawingml/2006/main">
              <a:ext uri="{FF2B5EF4-FFF2-40B4-BE49-F238E27FC236}">
                <a16:creationId xmlns:a16="http://schemas.microsoft.com/office/drawing/2014/main" id="{6DB1D1F7-23D5-491F-AFD9-CD58841BBDBF}"/>
              </a:ext>
            </a:extLst>
          </p:cNvPr>
          <p:cNvSpPr>
            <a:spLocks xmlns:a="http://schemas.openxmlformats.org/drawingml/2006/main" noGrp="1"/>
          </p:cNvSpPr>
          <p:nvPr/>
        </p:nvSpPr>
        <p:spPr>
          <a:xfrm xmlns:a="http://schemas.openxmlformats.org/drawingml/2006/main">
            <a:off x="9660551" y="4586505"/>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6" name="pdf-text-0036">
            <a:extLst xmlns:a="http://schemas.openxmlformats.org/drawingml/2006/main">
              <a:ext uri="{FF2B5EF4-FFF2-40B4-BE49-F238E27FC236}">
                <a16:creationId xmlns:a16="http://schemas.microsoft.com/office/drawing/2014/main" id="{E4A3222C-3B8F-44A2-8F8A-3EBBD3C3DE17}"/>
              </a:ext>
            </a:extLst>
          </p:cNvPr>
          <p:cNvSpPr>
            <a:spLocks xmlns:a="http://schemas.openxmlformats.org/drawingml/2006/main" noGrp="1"/>
          </p:cNvSpPr>
          <p:nvPr/>
        </p:nvSpPr>
        <p:spPr>
          <a:xfrm xmlns:a="http://schemas.openxmlformats.org/drawingml/2006/main">
            <a:off x="9790091" y="4594167"/>
            <a:ext cx="393416"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Zenith</a:t>
            </a:r>
          </a:p>
        </p:txBody>
      </p:sp>
      <p:sp>
        <p:nvSpPr>
          <p:cNvPr id="37" name="pdf-text-0037">
            <a:extLst xmlns:a="http://schemas.openxmlformats.org/drawingml/2006/main">
              <a:ext uri="{FF2B5EF4-FFF2-40B4-BE49-F238E27FC236}">
                <a16:creationId xmlns:a16="http://schemas.microsoft.com/office/drawing/2014/main" id="{C03BEDF3-0A3D-40A9-B319-CEE073236361}"/>
              </a:ext>
            </a:extLst>
          </p:cNvPr>
          <p:cNvSpPr>
            <a:spLocks xmlns:a="http://schemas.openxmlformats.org/drawingml/2006/main" noGrp="1"/>
          </p:cNvSpPr>
          <p:nvPr/>
        </p:nvSpPr>
        <p:spPr>
          <a:xfrm xmlns:a="http://schemas.openxmlformats.org/drawingml/2006/main">
            <a:off x="10145183" y="4586505"/>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38" name="pdf-text-0038">
            <a:extLst xmlns:a="http://schemas.openxmlformats.org/drawingml/2006/main">
              <a:ext uri="{FF2B5EF4-FFF2-40B4-BE49-F238E27FC236}">
                <a16:creationId xmlns:a16="http://schemas.microsoft.com/office/drawing/2014/main" id="{FD06A6C5-8ACC-4A50-A209-7E9958C06289}"/>
              </a:ext>
            </a:extLst>
          </p:cNvPr>
          <p:cNvSpPr>
            <a:spLocks xmlns:a="http://schemas.openxmlformats.org/drawingml/2006/main" noGrp="1"/>
          </p:cNvSpPr>
          <p:nvPr/>
        </p:nvSpPr>
        <p:spPr>
          <a:xfrm xmlns:a="http://schemas.openxmlformats.org/drawingml/2006/main">
            <a:off x="11024784" y="4357905"/>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轻蜓</a:t>
            </a:r>
          </a:p>
        </p:txBody>
      </p:sp>
      <p:sp>
        <p:nvSpPr>
          <p:cNvPr id="39" name="pdf-text-0039">
            <a:extLst xmlns:a="http://schemas.openxmlformats.org/drawingml/2006/main">
              <a:ext uri="{FF2B5EF4-FFF2-40B4-BE49-F238E27FC236}">
                <a16:creationId xmlns:a16="http://schemas.microsoft.com/office/drawing/2014/main" id="{798D6E51-513B-4E6B-A6EB-B078DD24DE86}"/>
              </a:ext>
            </a:extLst>
          </p:cNvPr>
          <p:cNvSpPr>
            <a:spLocks xmlns:a="http://schemas.openxmlformats.org/drawingml/2006/main" noGrp="1"/>
          </p:cNvSpPr>
          <p:nvPr/>
        </p:nvSpPr>
        <p:spPr>
          <a:xfrm xmlns:a="http://schemas.openxmlformats.org/drawingml/2006/main">
            <a:off x="10636164" y="4586505"/>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0" name="pdf-text-0040">
            <a:extLst xmlns:a="http://schemas.openxmlformats.org/drawingml/2006/main">
              <a:ext uri="{FF2B5EF4-FFF2-40B4-BE49-F238E27FC236}">
                <a16:creationId xmlns:a16="http://schemas.microsoft.com/office/drawing/2014/main" id="{E26BFC5D-1591-40FC-A75C-6FEE451FE616}"/>
              </a:ext>
            </a:extLst>
          </p:cNvPr>
          <p:cNvSpPr>
            <a:spLocks xmlns:a="http://schemas.openxmlformats.org/drawingml/2006/main" noGrp="1"/>
          </p:cNvSpPr>
          <p:nvPr/>
        </p:nvSpPr>
        <p:spPr>
          <a:xfrm xmlns:a="http://schemas.openxmlformats.org/drawingml/2006/main">
            <a:off x="10765703" y="4594167"/>
            <a:ext cx="80855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Prisma3D Pro</a:t>
            </a:r>
          </a:p>
        </p:txBody>
      </p:sp>
      <p:sp>
        <p:nvSpPr>
          <p:cNvPr id="41" name="pdf-text-0041">
            <a:extLst xmlns:a="http://schemas.openxmlformats.org/drawingml/2006/main">
              <a:ext uri="{FF2B5EF4-FFF2-40B4-BE49-F238E27FC236}">
                <a16:creationId xmlns:a16="http://schemas.microsoft.com/office/drawing/2014/main" id="{76B5A9E7-7B1B-4627-A2E9-D3B523FB84F1}"/>
              </a:ext>
            </a:extLst>
          </p:cNvPr>
          <p:cNvSpPr>
            <a:spLocks xmlns:a="http://schemas.openxmlformats.org/drawingml/2006/main" noGrp="1"/>
          </p:cNvSpPr>
          <p:nvPr/>
        </p:nvSpPr>
        <p:spPr>
          <a:xfrm xmlns:a="http://schemas.openxmlformats.org/drawingml/2006/main">
            <a:off x="11536848" y="4586505"/>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42" name="pdf-text-0042">
            <a:extLst xmlns:a="http://schemas.openxmlformats.org/drawingml/2006/main">
              <a:ext uri="{FF2B5EF4-FFF2-40B4-BE49-F238E27FC236}">
                <a16:creationId xmlns:a16="http://schemas.microsoft.com/office/drawing/2014/main" id="{757E34EC-9E8B-4AA8-BA2C-BAF526D708B0}"/>
              </a:ext>
            </a:extLst>
          </p:cNvPr>
          <p:cNvSpPr>
            <a:spLocks xmlns:a="http://schemas.openxmlformats.org/drawingml/2006/main" noGrp="1"/>
          </p:cNvSpPr>
          <p:nvPr/>
        </p:nvSpPr>
        <p:spPr>
          <a:xfrm xmlns:a="http://schemas.openxmlformats.org/drawingml/2006/main">
            <a:off x="7724690" y="4873523"/>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地区</a:t>
            </a:r>
          </a:p>
        </p:txBody>
      </p:sp>
      <p:sp>
        <p:nvSpPr>
          <p:cNvPr id="43" name="pdf-text-0043">
            <a:extLst xmlns:a="http://schemas.openxmlformats.org/drawingml/2006/main">
              <a:ext uri="{FF2B5EF4-FFF2-40B4-BE49-F238E27FC236}">
                <a16:creationId xmlns:a16="http://schemas.microsoft.com/office/drawing/2014/main" id="{0B169144-B9AC-46A5-8D97-757A3ED52FB4}"/>
              </a:ext>
            </a:extLst>
          </p:cNvPr>
          <p:cNvSpPr>
            <a:spLocks xmlns:a="http://schemas.openxmlformats.org/drawingml/2006/main" noGrp="1"/>
          </p:cNvSpPr>
          <p:nvPr/>
        </p:nvSpPr>
        <p:spPr>
          <a:xfrm xmlns:a="http://schemas.openxmlformats.org/drawingml/2006/main">
            <a:off x="8664871" y="4873523"/>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44" name="pdf-text-0044">
            <a:extLst xmlns:a="http://schemas.openxmlformats.org/drawingml/2006/main">
              <a:ext uri="{FF2B5EF4-FFF2-40B4-BE49-F238E27FC236}">
                <a16:creationId xmlns:a16="http://schemas.microsoft.com/office/drawing/2014/main" id="{7D14FC67-BD20-4D26-BC77-EE9A9D32437C}"/>
              </a:ext>
            </a:extLst>
          </p:cNvPr>
          <p:cNvSpPr>
            <a:spLocks xmlns:a="http://schemas.openxmlformats.org/drawingml/2006/main" noGrp="1"/>
          </p:cNvSpPr>
          <p:nvPr/>
        </p:nvSpPr>
        <p:spPr>
          <a:xfrm xmlns:a="http://schemas.openxmlformats.org/drawingml/2006/main">
            <a:off x="9840361" y="4873523"/>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韩国</a:t>
            </a:r>
          </a:p>
        </p:txBody>
      </p:sp>
      <p:sp>
        <p:nvSpPr>
          <p:cNvPr id="45" name="pdf-text-0045">
            <a:extLst xmlns:a="http://schemas.openxmlformats.org/drawingml/2006/main">
              <a:ext uri="{FF2B5EF4-FFF2-40B4-BE49-F238E27FC236}">
                <a16:creationId xmlns:a16="http://schemas.microsoft.com/office/drawing/2014/main" id="{B4461273-99E4-4CEB-B471-02CE060188B7}"/>
              </a:ext>
            </a:extLst>
          </p:cNvPr>
          <p:cNvSpPr>
            <a:spLocks xmlns:a="http://schemas.openxmlformats.org/drawingml/2006/main" noGrp="1"/>
          </p:cNvSpPr>
          <p:nvPr/>
        </p:nvSpPr>
        <p:spPr>
          <a:xfrm xmlns:a="http://schemas.openxmlformats.org/drawingml/2006/main">
            <a:off x="11024706" y="4873523"/>
            <a:ext cx="29260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大陆</a:t>
            </a:r>
          </a:p>
        </p:txBody>
      </p:sp>
      <p:sp>
        <p:nvSpPr>
          <p:cNvPr id="46" name="pdf-text-0046">
            <a:extLst xmlns:a="http://schemas.openxmlformats.org/drawingml/2006/main">
              <a:ext uri="{FF2B5EF4-FFF2-40B4-BE49-F238E27FC236}">
                <a16:creationId xmlns:a16="http://schemas.microsoft.com/office/drawing/2014/main" id="{573E10ED-DB85-4FF1-8E70-8BCB2C299461}"/>
              </a:ext>
            </a:extLst>
          </p:cNvPr>
          <p:cNvSpPr>
            <a:spLocks xmlns:a="http://schemas.openxmlformats.org/drawingml/2006/main" noGrp="1"/>
          </p:cNvSpPr>
          <p:nvPr/>
        </p:nvSpPr>
        <p:spPr>
          <a:xfrm xmlns:a="http://schemas.openxmlformats.org/drawingml/2006/main">
            <a:off x="7589057" y="5083952"/>
            <a:ext cx="17876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AI</a:t>
            </a:r>
          </a:p>
        </p:txBody>
      </p:sp>
      <p:sp>
        <p:nvSpPr>
          <p:cNvPr id="47" name="pdf-text-0047">
            <a:extLst xmlns:a="http://schemas.openxmlformats.org/drawingml/2006/main">
              <a:ext uri="{FF2B5EF4-FFF2-40B4-BE49-F238E27FC236}">
                <a16:creationId xmlns:a16="http://schemas.microsoft.com/office/drawing/2014/main" id="{3994575E-FC3A-45A2-901B-BE914456E993}"/>
              </a:ext>
            </a:extLst>
          </p:cNvPr>
          <p:cNvSpPr>
            <a:spLocks xmlns:a="http://schemas.openxmlformats.org/drawingml/2006/main" noGrp="1"/>
          </p:cNvSpPr>
          <p:nvPr/>
        </p:nvSpPr>
        <p:spPr>
          <a:xfrm xmlns:a="http://schemas.openxmlformats.org/drawingml/2006/main">
            <a:off x="7729293" y="5076248"/>
            <a:ext cx="423648"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外观检</a:t>
            </a:r>
          </a:p>
        </p:txBody>
      </p:sp>
      <p:sp>
        <p:nvSpPr>
          <p:cNvPr id="48" name="pdf-text-0048">
            <a:extLst xmlns:a="http://schemas.openxmlformats.org/drawingml/2006/main">
              <a:ext uri="{FF2B5EF4-FFF2-40B4-BE49-F238E27FC236}">
                <a16:creationId xmlns:a16="http://schemas.microsoft.com/office/drawing/2014/main" id="{33D7A3B1-EB95-4B14-A1D3-536A0B0A37FE}"/>
              </a:ext>
            </a:extLst>
          </p:cNvPr>
          <p:cNvSpPr>
            <a:spLocks xmlns:a="http://schemas.openxmlformats.org/drawingml/2006/main" noGrp="1"/>
          </p:cNvSpPr>
          <p:nvPr/>
        </p:nvSpPr>
        <p:spPr>
          <a:xfrm xmlns:a="http://schemas.openxmlformats.org/drawingml/2006/main">
            <a:off x="7788730" y="530484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测</a:t>
            </a:r>
          </a:p>
        </p:txBody>
      </p:sp>
      <p:sp>
        <p:nvSpPr>
          <p:cNvPr id="49" name="pdf-text-0049">
            <a:extLst xmlns:a="http://schemas.openxmlformats.org/drawingml/2006/main">
              <a:ext uri="{FF2B5EF4-FFF2-40B4-BE49-F238E27FC236}">
                <a16:creationId xmlns:a16="http://schemas.microsoft.com/office/drawing/2014/main" id="{EBCC9D7F-4BDA-4943-ADA6-6E1583679030}"/>
              </a:ext>
            </a:extLst>
          </p:cNvPr>
          <p:cNvSpPr>
            <a:spLocks xmlns:a="http://schemas.openxmlformats.org/drawingml/2006/main" noGrp="1"/>
          </p:cNvSpPr>
          <p:nvPr/>
        </p:nvSpPr>
        <p:spPr>
          <a:xfrm xmlns:a="http://schemas.openxmlformats.org/drawingml/2006/main">
            <a:off x="8728877" y="519054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50" name="pdf-text-0050">
            <a:extLst xmlns:a="http://schemas.openxmlformats.org/drawingml/2006/main">
              <a:ext uri="{FF2B5EF4-FFF2-40B4-BE49-F238E27FC236}">
                <a16:creationId xmlns:a16="http://schemas.microsoft.com/office/drawing/2014/main" id="{7071AB9E-D16D-4BE8-A728-C2801EED4B46}"/>
              </a:ext>
            </a:extLst>
          </p:cNvPr>
          <p:cNvSpPr>
            <a:spLocks xmlns:a="http://schemas.openxmlformats.org/drawingml/2006/main" noGrp="1"/>
          </p:cNvSpPr>
          <p:nvPr/>
        </p:nvSpPr>
        <p:spPr>
          <a:xfrm xmlns:a="http://schemas.openxmlformats.org/drawingml/2006/main">
            <a:off x="9904368" y="5190548"/>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51" name="pdf-text-0051">
            <a:extLst xmlns:a="http://schemas.openxmlformats.org/drawingml/2006/main">
              <a:ext uri="{FF2B5EF4-FFF2-40B4-BE49-F238E27FC236}">
                <a16:creationId xmlns:a16="http://schemas.microsoft.com/office/drawing/2014/main" id="{4CB09E28-AD52-47A1-96AF-7312A4640105}"/>
              </a:ext>
            </a:extLst>
          </p:cNvPr>
          <p:cNvSpPr>
            <a:spLocks xmlns:a="http://schemas.openxmlformats.org/drawingml/2006/main" noGrp="1"/>
          </p:cNvSpPr>
          <p:nvPr/>
        </p:nvSpPr>
        <p:spPr>
          <a:xfrm xmlns:a="http://schemas.openxmlformats.org/drawingml/2006/main">
            <a:off x="11116161" y="5197452"/>
            <a:ext cx="10752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a:t>
            </a:r>
          </a:p>
        </p:txBody>
      </p:sp>
      <p:sp>
        <p:nvSpPr>
          <p:cNvPr id="52" name="pdf-text-0052">
            <a:extLst xmlns:a="http://schemas.openxmlformats.org/drawingml/2006/main">
              <a:ext uri="{FF2B5EF4-FFF2-40B4-BE49-F238E27FC236}">
                <a16:creationId xmlns:a16="http://schemas.microsoft.com/office/drawing/2014/main" id="{531CAADC-2D2A-47E5-A7F8-9A7153924C04}"/>
              </a:ext>
            </a:extLst>
          </p:cNvPr>
          <p:cNvSpPr>
            <a:spLocks xmlns:a="http://schemas.openxmlformats.org/drawingml/2006/main" noGrp="1"/>
          </p:cNvSpPr>
          <p:nvPr/>
        </p:nvSpPr>
        <p:spPr>
          <a:xfrm xmlns:a="http://schemas.openxmlformats.org/drawingml/2006/main">
            <a:off x="7598198" y="5504556"/>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镜面元件</a:t>
            </a:r>
          </a:p>
        </p:txBody>
      </p:sp>
      <p:sp>
        <p:nvSpPr>
          <p:cNvPr id="53" name="pdf-text-0053">
            <a:extLst xmlns:a="http://schemas.openxmlformats.org/drawingml/2006/main">
              <a:ext uri="{FF2B5EF4-FFF2-40B4-BE49-F238E27FC236}">
                <a16:creationId xmlns:a16="http://schemas.microsoft.com/office/drawing/2014/main" id="{469C3712-1F73-43E7-A052-6E3D70E2146C}"/>
              </a:ext>
            </a:extLst>
          </p:cNvPr>
          <p:cNvSpPr>
            <a:spLocks xmlns:a="http://schemas.openxmlformats.org/drawingml/2006/main" noGrp="1"/>
          </p:cNvSpPr>
          <p:nvPr/>
        </p:nvSpPr>
        <p:spPr>
          <a:xfrm xmlns:a="http://schemas.openxmlformats.org/drawingml/2006/main">
            <a:off x="7645442" y="5740819"/>
            <a:ext cx="19343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000000"/>
                </a:solidFill>
                <a:latin typeface="TimesNewRomanPSMT"/>
                <a:ea typeface="TimesNewRomanPSMT"/>
                <a:cs typeface="TimesNewRomanPSMT"/>
              </a:defRPr>
            </a:pPr>
            <a:r>
              <a:rPr sz="996" b="1" i="0">
                <a:solidFill>
                  <a:srgbClr val="000000"/>
                </a:solidFill>
                <a:latin typeface="TimesNewRomanPSMT"/>
                <a:ea typeface="TimesNewRomanPSMT"/>
                <a:cs typeface="TimesNewRomanPSMT"/>
              </a:rPr>
              <a:t>3D</a:t>
            </a:r>
          </a:p>
        </p:txBody>
      </p:sp>
      <p:sp>
        <p:nvSpPr>
          <p:cNvPr id="54" name="pdf-text-0054">
            <a:extLst xmlns:a="http://schemas.openxmlformats.org/drawingml/2006/main">
              <a:ext uri="{FF2B5EF4-FFF2-40B4-BE49-F238E27FC236}">
                <a16:creationId xmlns:a16="http://schemas.microsoft.com/office/drawing/2014/main" id="{7259F7D6-63BE-450F-AE11-533899C28969}"/>
              </a:ext>
            </a:extLst>
          </p:cNvPr>
          <p:cNvSpPr>
            <a:spLocks xmlns:a="http://schemas.openxmlformats.org/drawingml/2006/main" noGrp="1"/>
          </p:cNvSpPr>
          <p:nvPr/>
        </p:nvSpPr>
        <p:spPr>
          <a:xfrm xmlns:a="http://schemas.openxmlformats.org/drawingml/2006/main">
            <a:off x="7800890" y="5733156"/>
            <a:ext cx="294120"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检测</a:t>
            </a:r>
          </a:p>
        </p:txBody>
      </p:sp>
      <p:sp>
        <p:nvSpPr>
          <p:cNvPr id="55" name="pdf-text-0055">
            <a:extLst xmlns:a="http://schemas.openxmlformats.org/drawingml/2006/main">
              <a:ext uri="{FF2B5EF4-FFF2-40B4-BE49-F238E27FC236}">
                <a16:creationId xmlns:a16="http://schemas.microsoft.com/office/drawing/2014/main" id="{00CF55FE-F32D-4C09-A6C2-980A2AA618AD}"/>
              </a:ext>
            </a:extLst>
          </p:cNvPr>
          <p:cNvSpPr>
            <a:spLocks xmlns:a="http://schemas.openxmlformats.org/drawingml/2006/main" noGrp="1"/>
          </p:cNvSpPr>
          <p:nvPr/>
        </p:nvSpPr>
        <p:spPr>
          <a:xfrm xmlns:a="http://schemas.openxmlformats.org/drawingml/2006/main">
            <a:off x="8728877" y="5618856"/>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a:t>
            </a:r>
          </a:p>
        </p:txBody>
      </p:sp>
      <p:sp>
        <p:nvSpPr>
          <p:cNvPr id="56" name="pdf-text-0056">
            <a:extLst xmlns:a="http://schemas.openxmlformats.org/drawingml/2006/main">
              <a:ext uri="{FF2B5EF4-FFF2-40B4-BE49-F238E27FC236}">
                <a16:creationId xmlns:a16="http://schemas.microsoft.com/office/drawing/2014/main" id="{25F48FDD-4930-4919-8F2D-5B69A2F44C25}"/>
              </a:ext>
            </a:extLst>
          </p:cNvPr>
          <p:cNvSpPr>
            <a:spLocks xmlns:a="http://schemas.openxmlformats.org/drawingml/2006/main" noGrp="1"/>
          </p:cNvSpPr>
          <p:nvPr/>
        </p:nvSpPr>
        <p:spPr>
          <a:xfrm xmlns:a="http://schemas.openxmlformats.org/drawingml/2006/main">
            <a:off x="9523391" y="5618856"/>
            <a:ext cx="926595"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线激光二次扫描</a:t>
            </a:r>
          </a:p>
        </p:txBody>
      </p:sp>
      <p:sp>
        <p:nvSpPr>
          <p:cNvPr id="57" name="pdf-text-0057">
            <a:extLst xmlns:a="http://schemas.openxmlformats.org/drawingml/2006/main">
              <a:ext uri="{FF2B5EF4-FFF2-40B4-BE49-F238E27FC236}">
                <a16:creationId xmlns:a16="http://schemas.microsoft.com/office/drawing/2014/main" id="{2510787C-97EE-4E56-9BA1-2BA695ADA0E7}"/>
              </a:ext>
            </a:extLst>
          </p:cNvPr>
          <p:cNvSpPr>
            <a:spLocks xmlns:a="http://schemas.openxmlformats.org/drawingml/2006/main" noGrp="1"/>
          </p:cNvSpPr>
          <p:nvPr/>
        </p:nvSpPr>
        <p:spPr>
          <a:xfrm xmlns:a="http://schemas.openxmlformats.org/drawingml/2006/main">
            <a:off x="10898291" y="5618856"/>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C00000"/>
                </a:solidFill>
                <a:latin typeface="KaiTi"/>
                <a:ea typeface="KaiTi"/>
                <a:cs typeface="KaiTi"/>
              </a:defRPr>
            </a:pPr>
            <a:r>
              <a:rPr sz="996" b="0" i="0">
                <a:solidFill>
                  <a:srgbClr val="C00000"/>
                </a:solidFill>
                <a:latin typeface="KaiTi"/>
                <a:ea typeface="KaiTi"/>
                <a:cs typeface="KaiTi"/>
              </a:rPr>
              <a:t>一次成像</a:t>
            </a:r>
          </a:p>
        </p:txBody>
      </p:sp>
      <p:sp>
        <p:nvSpPr>
          <p:cNvPr id="58" name="pdf-text-0058">
            <a:extLst xmlns:a="http://schemas.openxmlformats.org/drawingml/2006/main">
              <a:ext uri="{FF2B5EF4-FFF2-40B4-BE49-F238E27FC236}">
                <a16:creationId xmlns:a16="http://schemas.microsoft.com/office/drawing/2014/main" id="{361BF8A7-8752-4CB0-9788-DC531ACCD7AE}"/>
              </a:ext>
            </a:extLst>
          </p:cNvPr>
          <p:cNvSpPr>
            <a:spLocks xmlns:a="http://schemas.openxmlformats.org/drawingml/2006/main" noGrp="1"/>
          </p:cNvSpPr>
          <p:nvPr/>
        </p:nvSpPr>
        <p:spPr>
          <a:xfrm xmlns:a="http://schemas.openxmlformats.org/drawingml/2006/main">
            <a:off x="7598198" y="5932863"/>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高度准确</a:t>
            </a:r>
          </a:p>
        </p:txBody>
      </p:sp>
      <p:sp>
        <p:nvSpPr>
          <p:cNvPr id="59" name="pdf-text-0059">
            <a:extLst xmlns:a="http://schemas.openxmlformats.org/drawingml/2006/main">
              <a:ext uri="{FF2B5EF4-FFF2-40B4-BE49-F238E27FC236}">
                <a16:creationId xmlns:a16="http://schemas.microsoft.com/office/drawing/2014/main" id="{4865069E-250A-49E5-81F1-448759DD205A}"/>
              </a:ext>
            </a:extLst>
          </p:cNvPr>
          <p:cNvSpPr>
            <a:spLocks xmlns:a="http://schemas.openxmlformats.org/drawingml/2006/main" noGrp="1"/>
          </p:cNvSpPr>
          <p:nvPr/>
        </p:nvSpPr>
        <p:spPr>
          <a:xfrm xmlns:a="http://schemas.openxmlformats.org/drawingml/2006/main">
            <a:off x="7788698" y="6161463"/>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度</a:t>
            </a:r>
          </a:p>
        </p:txBody>
      </p:sp>
      <p:sp>
        <p:nvSpPr>
          <p:cNvPr id="60" name="pdf-text-0060">
            <a:extLst xmlns:a="http://schemas.openxmlformats.org/drawingml/2006/main">
              <a:ext uri="{FF2B5EF4-FFF2-40B4-BE49-F238E27FC236}">
                <a16:creationId xmlns:a16="http://schemas.microsoft.com/office/drawing/2014/main" id="{9D724C1C-5C9C-451C-9F98-1884E27D735B}"/>
              </a:ext>
            </a:extLst>
          </p:cNvPr>
          <p:cNvSpPr>
            <a:spLocks xmlns:a="http://schemas.openxmlformats.org/drawingml/2006/main" noGrp="1"/>
          </p:cNvSpPr>
          <p:nvPr/>
        </p:nvSpPr>
        <p:spPr>
          <a:xfrm xmlns:a="http://schemas.openxmlformats.org/drawingml/2006/main">
            <a:off x="8680111" y="6052915"/>
            <a:ext cx="26300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1um</a:t>
            </a:r>
          </a:p>
        </p:txBody>
      </p:sp>
      <p:sp>
        <p:nvSpPr>
          <p:cNvPr id="61" name="pdf-text-0061">
            <a:extLst xmlns:a="http://schemas.openxmlformats.org/drawingml/2006/main">
              <a:ext uri="{FF2B5EF4-FFF2-40B4-BE49-F238E27FC236}">
                <a16:creationId xmlns:a16="http://schemas.microsoft.com/office/drawing/2014/main" id="{86F36969-F154-491A-A5EC-42E024133F35}"/>
              </a:ext>
            </a:extLst>
          </p:cNvPr>
          <p:cNvSpPr>
            <a:spLocks xmlns:a="http://schemas.openxmlformats.org/drawingml/2006/main" noGrp="1"/>
          </p:cNvSpPr>
          <p:nvPr/>
        </p:nvSpPr>
        <p:spPr>
          <a:xfrm xmlns:a="http://schemas.openxmlformats.org/drawingml/2006/main">
            <a:off x="9855602" y="6052915"/>
            <a:ext cx="26300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1um</a:t>
            </a:r>
          </a:p>
        </p:txBody>
      </p:sp>
      <p:sp>
        <p:nvSpPr>
          <p:cNvPr id="62" name="pdf-text-0062">
            <a:extLst xmlns:a="http://schemas.openxmlformats.org/drawingml/2006/main">
              <a:ext uri="{FF2B5EF4-FFF2-40B4-BE49-F238E27FC236}">
                <a16:creationId xmlns:a16="http://schemas.microsoft.com/office/drawing/2014/main" id="{23E234A2-0743-4403-82CD-2019FC651F12}"/>
              </a:ext>
            </a:extLst>
          </p:cNvPr>
          <p:cNvSpPr>
            <a:spLocks xmlns:a="http://schemas.openxmlformats.org/drawingml/2006/main" noGrp="1"/>
          </p:cNvSpPr>
          <p:nvPr/>
        </p:nvSpPr>
        <p:spPr>
          <a:xfrm xmlns:a="http://schemas.openxmlformats.org/drawingml/2006/main">
            <a:off x="10985175" y="6054064"/>
            <a:ext cx="37359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0.5um</a:t>
            </a:r>
          </a:p>
        </p:txBody>
      </p:sp>
      <p:sp>
        <p:nvSpPr>
          <p:cNvPr id="63" name="pdf-text-0063">
            <a:extLst xmlns:a="http://schemas.openxmlformats.org/drawingml/2006/main">
              <a:ext uri="{FF2B5EF4-FFF2-40B4-BE49-F238E27FC236}">
                <a16:creationId xmlns:a16="http://schemas.microsoft.com/office/drawing/2014/main" id="{41F582D3-CF25-4FC2-9692-E38D1B3FDB92}"/>
              </a:ext>
            </a:extLst>
          </p:cNvPr>
          <p:cNvSpPr>
            <a:spLocks xmlns:a="http://schemas.openxmlformats.org/drawingml/2006/main" noGrp="1"/>
          </p:cNvSpPr>
          <p:nvPr/>
        </p:nvSpPr>
        <p:spPr>
          <a:xfrm xmlns:a="http://schemas.openxmlformats.org/drawingml/2006/main">
            <a:off x="7598198" y="6364188"/>
            <a:ext cx="54558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扫描速度</a:t>
            </a:r>
          </a:p>
        </p:txBody>
      </p:sp>
      <p:sp>
        <p:nvSpPr>
          <p:cNvPr id="64" name="pdf-text-0064">
            <a:extLst xmlns:a="http://schemas.openxmlformats.org/drawingml/2006/main">
              <a:ext uri="{FF2B5EF4-FFF2-40B4-BE49-F238E27FC236}">
                <a16:creationId xmlns:a16="http://schemas.microsoft.com/office/drawing/2014/main" id="{790242FB-A9EB-4671-B973-B8EAB962C132}"/>
              </a:ext>
            </a:extLst>
          </p:cNvPr>
          <p:cNvSpPr>
            <a:spLocks xmlns:a="http://schemas.openxmlformats.org/drawingml/2006/main" noGrp="1"/>
          </p:cNvSpPr>
          <p:nvPr/>
        </p:nvSpPr>
        <p:spPr>
          <a:xfrm xmlns:a="http://schemas.openxmlformats.org/drawingml/2006/main">
            <a:off x="8590227" y="6369941"/>
            <a:ext cx="44085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30cm²/s</a:t>
            </a:r>
          </a:p>
        </p:txBody>
      </p:sp>
      <p:sp>
        <p:nvSpPr>
          <p:cNvPr id="65" name="pdf-text-0065">
            <a:extLst xmlns:a="http://schemas.openxmlformats.org/drawingml/2006/main">
              <a:ext uri="{FF2B5EF4-FFF2-40B4-BE49-F238E27FC236}">
                <a16:creationId xmlns:a16="http://schemas.microsoft.com/office/drawing/2014/main" id="{96A2CA69-F09B-4464-AB3B-C0BF91E9FE7C}"/>
              </a:ext>
            </a:extLst>
          </p:cNvPr>
          <p:cNvSpPr>
            <a:spLocks xmlns:a="http://schemas.openxmlformats.org/drawingml/2006/main" noGrp="1"/>
          </p:cNvSpPr>
          <p:nvPr/>
        </p:nvSpPr>
        <p:spPr>
          <a:xfrm xmlns:a="http://schemas.openxmlformats.org/drawingml/2006/main">
            <a:off x="9765717" y="6369941"/>
            <a:ext cx="440851"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TimesNewRomanPSMT"/>
                <a:ea typeface="TimesNewRomanPSMT"/>
                <a:cs typeface="TimesNewRomanPSMT"/>
              </a:defRPr>
            </a:pPr>
            <a:r>
              <a:rPr sz="996" b="0" i="0">
                <a:solidFill>
                  <a:srgbClr val="000000"/>
                </a:solidFill>
                <a:latin typeface="TimesNewRomanPSMT"/>
                <a:ea typeface="TimesNewRomanPSMT"/>
                <a:cs typeface="TimesNewRomanPSMT"/>
              </a:rPr>
              <a:t>30cm²/s</a:t>
            </a:r>
          </a:p>
        </p:txBody>
      </p:sp>
      <p:sp>
        <p:nvSpPr>
          <p:cNvPr id="66" name="pdf-text-0066">
            <a:extLst xmlns:a="http://schemas.openxmlformats.org/drawingml/2006/main">
              <a:ext uri="{FF2B5EF4-FFF2-40B4-BE49-F238E27FC236}">
                <a16:creationId xmlns:a16="http://schemas.microsoft.com/office/drawing/2014/main" id="{0111CB84-C3CC-4861-A648-3D6FE2B7ACFB}"/>
              </a:ext>
            </a:extLst>
          </p:cNvPr>
          <p:cNvSpPr>
            <a:spLocks xmlns:a="http://schemas.openxmlformats.org/drawingml/2006/main" noGrp="1"/>
          </p:cNvSpPr>
          <p:nvPr/>
        </p:nvSpPr>
        <p:spPr>
          <a:xfrm xmlns:a="http://schemas.openxmlformats.org/drawingml/2006/main">
            <a:off x="10911987" y="6371089"/>
            <a:ext cx="51851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1" i="0">
                <a:solidFill>
                  <a:srgbClr val="C00000"/>
                </a:solidFill>
                <a:latin typeface="TimesNewRomanPSMT"/>
                <a:ea typeface="TimesNewRomanPSMT"/>
                <a:cs typeface="TimesNewRomanPSMT"/>
              </a:defRPr>
            </a:pPr>
            <a:r>
              <a:rPr sz="996" b="1" i="0">
                <a:solidFill>
                  <a:srgbClr val="C00000"/>
                </a:solidFill>
                <a:latin typeface="TimesNewRomanPSMT"/>
                <a:ea typeface="TimesNewRomanPSMT"/>
                <a:cs typeface="TimesNewRomanPSMT"/>
              </a:rPr>
              <a:t>&gt;40cm²/s</a:t>
            </a:r>
          </a:p>
        </p:txBody>
      </p:sp>
      <p:pic>
        <p:nvPicPr>
          <p:cNvPr id="184" name=""/>
          <p:cNvPicPr>
            <a:picLocks xmlns:a="http://schemas.openxmlformats.org/drawingml/2006/main" noChangeAspect="1"/>
          </p:cNvPicPr>
          <p:nvPr/>
        </p:nvPicPr>
        <p:blipFill>
          <a:blip xmlns:r="http://schemas.openxmlformats.org/officeDocument/2006/relationships" xmlns:a="http://schemas.openxmlformats.org/drawingml/2006/main" r:embed="R80e1ef295445417a"/>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68" name="pdf-vector-0068">
            <a:extLst xmlns:a="http://schemas.openxmlformats.org/drawingml/2006/main">
              <a:ext uri="{FF2B5EF4-FFF2-40B4-BE49-F238E27FC236}">
                <a16:creationId xmlns:a16="http://schemas.microsoft.com/office/drawing/2014/main" id="{364590BE-2DD6-4508-A4EB-9D939EADED7E}"/>
              </a:ext>
            </a:extLst>
          </p:cNvPr>
          <p:cNvSpPr>
            <a:spLocks xmlns:a="http://schemas.openxmlformats.org/drawingml/2006/main" noGrp="1"/>
          </p:cNvSpPr>
          <p:nvPr/>
        </p:nvSpPr>
        <p:spPr>
          <a:xfrm xmlns:a="http://schemas.openxmlformats.org/drawingml/2006/main">
            <a:off x="7488148" y="981926"/>
            <a:ext cx="4248785" cy="581025"/>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69" name="pdf-text-0069">
            <a:extLst xmlns:a="http://schemas.openxmlformats.org/drawingml/2006/main">
              <a:ext uri="{FF2B5EF4-FFF2-40B4-BE49-F238E27FC236}">
                <a16:creationId xmlns:a16="http://schemas.microsoft.com/office/drawing/2014/main" id="{4E660ADC-D23A-4616-A1F3-29E22E81160A}"/>
              </a:ext>
            </a:extLst>
          </p:cNvPr>
          <p:cNvSpPr>
            <a:spLocks xmlns:a="http://schemas.openxmlformats.org/drawingml/2006/main" noGrp="1"/>
          </p:cNvSpPr>
          <p:nvPr/>
        </p:nvSpPr>
        <p:spPr>
          <a:xfrm xmlns:a="http://schemas.openxmlformats.org/drawingml/2006/main">
            <a:off x="8119249" y="1077291"/>
            <a:ext cx="1056260"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1" i="0">
                <a:solidFill>
                  <a:srgbClr val="000000"/>
                </a:solidFill>
                <a:latin typeface="TimesNewRomanPSMT"/>
                <a:ea typeface="TimesNewRomanPSMT"/>
                <a:cs typeface="TimesNewRomanPSMT"/>
              </a:defRPr>
            </a:pPr>
            <a:r>
              <a:rPr sz="2004" b="1" i="0">
                <a:solidFill>
                  <a:srgbClr val="000000"/>
                </a:solidFill>
                <a:latin typeface="TimesNewRomanPSMT"/>
                <a:ea typeface="TimesNewRomanPSMT"/>
                <a:cs typeface="TimesNewRomanPSMT"/>
              </a:rPr>
              <a:t>SMT/SIP</a:t>
            </a:r>
          </a:p>
        </p:txBody>
      </p:sp>
      <p:sp>
        <p:nvSpPr>
          <p:cNvPr id="70" name="pdf-text-0070">
            <a:extLst xmlns:a="http://schemas.openxmlformats.org/drawingml/2006/main">
              <a:ext uri="{FF2B5EF4-FFF2-40B4-BE49-F238E27FC236}">
                <a16:creationId xmlns:a16="http://schemas.microsoft.com/office/drawing/2014/main" id="{1BB5E3D8-D802-4689-935C-5A70AF26C258}"/>
              </a:ext>
            </a:extLst>
          </p:cNvPr>
          <p:cNvSpPr>
            <a:spLocks xmlns:a="http://schemas.openxmlformats.org/drawingml/2006/main" noGrp="1"/>
          </p:cNvSpPr>
          <p:nvPr/>
        </p:nvSpPr>
        <p:spPr>
          <a:xfrm xmlns:a="http://schemas.openxmlformats.org/drawingml/2006/main">
            <a:off x="9123537" y="1077291"/>
            <a:ext cx="1005409"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1" i="0">
                <a:solidFill>
                  <a:srgbClr val="000000"/>
                </a:solidFill>
                <a:latin typeface="TimesNewRomanPSMT"/>
                <a:ea typeface="TimesNewRomanPSMT"/>
                <a:cs typeface="TimesNewRomanPSMT"/>
              </a:defRPr>
            </a:pPr>
            <a:r>
              <a:rPr sz="2004" b="1" i="0">
                <a:solidFill>
                  <a:srgbClr val="000000"/>
                </a:solidFill>
                <a:latin typeface="TimesNewRomanPSMT"/>
                <a:ea typeface="TimesNewRomanPSMT"/>
                <a:cs typeface="TimesNewRomanPSMT"/>
              </a:rPr>
              <a:t> 3D AOI </a:t>
            </a:r>
          </a:p>
        </p:txBody>
      </p:sp>
      <p:sp>
        <p:nvSpPr>
          <p:cNvPr id="71" name="pdf-text-0071">
            <a:extLst xmlns:a="http://schemas.openxmlformats.org/drawingml/2006/main">
              <a:ext uri="{FF2B5EF4-FFF2-40B4-BE49-F238E27FC236}">
                <a16:creationId xmlns:a16="http://schemas.microsoft.com/office/drawing/2014/main" id="{F4954F39-181E-4B49-BDE4-74882D87ABB5}"/>
              </a:ext>
            </a:extLst>
          </p:cNvPr>
          <p:cNvSpPr>
            <a:spLocks xmlns:a="http://schemas.openxmlformats.org/drawingml/2006/main" noGrp="1"/>
          </p:cNvSpPr>
          <p:nvPr/>
        </p:nvSpPr>
        <p:spPr>
          <a:xfrm xmlns:a="http://schemas.openxmlformats.org/drawingml/2006/main">
            <a:off x="10088376" y="1067490"/>
            <a:ext cx="1056131"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1" i="0">
                <a:solidFill>
                  <a:srgbClr val="000000"/>
                </a:solidFill>
                <a:latin typeface="Microsoft YaHei"/>
                <a:ea typeface="Microsoft YaHei"/>
                <a:cs typeface="Microsoft YaHei"/>
              </a:defRPr>
            </a:pPr>
            <a:r>
              <a:rPr sz="2004" b="1" i="0">
                <a:solidFill>
                  <a:srgbClr val="000000"/>
                </a:solidFill>
                <a:latin typeface="Microsoft YaHei"/>
                <a:ea typeface="Microsoft YaHei"/>
                <a:cs typeface="Microsoft YaHei"/>
              </a:rPr>
              <a:t>光学模组</a:t>
            </a:r>
          </a:p>
        </p:txBody>
      </p:sp>
      <p:sp>
        <p:nvSpPr>
          <p:cNvPr id="72" name="pdf-text-0072">
            <a:extLst xmlns:a="http://schemas.openxmlformats.org/drawingml/2006/main">
              <a:ext uri="{FF2B5EF4-FFF2-40B4-BE49-F238E27FC236}">
                <a16:creationId xmlns:a16="http://schemas.microsoft.com/office/drawing/2014/main" id="{A2AE8EDF-08CB-482C-B445-E9AA0A268F75}"/>
              </a:ext>
            </a:extLst>
          </p:cNvPr>
          <p:cNvSpPr>
            <a:spLocks xmlns:a="http://schemas.openxmlformats.org/drawingml/2006/main" noGrp="1"/>
          </p:cNvSpPr>
          <p:nvPr/>
        </p:nvSpPr>
        <p:spPr>
          <a:xfrm xmlns:a="http://schemas.openxmlformats.org/drawingml/2006/main">
            <a:off x="8079623" y="1363422"/>
            <a:ext cx="75445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业内独家</a:t>
            </a:r>
          </a:p>
        </p:txBody>
      </p:sp>
      <p:sp>
        <p:nvSpPr>
          <p:cNvPr id="73" name="pdf-text-0073">
            <a:extLst xmlns:a="http://schemas.openxmlformats.org/drawingml/2006/main">
              <a:ext uri="{FF2B5EF4-FFF2-40B4-BE49-F238E27FC236}">
                <a16:creationId xmlns:a16="http://schemas.microsoft.com/office/drawing/2014/main" id="{2320C4E4-2EBA-42D2-BCA4-93E04760B9F8}"/>
              </a:ext>
            </a:extLst>
          </p:cNvPr>
          <p:cNvSpPr>
            <a:spLocks xmlns:a="http://schemas.openxmlformats.org/drawingml/2006/main" noGrp="1"/>
          </p:cNvSpPr>
          <p:nvPr/>
        </p:nvSpPr>
        <p:spPr>
          <a:xfrm xmlns:a="http://schemas.openxmlformats.org/drawingml/2006/main">
            <a:off x="8795903" y="1362508"/>
            <a:ext cx="74764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One-Pass</a:t>
            </a:r>
          </a:p>
        </p:txBody>
      </p:sp>
      <p:sp>
        <p:nvSpPr>
          <p:cNvPr id="74" name="pdf-text-0074">
            <a:extLst xmlns:a="http://schemas.openxmlformats.org/drawingml/2006/main">
              <a:ext uri="{FF2B5EF4-FFF2-40B4-BE49-F238E27FC236}">
                <a16:creationId xmlns:a16="http://schemas.microsoft.com/office/drawing/2014/main" id="{FFA53113-30BB-4CEA-A3DD-A7899199152C}"/>
              </a:ext>
            </a:extLst>
          </p:cNvPr>
          <p:cNvSpPr>
            <a:spLocks xmlns:a="http://schemas.openxmlformats.org/drawingml/2006/main" noGrp="1"/>
          </p:cNvSpPr>
          <p:nvPr/>
        </p:nvSpPr>
        <p:spPr>
          <a:xfrm xmlns:a="http://schemas.openxmlformats.org/drawingml/2006/main">
            <a:off x="9506087" y="1363422"/>
            <a:ext cx="74979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镜面元件</a:t>
            </a:r>
          </a:p>
        </p:txBody>
      </p:sp>
      <p:sp>
        <p:nvSpPr>
          <p:cNvPr id="75" name="pdf-text-0075">
            <a:extLst xmlns:a="http://schemas.openxmlformats.org/drawingml/2006/main">
              <a:ext uri="{FF2B5EF4-FFF2-40B4-BE49-F238E27FC236}">
                <a16:creationId xmlns:a16="http://schemas.microsoft.com/office/drawing/2014/main" id="{DAF036E6-B99D-497C-97FF-BB130A463786}"/>
              </a:ext>
            </a:extLst>
          </p:cNvPr>
          <p:cNvSpPr>
            <a:spLocks xmlns:a="http://schemas.openxmlformats.org/drawingml/2006/main" noGrp="1"/>
          </p:cNvSpPr>
          <p:nvPr/>
        </p:nvSpPr>
        <p:spPr>
          <a:xfrm xmlns:a="http://schemas.openxmlformats.org/drawingml/2006/main">
            <a:off x="10217795" y="1362508"/>
            <a:ext cx="25528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212121"/>
                </a:solidFill>
                <a:latin typeface="TimesNewRomanPSMT"/>
                <a:ea typeface="TimesNewRomanPSMT"/>
                <a:cs typeface="TimesNewRomanPSMT"/>
              </a:defRPr>
            </a:pPr>
            <a:r>
              <a:rPr sz="1404" b="1" i="0">
                <a:solidFill>
                  <a:srgbClr val="212121"/>
                </a:solidFill>
                <a:latin typeface="TimesNewRomanPSMT"/>
                <a:ea typeface="TimesNewRomanPSMT"/>
                <a:cs typeface="TimesNewRomanPSMT"/>
              </a:rPr>
              <a:t>3D</a:t>
            </a:r>
          </a:p>
        </p:txBody>
      </p:sp>
      <p:sp>
        <p:nvSpPr>
          <p:cNvPr id="76" name="pdf-text-0076">
            <a:extLst xmlns:a="http://schemas.openxmlformats.org/drawingml/2006/main">
              <a:ext uri="{FF2B5EF4-FFF2-40B4-BE49-F238E27FC236}">
                <a16:creationId xmlns:a16="http://schemas.microsoft.com/office/drawing/2014/main" id="{BE4C18EA-2ACF-47F8-A7A7-81D0029D39DB}"/>
              </a:ext>
            </a:extLst>
          </p:cNvPr>
          <p:cNvSpPr>
            <a:spLocks xmlns:a="http://schemas.openxmlformats.org/drawingml/2006/main" noGrp="1"/>
          </p:cNvSpPr>
          <p:nvPr/>
        </p:nvSpPr>
        <p:spPr>
          <a:xfrm xmlns:a="http://schemas.openxmlformats.org/drawingml/2006/main">
            <a:off x="10434203" y="1363422"/>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212121"/>
                </a:solidFill>
                <a:latin typeface="KaiTi"/>
                <a:ea typeface="KaiTi"/>
                <a:cs typeface="KaiTi"/>
              </a:defRPr>
            </a:pPr>
            <a:r>
              <a:rPr sz="1404" b="0" i="0">
                <a:solidFill>
                  <a:srgbClr val="212121"/>
                </a:solidFill>
                <a:latin typeface="KaiTi"/>
                <a:ea typeface="KaiTi"/>
                <a:cs typeface="KaiTi"/>
              </a:rPr>
              <a:t>成像技术</a:t>
            </a:r>
          </a:p>
        </p:txBody>
      </p:sp>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e70f3a9e2be8485e"/>
          <a:srcRect xmlns:a="http://schemas.openxmlformats.org/drawingml/2006/main" l="0" t="3" r="0" b="3"/>
          <a:stretch xmlns:a="http://schemas.openxmlformats.org/drawingml/2006/main">
            <a:fillRect l="0" t="0" r="0" b="0"/>
          </a:stretch>
        </p:blipFill>
        <p:spPr>
          <a:xfrm xmlns:a="http://schemas.openxmlformats.org/drawingml/2006/main">
            <a:off x="10257750" y="1769283"/>
            <a:ext cx="1474550" cy="1114975"/>
          </a:xfrm>
          <a:prstGeom xmlns:a="http://schemas.openxmlformats.org/drawingml/2006/main" prst="rect">
            <a:avLst/>
          </a:prstGeom>
        </p:spPr>
      </p:pic>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77b181e9328d4576"/>
          <a:srcRect xmlns:a="http://schemas.openxmlformats.org/drawingml/2006/main" l="0" t="115" r="0" b="115"/>
          <a:stretch xmlns:a="http://schemas.openxmlformats.org/drawingml/2006/main">
            <a:fillRect l="0" t="0" r="0" b="0"/>
          </a:stretch>
        </p:blipFill>
        <p:spPr>
          <a:xfrm xmlns:a="http://schemas.openxmlformats.org/drawingml/2006/main">
            <a:off x="10258334" y="2778551"/>
            <a:ext cx="1473966" cy="1112052"/>
          </a:xfrm>
          <a:prstGeom xmlns:a="http://schemas.openxmlformats.org/drawingml/2006/main" prst="rect">
            <a:avLst/>
          </a:prstGeom>
        </p:spPr>
      </p:pic>
      <p:pic>
        <p:nvPicPr>
          <p:cNvPr id="196" name=""/>
          <p:cNvPicPr>
            <a:picLocks xmlns:a="http://schemas.openxmlformats.org/drawingml/2006/main" noChangeAspect="1"/>
          </p:cNvPicPr>
          <p:nvPr/>
        </p:nvPicPr>
        <p:blipFill>
          <a:blip xmlns:r="http://schemas.openxmlformats.org/officeDocument/2006/relationships" xmlns:a="http://schemas.openxmlformats.org/drawingml/2006/main" r:embed="R5d549164ee6741af"/>
          <a:srcRect xmlns:a="http://schemas.openxmlformats.org/drawingml/2006/main" l="0" t="45" r="0" b="45"/>
          <a:stretch xmlns:a="http://schemas.openxmlformats.org/drawingml/2006/main">
            <a:fillRect l="0" t="0" r="0" b="0"/>
          </a:stretch>
        </p:blipFill>
        <p:spPr>
          <a:xfrm xmlns:a="http://schemas.openxmlformats.org/drawingml/2006/main">
            <a:off x="229474" y="981922"/>
            <a:ext cx="7049407" cy="1753173"/>
          </a:xfrm>
          <a:prstGeom xmlns:a="http://schemas.openxmlformats.org/drawingml/2006/main" prst="rect">
            <a:avLst/>
          </a:prstGeom>
        </p:spPr>
      </p:pic>
      <p:sp>
        <p:nvSpPr>
          <p:cNvPr id="80" name="pdf-vector-0080">
            <a:extLst xmlns:a="http://schemas.openxmlformats.org/drawingml/2006/main">
              <a:ext uri="{FF2B5EF4-FFF2-40B4-BE49-F238E27FC236}">
                <a16:creationId xmlns:a16="http://schemas.microsoft.com/office/drawing/2014/main" id="{33416F7E-6B00-4A95-9662-F047C37EBCEC}"/>
              </a:ext>
            </a:extLst>
          </p:cNvPr>
          <p:cNvSpPr>
            <a:spLocks xmlns:a="http://schemas.openxmlformats.org/drawingml/2006/main" noGrp="1"/>
          </p:cNvSpPr>
          <p:nvPr/>
        </p:nvSpPr>
        <p:spPr>
          <a:xfrm xmlns:a="http://schemas.openxmlformats.org/drawingml/2006/main">
            <a:off x="369875" y="2966441"/>
            <a:ext cx="2263153" cy="224701"/>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1" name="pdf-vector-0081">
            <a:extLst xmlns:a="http://schemas.openxmlformats.org/drawingml/2006/main">
              <a:ext uri="{FF2B5EF4-FFF2-40B4-BE49-F238E27FC236}">
                <a16:creationId xmlns:a16="http://schemas.microsoft.com/office/drawing/2014/main" id="{77EB8E28-7AD6-4346-A219-AECACA0C79A2}"/>
              </a:ext>
            </a:extLst>
          </p:cNvPr>
          <p:cNvSpPr>
            <a:spLocks xmlns:a="http://schemas.openxmlformats.org/drawingml/2006/main" noGrp="1"/>
          </p:cNvSpPr>
          <p:nvPr/>
        </p:nvSpPr>
        <p:spPr>
          <a:xfrm xmlns:a="http://schemas.openxmlformats.org/drawingml/2006/main">
            <a:off x="2633027" y="2966441"/>
            <a:ext cx="4371150" cy="224701"/>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2" name="pdf-vector-0082">
            <a:extLst xmlns:a="http://schemas.openxmlformats.org/drawingml/2006/main">
              <a:ext uri="{FF2B5EF4-FFF2-40B4-BE49-F238E27FC236}">
                <a16:creationId xmlns:a16="http://schemas.microsoft.com/office/drawing/2014/main" id="{35A416F6-31FC-42B9-A39C-92AAA10A3170}"/>
              </a:ext>
            </a:extLst>
          </p:cNvPr>
          <p:cNvSpPr>
            <a:spLocks xmlns:a="http://schemas.openxmlformats.org/drawingml/2006/main" noGrp="1"/>
          </p:cNvSpPr>
          <p:nvPr/>
        </p:nvSpPr>
        <p:spPr>
          <a:xfrm xmlns:a="http://schemas.openxmlformats.org/drawingml/2006/main">
            <a:off x="369875" y="3191154"/>
            <a:ext cx="2263153" cy="224701"/>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3" name="pdf-vector-0083">
            <a:extLst xmlns:a="http://schemas.openxmlformats.org/drawingml/2006/main">
              <a:ext uri="{FF2B5EF4-FFF2-40B4-BE49-F238E27FC236}">
                <a16:creationId xmlns:a16="http://schemas.microsoft.com/office/drawing/2014/main" id="{40DC23E1-D5B5-4A16-B6E6-BC329B9318FD}"/>
              </a:ext>
            </a:extLst>
          </p:cNvPr>
          <p:cNvSpPr>
            <a:spLocks xmlns:a="http://schemas.openxmlformats.org/drawingml/2006/main" noGrp="1"/>
          </p:cNvSpPr>
          <p:nvPr/>
        </p:nvSpPr>
        <p:spPr>
          <a:xfrm xmlns:a="http://schemas.openxmlformats.org/drawingml/2006/main">
            <a:off x="2633027" y="3191154"/>
            <a:ext cx="4371150" cy="224701"/>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84" name="pdf-vector-0084">
            <a:extLst xmlns:a="http://schemas.openxmlformats.org/drawingml/2006/main">
              <a:ext uri="{FF2B5EF4-FFF2-40B4-BE49-F238E27FC236}">
                <a16:creationId xmlns:a16="http://schemas.microsoft.com/office/drawing/2014/main" id="{5091CBFB-BF82-46F3-B548-FD9E3FBEC262}"/>
              </a:ext>
            </a:extLst>
          </p:cNvPr>
          <p:cNvSpPr>
            <a:spLocks xmlns:a="http://schemas.openxmlformats.org/drawingml/2006/main" noGrp="1"/>
          </p:cNvSpPr>
          <p:nvPr/>
        </p:nvSpPr>
        <p:spPr>
          <a:xfrm xmlns:a="http://schemas.openxmlformats.org/drawingml/2006/main">
            <a:off x="369875" y="3415855"/>
            <a:ext cx="2263153" cy="224701"/>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5" name="pdf-vector-0085">
            <a:extLst xmlns:a="http://schemas.openxmlformats.org/drawingml/2006/main">
              <a:ext uri="{FF2B5EF4-FFF2-40B4-BE49-F238E27FC236}">
                <a16:creationId xmlns:a16="http://schemas.microsoft.com/office/drawing/2014/main" id="{8C9EFA1B-B4EB-4150-A236-1F7294D5E7EB}"/>
              </a:ext>
            </a:extLst>
          </p:cNvPr>
          <p:cNvSpPr>
            <a:spLocks xmlns:a="http://schemas.openxmlformats.org/drawingml/2006/main" noGrp="1"/>
          </p:cNvSpPr>
          <p:nvPr/>
        </p:nvSpPr>
        <p:spPr>
          <a:xfrm xmlns:a="http://schemas.openxmlformats.org/drawingml/2006/main">
            <a:off x="2633027" y="3415855"/>
            <a:ext cx="4371150" cy="224701"/>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86" name="pdf-vector-0086">
            <a:extLst xmlns:a="http://schemas.openxmlformats.org/drawingml/2006/main">
              <a:ext uri="{FF2B5EF4-FFF2-40B4-BE49-F238E27FC236}">
                <a16:creationId xmlns:a16="http://schemas.microsoft.com/office/drawing/2014/main" id="{BAC5ED33-CF17-42C5-9105-AB6FFCCAA909}"/>
              </a:ext>
            </a:extLst>
          </p:cNvPr>
          <p:cNvSpPr>
            <a:spLocks xmlns:a="http://schemas.openxmlformats.org/drawingml/2006/main" noGrp="1"/>
          </p:cNvSpPr>
          <p:nvPr/>
        </p:nvSpPr>
        <p:spPr>
          <a:xfrm xmlns:a="http://schemas.openxmlformats.org/drawingml/2006/main">
            <a:off x="369875" y="3640557"/>
            <a:ext cx="2263153" cy="224701"/>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7" name="pdf-vector-0087">
            <a:extLst xmlns:a="http://schemas.openxmlformats.org/drawingml/2006/main">
              <a:ext uri="{FF2B5EF4-FFF2-40B4-BE49-F238E27FC236}">
                <a16:creationId xmlns:a16="http://schemas.microsoft.com/office/drawing/2014/main" id="{1CAED2B1-8903-482E-8317-3EC166ED0609}"/>
              </a:ext>
            </a:extLst>
          </p:cNvPr>
          <p:cNvSpPr>
            <a:spLocks xmlns:a="http://schemas.openxmlformats.org/drawingml/2006/main" noGrp="1"/>
          </p:cNvSpPr>
          <p:nvPr/>
        </p:nvSpPr>
        <p:spPr>
          <a:xfrm xmlns:a="http://schemas.openxmlformats.org/drawingml/2006/main">
            <a:off x="2633027" y="3640557"/>
            <a:ext cx="4371150" cy="224701"/>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88" name="pdf-vector-0088">
            <a:extLst xmlns:a="http://schemas.openxmlformats.org/drawingml/2006/main">
              <a:ext uri="{FF2B5EF4-FFF2-40B4-BE49-F238E27FC236}">
                <a16:creationId xmlns:a16="http://schemas.microsoft.com/office/drawing/2014/main" id="{C21EFF35-29D5-4792-A5F2-8B4A97FB2F81}"/>
              </a:ext>
            </a:extLst>
          </p:cNvPr>
          <p:cNvSpPr>
            <a:spLocks xmlns:a="http://schemas.openxmlformats.org/drawingml/2006/main" noGrp="1"/>
          </p:cNvSpPr>
          <p:nvPr/>
        </p:nvSpPr>
        <p:spPr>
          <a:xfrm xmlns:a="http://schemas.openxmlformats.org/drawingml/2006/main">
            <a:off x="369875" y="3865270"/>
            <a:ext cx="2263153" cy="224701"/>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9" name="pdf-vector-0089">
            <a:extLst xmlns:a="http://schemas.openxmlformats.org/drawingml/2006/main">
              <a:ext uri="{FF2B5EF4-FFF2-40B4-BE49-F238E27FC236}">
                <a16:creationId xmlns:a16="http://schemas.microsoft.com/office/drawing/2014/main" id="{1B08BBFD-944F-4253-934F-A53267AE43C1}"/>
              </a:ext>
            </a:extLst>
          </p:cNvPr>
          <p:cNvSpPr>
            <a:spLocks xmlns:a="http://schemas.openxmlformats.org/drawingml/2006/main" noGrp="1"/>
          </p:cNvSpPr>
          <p:nvPr/>
        </p:nvSpPr>
        <p:spPr>
          <a:xfrm xmlns:a="http://schemas.openxmlformats.org/drawingml/2006/main">
            <a:off x="2633027" y="3865270"/>
            <a:ext cx="4371150" cy="224701"/>
          </a:xfrm>
          <a:prstGeom xmlns:a="http://schemas.openxmlformats.org/drawingml/2006/main" prst="rect">
            <a:avLst/>
          </a:prstGeom>
          <a:solidFill xmlns:a="http://schemas.openxmlformats.org/drawingml/2006/main">
            <a:srgbClr val="E9EDF4"/>
          </a:solidFill>
          <a:ln xmlns:a="http://schemas.openxmlformats.org/drawingml/2006/main" w="0">
            <a:noFill/>
            <a:prstDash val="solid"/>
          </a:ln>
        </p:spPr>
      </p:sp>
      <p:sp>
        <p:nvSpPr>
          <p:cNvPr id="90" name="pdf-vector-0090">
            <a:extLst xmlns:a="http://schemas.openxmlformats.org/drawingml/2006/main">
              <a:ext uri="{FF2B5EF4-FFF2-40B4-BE49-F238E27FC236}">
                <a16:creationId xmlns:a16="http://schemas.microsoft.com/office/drawing/2014/main" id="{1930A807-D2D7-445A-9C24-EBE2A5854113}"/>
              </a:ext>
            </a:extLst>
          </p:cNvPr>
          <p:cNvSpPr>
            <a:spLocks xmlns:a="http://schemas.openxmlformats.org/drawingml/2006/main" noGrp="1"/>
          </p:cNvSpPr>
          <p:nvPr/>
        </p:nvSpPr>
        <p:spPr>
          <a:xfrm xmlns:a="http://schemas.openxmlformats.org/drawingml/2006/main">
            <a:off x="369875" y="4089971"/>
            <a:ext cx="2263153" cy="22010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91" name="pdf-vector-0091">
            <a:extLst xmlns:a="http://schemas.openxmlformats.org/drawingml/2006/main">
              <a:ext uri="{FF2B5EF4-FFF2-40B4-BE49-F238E27FC236}">
                <a16:creationId xmlns:a16="http://schemas.microsoft.com/office/drawing/2014/main" id="{BDD0B04B-4D49-4974-B656-ACF2EEF2D5AC}"/>
              </a:ext>
            </a:extLst>
          </p:cNvPr>
          <p:cNvSpPr>
            <a:spLocks xmlns:a="http://schemas.openxmlformats.org/drawingml/2006/main" noGrp="1"/>
          </p:cNvSpPr>
          <p:nvPr/>
        </p:nvSpPr>
        <p:spPr>
          <a:xfrm xmlns:a="http://schemas.openxmlformats.org/drawingml/2006/main">
            <a:off x="2633027" y="4089971"/>
            <a:ext cx="4371150" cy="220104"/>
          </a:xfrm>
          <a:prstGeom xmlns:a="http://schemas.openxmlformats.org/drawingml/2006/main" prst="rect">
            <a:avLst/>
          </a:prstGeom>
          <a:solidFill xmlns:a="http://schemas.openxmlformats.org/drawingml/2006/main">
            <a:srgbClr val="D0D8E8"/>
          </a:solidFill>
          <a:ln xmlns:a="http://schemas.openxmlformats.org/drawingml/2006/main" w="0">
            <a:noFill/>
            <a:prstDash val="solid"/>
          </a:ln>
        </p:spPr>
      </p:sp>
      <p:sp>
        <p:nvSpPr>
          <p:cNvPr id="92" name="pdf-vector-0092">
            <a:extLst xmlns:a="http://schemas.openxmlformats.org/drawingml/2006/main">
              <a:ext uri="{FF2B5EF4-FFF2-40B4-BE49-F238E27FC236}">
                <a16:creationId xmlns:a16="http://schemas.microsoft.com/office/drawing/2014/main" id="{06432D8E-CA0D-4CC7-8479-F60B6A5F0354}"/>
              </a:ext>
            </a:extLst>
          </p:cNvPr>
          <p:cNvSpPr>
            <a:spLocks xmlns:a="http://schemas.openxmlformats.org/drawingml/2006/main" noGrp="1"/>
          </p:cNvSpPr>
          <p:nvPr/>
        </p:nvSpPr>
        <p:spPr>
          <a:xfrm xmlns:a="http://schemas.openxmlformats.org/drawingml/2006/main">
            <a:off x="2633027" y="2960097"/>
            <a:ext cx="953" cy="1356335"/>
          </a:xfrm>
          <a:custGeom xmlns:a="http://schemas.openxmlformats.org/drawingml/2006/main">
            <a:pathLst>
              <a:path w="953" h="1356335">
                <a:moveTo>
                  <a:pt x="0" y="0"/>
                </a:moveTo>
                <a:lnTo>
                  <a:pt x="0" y="1356335"/>
                </a:lnTo>
              </a:path>
            </a:pathLst>
          </a:custGeom>
          <a:noFill xmlns:a="http://schemas.openxmlformats.org/drawingml/2006/main"/>
          <a:ln xmlns:a="http://schemas.openxmlformats.org/drawingml/2006/main" w="12700">
            <a:solidFill>
              <a:srgbClr val="FFFFFF"/>
            </a:solidFill>
            <a:prstDash val="solid"/>
          </a:ln>
        </p:spPr>
      </p:sp>
      <p:sp>
        <p:nvSpPr>
          <p:cNvPr id="93" name="pdf-vector-0093">
            <a:extLst xmlns:a="http://schemas.openxmlformats.org/drawingml/2006/main">
              <a:ext uri="{FF2B5EF4-FFF2-40B4-BE49-F238E27FC236}">
                <a16:creationId xmlns:a16="http://schemas.microsoft.com/office/drawing/2014/main" id="{0B6BBE35-EE8B-49AD-ADFE-EFF3E0E79A79}"/>
              </a:ext>
            </a:extLst>
          </p:cNvPr>
          <p:cNvSpPr>
            <a:spLocks xmlns:a="http://schemas.openxmlformats.org/drawingml/2006/main" noGrp="1"/>
          </p:cNvSpPr>
          <p:nvPr/>
        </p:nvSpPr>
        <p:spPr>
          <a:xfrm xmlns:a="http://schemas.openxmlformats.org/drawingml/2006/main">
            <a:off x="363529" y="3191152"/>
            <a:ext cx="6647002" cy="953"/>
          </a:xfrm>
          <a:custGeom xmlns:a="http://schemas.openxmlformats.org/drawingml/2006/main">
            <a:pathLst>
              <a:path w="6647002" h="953">
                <a:moveTo>
                  <a:pt x="0" y="0"/>
                </a:moveTo>
                <a:lnTo>
                  <a:pt x="6647002" y="0"/>
                </a:lnTo>
              </a:path>
            </a:pathLst>
          </a:custGeom>
          <a:noFill xmlns:a="http://schemas.openxmlformats.org/drawingml/2006/main"/>
          <a:ln xmlns:a="http://schemas.openxmlformats.org/drawingml/2006/main" w="38100">
            <a:solidFill>
              <a:srgbClr val="FFFFFF"/>
            </a:solidFill>
            <a:prstDash val="solid"/>
          </a:ln>
        </p:spPr>
      </p:sp>
      <p:sp>
        <p:nvSpPr>
          <p:cNvPr id="94" name="pdf-vector-0094">
            <a:extLst xmlns:a="http://schemas.openxmlformats.org/drawingml/2006/main">
              <a:ext uri="{FF2B5EF4-FFF2-40B4-BE49-F238E27FC236}">
                <a16:creationId xmlns:a16="http://schemas.microsoft.com/office/drawing/2014/main" id="{D55F1471-C38E-484C-A728-A6E3617954B9}"/>
              </a:ext>
            </a:extLst>
          </p:cNvPr>
          <p:cNvSpPr>
            <a:spLocks xmlns:a="http://schemas.openxmlformats.org/drawingml/2006/main" noGrp="1"/>
          </p:cNvSpPr>
          <p:nvPr/>
        </p:nvSpPr>
        <p:spPr>
          <a:xfrm xmlns:a="http://schemas.openxmlformats.org/drawingml/2006/main">
            <a:off x="363529" y="3415857"/>
            <a:ext cx="6647002" cy="953"/>
          </a:xfrm>
          <a:custGeom xmlns:a="http://schemas.openxmlformats.org/drawingml/2006/main">
            <a:pathLst>
              <a:path w="6647002" h="953">
                <a:moveTo>
                  <a:pt x="0" y="0"/>
                </a:moveTo>
                <a:lnTo>
                  <a:pt x="6647002" y="0"/>
                </a:lnTo>
              </a:path>
            </a:pathLst>
          </a:custGeom>
          <a:noFill xmlns:a="http://schemas.openxmlformats.org/drawingml/2006/main"/>
          <a:ln xmlns:a="http://schemas.openxmlformats.org/drawingml/2006/main" w="12700">
            <a:solidFill>
              <a:srgbClr val="FFFFFF"/>
            </a:solidFill>
            <a:prstDash val="solid"/>
          </a:ln>
        </p:spPr>
      </p:sp>
      <p:sp>
        <p:nvSpPr>
          <p:cNvPr id="95" name="pdf-vector-0095">
            <a:extLst xmlns:a="http://schemas.openxmlformats.org/drawingml/2006/main">
              <a:ext uri="{FF2B5EF4-FFF2-40B4-BE49-F238E27FC236}">
                <a16:creationId xmlns:a16="http://schemas.microsoft.com/office/drawing/2014/main" id="{BFD03564-F0E7-481A-9FEE-28C0446C963F}"/>
              </a:ext>
            </a:extLst>
          </p:cNvPr>
          <p:cNvSpPr>
            <a:spLocks xmlns:a="http://schemas.openxmlformats.org/drawingml/2006/main" noGrp="1"/>
          </p:cNvSpPr>
          <p:nvPr/>
        </p:nvSpPr>
        <p:spPr>
          <a:xfrm xmlns:a="http://schemas.openxmlformats.org/drawingml/2006/main">
            <a:off x="363529" y="3640562"/>
            <a:ext cx="6647002" cy="953"/>
          </a:xfrm>
          <a:custGeom xmlns:a="http://schemas.openxmlformats.org/drawingml/2006/main">
            <a:pathLst>
              <a:path w="6647002" h="953">
                <a:moveTo>
                  <a:pt x="0" y="0"/>
                </a:moveTo>
                <a:lnTo>
                  <a:pt x="6647002" y="0"/>
                </a:lnTo>
              </a:path>
            </a:pathLst>
          </a:custGeom>
          <a:noFill xmlns:a="http://schemas.openxmlformats.org/drawingml/2006/main"/>
          <a:ln xmlns:a="http://schemas.openxmlformats.org/drawingml/2006/main" w="12700">
            <a:solidFill>
              <a:srgbClr val="FFFFFF"/>
            </a:solidFill>
            <a:prstDash val="solid"/>
          </a:ln>
        </p:spPr>
      </p:sp>
      <p:sp>
        <p:nvSpPr>
          <p:cNvPr id="96" name="pdf-vector-0096">
            <a:extLst xmlns:a="http://schemas.openxmlformats.org/drawingml/2006/main">
              <a:ext uri="{FF2B5EF4-FFF2-40B4-BE49-F238E27FC236}">
                <a16:creationId xmlns:a16="http://schemas.microsoft.com/office/drawing/2014/main" id="{4EBBDA4D-E577-47CB-A62C-C002999EFFCB}"/>
              </a:ext>
            </a:extLst>
          </p:cNvPr>
          <p:cNvSpPr>
            <a:spLocks xmlns:a="http://schemas.openxmlformats.org/drawingml/2006/main" noGrp="1"/>
          </p:cNvSpPr>
          <p:nvPr/>
        </p:nvSpPr>
        <p:spPr>
          <a:xfrm xmlns:a="http://schemas.openxmlformats.org/drawingml/2006/main">
            <a:off x="363529" y="3865266"/>
            <a:ext cx="6647002" cy="953"/>
          </a:xfrm>
          <a:custGeom xmlns:a="http://schemas.openxmlformats.org/drawingml/2006/main">
            <a:pathLst>
              <a:path w="6647002" h="953">
                <a:moveTo>
                  <a:pt x="0" y="0"/>
                </a:moveTo>
                <a:lnTo>
                  <a:pt x="6647002" y="0"/>
                </a:lnTo>
              </a:path>
            </a:pathLst>
          </a:custGeom>
          <a:noFill xmlns:a="http://schemas.openxmlformats.org/drawingml/2006/main"/>
          <a:ln xmlns:a="http://schemas.openxmlformats.org/drawingml/2006/main" w="12700">
            <a:solidFill>
              <a:srgbClr val="FFFFFF"/>
            </a:solidFill>
            <a:prstDash val="solid"/>
          </a:ln>
        </p:spPr>
      </p:sp>
      <p:sp>
        <p:nvSpPr>
          <p:cNvPr id="97" name="pdf-vector-0097">
            <a:extLst xmlns:a="http://schemas.openxmlformats.org/drawingml/2006/main">
              <a:ext uri="{FF2B5EF4-FFF2-40B4-BE49-F238E27FC236}">
                <a16:creationId xmlns:a16="http://schemas.microsoft.com/office/drawing/2014/main" id="{5E0F2C43-1A7E-41CB-8778-637A8AD27160}"/>
              </a:ext>
            </a:extLst>
          </p:cNvPr>
          <p:cNvSpPr>
            <a:spLocks xmlns:a="http://schemas.openxmlformats.org/drawingml/2006/main" noGrp="1"/>
          </p:cNvSpPr>
          <p:nvPr/>
        </p:nvSpPr>
        <p:spPr>
          <a:xfrm xmlns:a="http://schemas.openxmlformats.org/drawingml/2006/main">
            <a:off x="363529" y="4089971"/>
            <a:ext cx="6647002" cy="953"/>
          </a:xfrm>
          <a:custGeom xmlns:a="http://schemas.openxmlformats.org/drawingml/2006/main">
            <a:pathLst>
              <a:path w="6647002" h="953">
                <a:moveTo>
                  <a:pt x="0" y="0"/>
                </a:moveTo>
                <a:lnTo>
                  <a:pt x="6647002" y="0"/>
                </a:lnTo>
              </a:path>
            </a:pathLst>
          </a:custGeom>
          <a:noFill xmlns:a="http://schemas.openxmlformats.org/drawingml/2006/main"/>
          <a:ln xmlns:a="http://schemas.openxmlformats.org/drawingml/2006/main" w="12700">
            <a:solidFill>
              <a:srgbClr val="FFFFFF"/>
            </a:solidFill>
            <a:prstDash val="solid"/>
          </a:ln>
        </p:spPr>
      </p:sp>
      <p:sp>
        <p:nvSpPr>
          <p:cNvPr id="98" name="pdf-vector-0098">
            <a:extLst xmlns:a="http://schemas.openxmlformats.org/drawingml/2006/main">
              <a:ext uri="{FF2B5EF4-FFF2-40B4-BE49-F238E27FC236}">
                <a16:creationId xmlns:a16="http://schemas.microsoft.com/office/drawing/2014/main" id="{31DF4F12-9AAB-4047-90D4-D1A890F6BFC9}"/>
              </a:ext>
            </a:extLst>
          </p:cNvPr>
          <p:cNvSpPr>
            <a:spLocks xmlns:a="http://schemas.openxmlformats.org/drawingml/2006/main" noGrp="1"/>
          </p:cNvSpPr>
          <p:nvPr/>
        </p:nvSpPr>
        <p:spPr>
          <a:xfrm xmlns:a="http://schemas.openxmlformats.org/drawingml/2006/main">
            <a:off x="369879" y="2960097"/>
            <a:ext cx="953" cy="1356335"/>
          </a:xfrm>
          <a:custGeom xmlns:a="http://schemas.openxmlformats.org/drawingml/2006/main">
            <a:pathLst>
              <a:path w="953" h="1356335">
                <a:moveTo>
                  <a:pt x="0" y="0"/>
                </a:moveTo>
                <a:lnTo>
                  <a:pt x="0" y="1356335"/>
                </a:lnTo>
              </a:path>
            </a:pathLst>
          </a:custGeom>
          <a:noFill xmlns:a="http://schemas.openxmlformats.org/drawingml/2006/main"/>
          <a:ln xmlns:a="http://schemas.openxmlformats.org/drawingml/2006/main" w="12700">
            <a:solidFill>
              <a:srgbClr val="FFFFFF"/>
            </a:solidFill>
            <a:prstDash val="solid"/>
          </a:ln>
        </p:spPr>
      </p:sp>
      <p:sp>
        <p:nvSpPr>
          <p:cNvPr id="99" name="pdf-vector-0099">
            <a:extLst xmlns:a="http://schemas.openxmlformats.org/drawingml/2006/main">
              <a:ext uri="{FF2B5EF4-FFF2-40B4-BE49-F238E27FC236}">
                <a16:creationId xmlns:a16="http://schemas.microsoft.com/office/drawing/2014/main" id="{D78B097C-95C0-48E2-ACE2-DBECBBC39C6D}"/>
              </a:ext>
            </a:extLst>
          </p:cNvPr>
          <p:cNvSpPr>
            <a:spLocks xmlns:a="http://schemas.openxmlformats.org/drawingml/2006/main" noGrp="1"/>
          </p:cNvSpPr>
          <p:nvPr/>
        </p:nvSpPr>
        <p:spPr>
          <a:xfrm xmlns:a="http://schemas.openxmlformats.org/drawingml/2006/main">
            <a:off x="7004182" y="2960097"/>
            <a:ext cx="953" cy="1356335"/>
          </a:xfrm>
          <a:custGeom xmlns:a="http://schemas.openxmlformats.org/drawingml/2006/main">
            <a:pathLst>
              <a:path w="953" h="1356335">
                <a:moveTo>
                  <a:pt x="0" y="0"/>
                </a:moveTo>
                <a:lnTo>
                  <a:pt x="0" y="1356335"/>
                </a:lnTo>
              </a:path>
            </a:pathLst>
          </a:custGeom>
          <a:noFill xmlns:a="http://schemas.openxmlformats.org/drawingml/2006/main"/>
          <a:ln xmlns:a="http://schemas.openxmlformats.org/drawingml/2006/main" w="12700">
            <a:solidFill>
              <a:srgbClr val="FFFFFF"/>
            </a:solidFill>
            <a:prstDash val="solid"/>
          </a:ln>
        </p:spPr>
      </p:sp>
      <p:sp>
        <p:nvSpPr>
          <p:cNvPr id="100" name="pdf-vector-0100">
            <a:extLst xmlns:a="http://schemas.openxmlformats.org/drawingml/2006/main">
              <a:ext uri="{FF2B5EF4-FFF2-40B4-BE49-F238E27FC236}">
                <a16:creationId xmlns:a16="http://schemas.microsoft.com/office/drawing/2014/main" id="{B5E6BCA0-B433-4F9C-92D2-63FCA5B73501}"/>
              </a:ext>
            </a:extLst>
          </p:cNvPr>
          <p:cNvSpPr>
            <a:spLocks xmlns:a="http://schemas.openxmlformats.org/drawingml/2006/main" noGrp="1"/>
          </p:cNvSpPr>
          <p:nvPr/>
        </p:nvSpPr>
        <p:spPr>
          <a:xfrm xmlns:a="http://schemas.openxmlformats.org/drawingml/2006/main">
            <a:off x="363529" y="2966447"/>
            <a:ext cx="6647002" cy="953"/>
          </a:xfrm>
          <a:custGeom xmlns:a="http://schemas.openxmlformats.org/drawingml/2006/main">
            <a:pathLst>
              <a:path w="6647002" h="953">
                <a:moveTo>
                  <a:pt x="0" y="0"/>
                </a:moveTo>
                <a:lnTo>
                  <a:pt x="6647002" y="0"/>
                </a:lnTo>
              </a:path>
            </a:pathLst>
          </a:custGeom>
          <a:noFill xmlns:a="http://schemas.openxmlformats.org/drawingml/2006/main"/>
          <a:ln xmlns:a="http://schemas.openxmlformats.org/drawingml/2006/main" w="12700">
            <a:solidFill>
              <a:srgbClr val="FFFFFF"/>
            </a:solidFill>
            <a:prstDash val="solid"/>
          </a:ln>
        </p:spPr>
      </p:sp>
      <p:sp>
        <p:nvSpPr>
          <p:cNvPr id="101" name="pdf-vector-0101">
            <a:extLst xmlns:a="http://schemas.openxmlformats.org/drawingml/2006/main">
              <a:ext uri="{FF2B5EF4-FFF2-40B4-BE49-F238E27FC236}">
                <a16:creationId xmlns:a16="http://schemas.microsoft.com/office/drawing/2014/main" id="{7FB597D6-A4A9-4A52-A448-21F048381D67}"/>
              </a:ext>
            </a:extLst>
          </p:cNvPr>
          <p:cNvSpPr>
            <a:spLocks xmlns:a="http://schemas.openxmlformats.org/drawingml/2006/main" noGrp="1"/>
          </p:cNvSpPr>
          <p:nvPr/>
        </p:nvSpPr>
        <p:spPr>
          <a:xfrm xmlns:a="http://schemas.openxmlformats.org/drawingml/2006/main">
            <a:off x="363529" y="4310076"/>
            <a:ext cx="6647002" cy="953"/>
          </a:xfrm>
          <a:custGeom xmlns:a="http://schemas.openxmlformats.org/drawingml/2006/main">
            <a:pathLst>
              <a:path w="6647002" h="953">
                <a:moveTo>
                  <a:pt x="0" y="0"/>
                </a:moveTo>
                <a:lnTo>
                  <a:pt x="6647002" y="0"/>
                </a:lnTo>
              </a:path>
            </a:pathLst>
          </a:custGeom>
          <a:noFill xmlns:a="http://schemas.openxmlformats.org/drawingml/2006/main"/>
          <a:ln xmlns:a="http://schemas.openxmlformats.org/drawingml/2006/main" w="12700">
            <a:solidFill>
              <a:srgbClr val="FFFFFF"/>
            </a:solidFill>
            <a:prstDash val="solid"/>
          </a:ln>
        </p:spPr>
      </p:sp>
      <p:sp>
        <p:nvSpPr>
          <p:cNvPr id="102" name="pdf-text-0102">
            <a:extLst xmlns:a="http://schemas.openxmlformats.org/drawingml/2006/main">
              <a:ext uri="{FF2B5EF4-FFF2-40B4-BE49-F238E27FC236}">
                <a16:creationId xmlns:a16="http://schemas.microsoft.com/office/drawing/2014/main" id="{521A8D69-475E-46A2-A10C-EBA31AABB619}"/>
              </a:ext>
            </a:extLst>
          </p:cNvPr>
          <p:cNvSpPr>
            <a:spLocks xmlns:a="http://schemas.openxmlformats.org/drawingml/2006/main" noGrp="1"/>
          </p:cNvSpPr>
          <p:nvPr/>
        </p:nvSpPr>
        <p:spPr>
          <a:xfrm xmlns:a="http://schemas.openxmlformats.org/drawingml/2006/main">
            <a:off x="1272281" y="299790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工艺段</a:t>
            </a:r>
          </a:p>
        </p:txBody>
      </p:sp>
      <p:sp>
        <p:nvSpPr>
          <p:cNvPr id="103" name="pdf-text-0103">
            <a:extLst xmlns:a="http://schemas.openxmlformats.org/drawingml/2006/main">
              <a:ext uri="{FF2B5EF4-FFF2-40B4-BE49-F238E27FC236}">
                <a16:creationId xmlns:a16="http://schemas.microsoft.com/office/drawing/2014/main" id="{835C001C-1484-4347-B196-295D710B9EA8}"/>
              </a:ext>
            </a:extLst>
          </p:cNvPr>
          <p:cNvSpPr>
            <a:spLocks xmlns:a="http://schemas.openxmlformats.org/drawingml/2006/main" noGrp="1"/>
          </p:cNvSpPr>
          <p:nvPr/>
        </p:nvSpPr>
        <p:spPr>
          <a:xfrm xmlns:a="http://schemas.openxmlformats.org/drawingml/2006/main">
            <a:off x="4513740" y="299790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检测需求</a:t>
            </a:r>
          </a:p>
        </p:txBody>
      </p:sp>
      <p:sp>
        <p:nvSpPr>
          <p:cNvPr id="104" name="pdf-text-0104">
            <a:extLst xmlns:a="http://schemas.openxmlformats.org/drawingml/2006/main">
              <a:ext uri="{FF2B5EF4-FFF2-40B4-BE49-F238E27FC236}">
                <a16:creationId xmlns:a16="http://schemas.microsoft.com/office/drawing/2014/main" id="{0D0095E8-3E64-4CB8-BF7E-C180E6C73048}"/>
              </a:ext>
            </a:extLst>
          </p:cNvPr>
          <p:cNvSpPr>
            <a:spLocks xmlns:a="http://schemas.openxmlformats.org/drawingml/2006/main" noGrp="1"/>
          </p:cNvSpPr>
          <p:nvPr/>
        </p:nvSpPr>
        <p:spPr>
          <a:xfrm xmlns:a="http://schemas.openxmlformats.org/drawingml/2006/main">
            <a:off x="1386581" y="322261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SPI</a:t>
            </a:r>
          </a:p>
        </p:txBody>
      </p:sp>
      <p:sp>
        <p:nvSpPr>
          <p:cNvPr id="105" name="pdf-text-0105">
            <a:extLst xmlns:a="http://schemas.openxmlformats.org/drawingml/2006/main">
              <a:ext uri="{FF2B5EF4-FFF2-40B4-BE49-F238E27FC236}">
                <a16:creationId xmlns:a16="http://schemas.microsoft.com/office/drawing/2014/main" id="{56DBF70B-71D4-404A-B614-71F3C3FA5106}"/>
              </a:ext>
            </a:extLst>
          </p:cNvPr>
          <p:cNvSpPr>
            <a:spLocks xmlns:a="http://schemas.openxmlformats.org/drawingml/2006/main" noGrp="1"/>
          </p:cNvSpPr>
          <p:nvPr/>
        </p:nvSpPr>
        <p:spPr>
          <a:xfrm xmlns:a="http://schemas.openxmlformats.org/drawingml/2006/main">
            <a:off x="3904140" y="3222610"/>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用于印刷后的锡膏不良检测</a:t>
            </a:r>
          </a:p>
        </p:txBody>
      </p:sp>
      <p:sp>
        <p:nvSpPr>
          <p:cNvPr id="106" name="pdf-text-0106">
            <a:extLst xmlns:a="http://schemas.openxmlformats.org/drawingml/2006/main">
              <a:ext uri="{FF2B5EF4-FFF2-40B4-BE49-F238E27FC236}">
                <a16:creationId xmlns:a16="http://schemas.microsoft.com/office/drawing/2014/main" id="{699A3120-358D-492F-95B1-7B7969E12B7B}"/>
              </a:ext>
            </a:extLst>
          </p:cNvPr>
          <p:cNvSpPr>
            <a:spLocks xmlns:a="http://schemas.openxmlformats.org/drawingml/2006/main" noGrp="1"/>
          </p:cNvSpPr>
          <p:nvPr/>
        </p:nvSpPr>
        <p:spPr>
          <a:xfrm xmlns:a="http://schemas.openxmlformats.org/drawingml/2006/main">
            <a:off x="1348481" y="3447314"/>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炉前</a:t>
            </a:r>
          </a:p>
        </p:txBody>
      </p:sp>
      <p:sp>
        <p:nvSpPr>
          <p:cNvPr id="107" name="pdf-text-0107">
            <a:extLst xmlns:a="http://schemas.openxmlformats.org/drawingml/2006/main">
              <a:ext uri="{FF2B5EF4-FFF2-40B4-BE49-F238E27FC236}">
                <a16:creationId xmlns:a16="http://schemas.microsoft.com/office/drawing/2014/main" id="{E170BFCD-811A-44FD-9C7F-025835654F58}"/>
              </a:ext>
            </a:extLst>
          </p:cNvPr>
          <p:cNvSpPr>
            <a:spLocks xmlns:a="http://schemas.openxmlformats.org/drawingml/2006/main" noGrp="1"/>
          </p:cNvSpPr>
          <p:nvPr/>
        </p:nvSpPr>
        <p:spPr>
          <a:xfrm xmlns:a="http://schemas.openxmlformats.org/drawingml/2006/main">
            <a:off x="3751740" y="3447314"/>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用于检测电子元件贴片后的不良</a:t>
            </a:r>
          </a:p>
        </p:txBody>
      </p:sp>
      <p:sp>
        <p:nvSpPr>
          <p:cNvPr id="108" name="pdf-text-0108">
            <a:extLst xmlns:a="http://schemas.openxmlformats.org/drawingml/2006/main">
              <a:ext uri="{FF2B5EF4-FFF2-40B4-BE49-F238E27FC236}">
                <a16:creationId xmlns:a16="http://schemas.microsoft.com/office/drawing/2014/main" id="{968052A1-006F-48DF-8598-1807F0099A30}"/>
              </a:ext>
            </a:extLst>
          </p:cNvPr>
          <p:cNvSpPr>
            <a:spLocks xmlns:a="http://schemas.openxmlformats.org/drawingml/2006/main" noGrp="1"/>
          </p:cNvSpPr>
          <p:nvPr/>
        </p:nvSpPr>
        <p:spPr>
          <a:xfrm xmlns:a="http://schemas.openxmlformats.org/drawingml/2006/main">
            <a:off x="1348481" y="367201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炉后</a:t>
            </a:r>
          </a:p>
        </p:txBody>
      </p:sp>
      <p:sp>
        <p:nvSpPr>
          <p:cNvPr id="109" name="pdf-text-0109">
            <a:extLst xmlns:a="http://schemas.openxmlformats.org/drawingml/2006/main">
              <a:ext uri="{FF2B5EF4-FFF2-40B4-BE49-F238E27FC236}">
                <a16:creationId xmlns:a16="http://schemas.microsoft.com/office/drawing/2014/main" id="{D94765E7-06BB-49DD-90BC-7B87F3EFDB42}"/>
              </a:ext>
            </a:extLst>
          </p:cNvPr>
          <p:cNvSpPr>
            <a:spLocks xmlns:a="http://schemas.openxmlformats.org/drawingml/2006/main" noGrp="1"/>
          </p:cNvSpPr>
          <p:nvPr/>
        </p:nvSpPr>
        <p:spPr>
          <a:xfrm xmlns:a="http://schemas.openxmlformats.org/drawingml/2006/main">
            <a:off x="3675540" y="3672019"/>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用于焊接后的电子元器件不良检测</a:t>
            </a:r>
          </a:p>
        </p:txBody>
      </p:sp>
      <p:sp>
        <p:nvSpPr>
          <p:cNvPr id="110" name="pdf-text-0110">
            <a:extLst xmlns:a="http://schemas.openxmlformats.org/drawingml/2006/main">
              <a:ext uri="{FF2B5EF4-FFF2-40B4-BE49-F238E27FC236}">
                <a16:creationId xmlns:a16="http://schemas.microsoft.com/office/drawing/2014/main" id="{2BB3B7C6-652A-4B0F-9729-50F6527DB098}"/>
              </a:ext>
            </a:extLst>
          </p:cNvPr>
          <p:cNvSpPr>
            <a:spLocks xmlns:a="http://schemas.openxmlformats.org/drawingml/2006/main" noGrp="1"/>
          </p:cNvSpPr>
          <p:nvPr/>
        </p:nvSpPr>
        <p:spPr>
          <a:xfrm xmlns:a="http://schemas.openxmlformats.org/drawingml/2006/main">
            <a:off x="1348481" y="3896724"/>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终检</a:t>
            </a:r>
          </a:p>
        </p:txBody>
      </p:sp>
      <p:sp>
        <p:nvSpPr>
          <p:cNvPr id="111" name="pdf-text-0111">
            <a:extLst xmlns:a="http://schemas.openxmlformats.org/drawingml/2006/main">
              <a:ext uri="{FF2B5EF4-FFF2-40B4-BE49-F238E27FC236}">
                <a16:creationId xmlns:a16="http://schemas.microsoft.com/office/drawing/2014/main" id="{D780244C-169A-4F91-A635-8613D4506422}"/>
              </a:ext>
            </a:extLst>
          </p:cNvPr>
          <p:cNvSpPr>
            <a:spLocks xmlns:a="http://schemas.openxmlformats.org/drawingml/2006/main" noGrp="1"/>
          </p:cNvSpPr>
          <p:nvPr/>
        </p:nvSpPr>
        <p:spPr>
          <a:xfrm xmlns:a="http://schemas.openxmlformats.org/drawingml/2006/main">
            <a:off x="3561240" y="3896724"/>
            <a:ext cx="2552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用于正反面PCB板及焊接元件出货终检</a:t>
            </a:r>
          </a:p>
        </p:txBody>
      </p:sp>
      <p:sp>
        <p:nvSpPr>
          <p:cNvPr id="112" name="pdf-text-0112">
            <a:extLst xmlns:a="http://schemas.openxmlformats.org/drawingml/2006/main">
              <a:ext uri="{FF2B5EF4-FFF2-40B4-BE49-F238E27FC236}">
                <a16:creationId xmlns:a16="http://schemas.microsoft.com/office/drawing/2014/main" id="{F8DE66C7-F9BF-48DA-B71F-B54A84B29CE7}"/>
              </a:ext>
            </a:extLst>
          </p:cNvPr>
          <p:cNvSpPr>
            <a:spLocks xmlns:a="http://schemas.openxmlformats.org/drawingml/2006/main" noGrp="1"/>
          </p:cNvSpPr>
          <p:nvPr/>
        </p:nvSpPr>
        <p:spPr>
          <a:xfrm xmlns:a="http://schemas.openxmlformats.org/drawingml/2006/main">
            <a:off x="1386581" y="412142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DIP</a:t>
            </a:r>
          </a:p>
        </p:txBody>
      </p:sp>
      <p:sp>
        <p:nvSpPr>
          <p:cNvPr id="113" name="pdf-text-0113">
            <a:extLst xmlns:a="http://schemas.openxmlformats.org/drawingml/2006/main">
              <a:ext uri="{FF2B5EF4-FFF2-40B4-BE49-F238E27FC236}">
                <a16:creationId xmlns:a16="http://schemas.microsoft.com/office/drawing/2014/main" id="{AFB82137-0D75-4EFE-A156-E487ACD3B79B}"/>
              </a:ext>
            </a:extLst>
          </p:cNvPr>
          <p:cNvSpPr>
            <a:spLocks xmlns:a="http://schemas.openxmlformats.org/drawingml/2006/main" noGrp="1"/>
          </p:cNvSpPr>
          <p:nvPr/>
        </p:nvSpPr>
        <p:spPr>
          <a:xfrm xmlns:a="http://schemas.openxmlformats.org/drawingml/2006/main">
            <a:off x="3446940" y="4121429"/>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用于插件元器件焊接后的正反面不良检测</a:t>
            </a:r>
          </a:p>
        </p:txBody>
      </p:sp>
      <p:sp>
        <p:nvSpPr>
          <p:cNvPr id="114" name="pdf-vector-0114">
            <a:extLst xmlns:a="http://schemas.openxmlformats.org/drawingml/2006/main">
              <a:ext uri="{FF2B5EF4-FFF2-40B4-BE49-F238E27FC236}">
                <a16:creationId xmlns:a16="http://schemas.microsoft.com/office/drawing/2014/main" id="{E82D144C-F318-4842-AB2B-129FC6496B24}"/>
              </a:ext>
            </a:extLst>
          </p:cNvPr>
          <p:cNvSpPr>
            <a:spLocks xmlns:a="http://schemas.openxmlformats.org/drawingml/2006/main" noGrp="1"/>
          </p:cNvSpPr>
          <p:nvPr/>
        </p:nvSpPr>
        <p:spPr>
          <a:xfrm xmlns:a="http://schemas.openxmlformats.org/drawingml/2006/main">
            <a:off x="1120661" y="1553845"/>
            <a:ext cx="900646" cy="1101026"/>
          </a:xfrm>
          <a:prstGeom xmlns:a="http://schemas.openxmlformats.org/drawingml/2006/main" prst="rect">
            <a:avLst/>
          </a:prstGeom>
          <a:noFill xmlns:a="http://schemas.openxmlformats.org/drawingml/2006/main"/>
          <a:ln xmlns:a="http://schemas.openxmlformats.org/drawingml/2006/main" w="25400">
            <a:solidFill>
              <a:srgbClr val="FF0000"/>
            </a:solidFill>
            <a:prstDash val="solid"/>
          </a:ln>
        </p:spPr>
      </p:sp>
      <p:sp>
        <p:nvSpPr>
          <p:cNvPr id="115" name="pdf-vector-0115">
            <a:extLst xmlns:a="http://schemas.openxmlformats.org/drawingml/2006/main">
              <a:ext uri="{FF2B5EF4-FFF2-40B4-BE49-F238E27FC236}">
                <a16:creationId xmlns:a16="http://schemas.microsoft.com/office/drawing/2014/main" id="{F5E60BB4-A02C-4656-8979-F84DE9C0802A}"/>
              </a:ext>
            </a:extLst>
          </p:cNvPr>
          <p:cNvSpPr>
            <a:spLocks xmlns:a="http://schemas.openxmlformats.org/drawingml/2006/main" noGrp="1"/>
          </p:cNvSpPr>
          <p:nvPr/>
        </p:nvSpPr>
        <p:spPr>
          <a:xfrm xmlns:a="http://schemas.openxmlformats.org/drawingml/2006/main">
            <a:off x="2916149" y="1562951"/>
            <a:ext cx="900646" cy="1101026"/>
          </a:xfrm>
          <a:prstGeom xmlns:a="http://schemas.openxmlformats.org/drawingml/2006/main" prst="rect">
            <a:avLst/>
          </a:prstGeom>
          <a:noFill xmlns:a="http://schemas.openxmlformats.org/drawingml/2006/main"/>
          <a:ln xmlns:a="http://schemas.openxmlformats.org/drawingml/2006/main" w="25400">
            <a:solidFill>
              <a:srgbClr val="FF0000"/>
            </a:solidFill>
            <a:prstDash val="solid"/>
          </a:ln>
        </p:spPr>
      </p:sp>
      <p:sp>
        <p:nvSpPr>
          <p:cNvPr id="116" name="pdf-vector-0116">
            <a:extLst xmlns:a="http://schemas.openxmlformats.org/drawingml/2006/main">
              <a:ext uri="{FF2B5EF4-FFF2-40B4-BE49-F238E27FC236}">
                <a16:creationId xmlns:a16="http://schemas.microsoft.com/office/drawing/2014/main" id="{EAF4ABE4-FA49-4465-8BE3-20A35DC36C5F}"/>
              </a:ext>
            </a:extLst>
          </p:cNvPr>
          <p:cNvSpPr>
            <a:spLocks xmlns:a="http://schemas.openxmlformats.org/drawingml/2006/main" noGrp="1"/>
          </p:cNvSpPr>
          <p:nvPr/>
        </p:nvSpPr>
        <p:spPr>
          <a:xfrm xmlns:a="http://schemas.openxmlformats.org/drawingml/2006/main">
            <a:off x="5559933" y="1553845"/>
            <a:ext cx="1444244" cy="1101026"/>
          </a:xfrm>
          <a:prstGeom xmlns:a="http://schemas.openxmlformats.org/drawingml/2006/main" prst="rect">
            <a:avLst/>
          </a:prstGeom>
          <a:noFill xmlns:a="http://schemas.openxmlformats.org/drawingml/2006/main"/>
          <a:ln xmlns:a="http://schemas.openxmlformats.org/drawingml/2006/main" w="25400">
            <a:solidFill>
              <a:srgbClr val="FF0000"/>
            </a:solidFill>
            <a:prstDash val="solid"/>
          </a:ln>
        </p:spPr>
      </p:sp>
      <p:pic>
        <p:nvPicPr>
          <p:cNvPr id="234" name=""/>
          <p:cNvPicPr>
            <a:picLocks xmlns:a="http://schemas.openxmlformats.org/drawingml/2006/main" noChangeAspect="1"/>
          </p:cNvPicPr>
          <p:nvPr/>
        </p:nvPicPr>
        <p:blipFill>
          <a:blip xmlns:r="http://schemas.openxmlformats.org/officeDocument/2006/relationships" xmlns:a="http://schemas.openxmlformats.org/drawingml/2006/main" r:embed="Re07503997b004c55"/>
          <a:srcRect xmlns:a="http://schemas.openxmlformats.org/drawingml/2006/main" l="0" t="0" r="0" b="0"/>
          <a:stretch xmlns:a="http://schemas.openxmlformats.org/drawingml/2006/main">
            <a:fillRect l="0" t="0" r="0" b="0"/>
          </a:stretch>
        </p:blipFill>
        <p:spPr>
          <a:xfrm xmlns:a="http://schemas.openxmlformats.org/drawingml/2006/main">
            <a:off x="1219913" y="4622742"/>
            <a:ext cx="4757375" cy="2119798"/>
          </a:xfrm>
          <a:prstGeom xmlns:a="http://schemas.openxmlformats.org/drawingml/2006/main" prst="rect">
            <a:avLst/>
          </a:prstGeom>
        </p:spPr>
      </p:pic>
    </p:spTree>
    <p:extLst>
      <p:ext uri="{BB962C8B-B14F-4D97-AF65-F5344CB8AC3E}">
        <p14:creationId xmlns:p14="http://schemas.microsoft.com/office/powerpoint/2010/main" val="82555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pdf-vector-0001">
            <a:extLst xmlns:a="http://schemas.openxmlformats.org/drawingml/2006/main">
              <a:ext uri="{FF2B5EF4-FFF2-40B4-BE49-F238E27FC236}">
                <a16:creationId xmlns:a16="http://schemas.microsoft.com/office/drawing/2014/main" id="{64AF9BA0-7B07-4280-90A5-5273E44574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text-0002">
            <a:extLst xmlns:a="http://schemas.openxmlformats.org/drawingml/2006/main">
              <a:ext uri="{FF2B5EF4-FFF2-40B4-BE49-F238E27FC236}">
                <a16:creationId xmlns:a16="http://schemas.microsoft.com/office/drawing/2014/main" id="{92D438BF-5427-4FC0-A58D-1A92D3B6C95C}"/>
              </a:ext>
            </a:extLst>
          </p:cNvPr>
          <p:cNvSpPr>
            <a:spLocks xmlns:a="http://schemas.openxmlformats.org/drawingml/2006/main" noGrp="1"/>
          </p:cNvSpPr>
          <p:nvPr/>
        </p:nvSpPr>
        <p:spPr>
          <a:xfrm xmlns:a="http://schemas.openxmlformats.org/drawingml/2006/main">
            <a:off x="594510" y="320541"/>
            <a:ext cx="9555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产品（</a:t>
            </a:r>
          </a:p>
        </p:txBody>
      </p:sp>
      <p:sp>
        <p:nvSpPr>
          <p:cNvPr id="3" name="pdf-text-0003">
            <a:extLst xmlns:a="http://schemas.openxmlformats.org/drawingml/2006/main">
              <a:ext uri="{FF2B5EF4-FFF2-40B4-BE49-F238E27FC236}">
                <a16:creationId xmlns:a16="http://schemas.microsoft.com/office/drawing/2014/main" id="{A408E126-BBBD-4266-B1B7-552A300F9109}"/>
              </a:ext>
            </a:extLst>
          </p:cNvPr>
          <p:cNvSpPr>
            <a:spLocks xmlns:a="http://schemas.openxmlformats.org/drawingml/2006/main" noGrp="1"/>
          </p:cNvSpPr>
          <p:nvPr/>
        </p:nvSpPr>
        <p:spPr>
          <a:xfrm xmlns:a="http://schemas.openxmlformats.org/drawingml/2006/main">
            <a:off x="15134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5</a:t>
            </a:r>
          </a:p>
        </p:txBody>
      </p:sp>
      <p:sp>
        <p:nvSpPr>
          <p:cNvPr id="4" name="pdf-text-0004">
            <a:extLst xmlns:a="http://schemas.openxmlformats.org/drawingml/2006/main">
              <a:ext uri="{FF2B5EF4-FFF2-40B4-BE49-F238E27FC236}">
                <a16:creationId xmlns:a16="http://schemas.microsoft.com/office/drawing/2014/main" id="{32CD5806-37E2-4D0D-9BEA-217B82678B6F}"/>
              </a:ext>
            </a:extLst>
          </p:cNvPr>
          <p:cNvSpPr>
            <a:spLocks xmlns:a="http://schemas.openxmlformats.org/drawingml/2006/main" noGrp="1"/>
          </p:cNvSpPr>
          <p:nvPr/>
        </p:nvSpPr>
        <p:spPr>
          <a:xfrm xmlns:a="http://schemas.openxmlformats.org/drawingml/2006/main">
            <a:off x="1665882" y="320541"/>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a:t>
            </a:r>
          </a:p>
        </p:txBody>
      </p:sp>
      <p:sp>
        <p:nvSpPr>
          <p:cNvPr id="5" name="pdf-text-0005">
            <a:extLst xmlns:a="http://schemas.openxmlformats.org/drawingml/2006/main">
              <a:ext uri="{FF2B5EF4-FFF2-40B4-BE49-F238E27FC236}">
                <a16:creationId xmlns:a16="http://schemas.microsoft.com/office/drawing/2014/main" id="{59A12A12-190A-4183-AAE8-1839E665021C}"/>
              </a:ext>
            </a:extLst>
          </p:cNvPr>
          <p:cNvSpPr>
            <a:spLocks xmlns:a="http://schemas.openxmlformats.org/drawingml/2006/main" noGrp="1"/>
          </p:cNvSpPr>
          <p:nvPr/>
        </p:nvSpPr>
        <p:spPr>
          <a:xfrm xmlns:a="http://schemas.openxmlformats.org/drawingml/2006/main">
            <a:off x="2275482" y="318978"/>
            <a:ext cx="120914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000000"/>
                </a:solidFill>
                <a:latin typeface="TimesNewRomanPSMT"/>
                <a:ea typeface="TimesNewRomanPSMT"/>
                <a:cs typeface="TimesNewRomanPSMT"/>
              </a:defRPr>
            </a:pPr>
            <a:r>
              <a:rPr sz="2400" b="1" i="0">
                <a:solidFill>
                  <a:srgbClr val="000000"/>
                </a:solidFill>
                <a:latin typeface="TimesNewRomanPSMT"/>
                <a:ea typeface="TimesNewRomanPSMT"/>
                <a:cs typeface="TimesNewRomanPSMT"/>
              </a:rPr>
              <a:t>HBM 3D</a:t>
            </a:r>
          </a:p>
        </p:txBody>
      </p:sp>
      <p:sp>
        <p:nvSpPr>
          <p:cNvPr id="6" name="pdf-text-0006">
            <a:extLst xmlns:a="http://schemas.openxmlformats.org/drawingml/2006/main">
              <a:ext uri="{FF2B5EF4-FFF2-40B4-BE49-F238E27FC236}">
                <a16:creationId xmlns:a16="http://schemas.microsoft.com/office/drawing/2014/main" id="{61F6AA56-0A7E-4DD6-ACAB-6B48F9D575DD}"/>
              </a:ext>
            </a:extLst>
          </p:cNvPr>
          <p:cNvSpPr>
            <a:spLocks xmlns:a="http://schemas.openxmlformats.org/drawingml/2006/main" noGrp="1"/>
          </p:cNvSpPr>
          <p:nvPr/>
        </p:nvSpPr>
        <p:spPr>
          <a:xfrm xmlns:a="http://schemas.openxmlformats.org/drawingml/2006/main">
            <a:off x="3445914" y="320541"/>
            <a:ext cx="278739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量测系列（研发中）</a:t>
            </a:r>
          </a:p>
        </p:txBody>
      </p:sp>
      <p:sp>
        <p:nvSpPr>
          <p:cNvPr id="7" name="pdf-vector-0007">
            <a:extLst xmlns:a="http://schemas.openxmlformats.org/drawingml/2006/main">
              <a:ext uri="{FF2B5EF4-FFF2-40B4-BE49-F238E27FC236}">
                <a16:creationId xmlns:a16="http://schemas.microsoft.com/office/drawing/2014/main" id="{22123417-2207-43C8-A335-F930B936405F}"/>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B1669210-BB55-4E4F-8B6A-F9907B738B04}"/>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2d23067f3e2e42e4"/>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58842833d624c96"/>
          <a:srcRect xmlns:a="http://schemas.openxmlformats.org/drawingml/2006/main" l="0" t="82" r="0" b="82"/>
          <a:stretch xmlns:a="http://schemas.openxmlformats.org/drawingml/2006/main">
            <a:fillRect l="0" t="0" r="0" b="0"/>
          </a:stretch>
        </p:blipFill>
        <p:spPr>
          <a:xfrm xmlns:a="http://schemas.openxmlformats.org/drawingml/2006/main">
            <a:off x="163830" y="2456815"/>
            <a:ext cx="852805" cy="906145"/>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2caa4d953dd84741">
            <a:extLst>
              <a:ext uri="{96DAC541-7B7A-43D3-8B79-37D633B846F1}">
                <asvg:svgBlip xmlns:asvg="http://schemas.microsoft.com/office/drawing/2016/SVG/main" r:embed="Rbd80f0fa7c3c419f"/>
              </a:ext>
            </a:extLst>
          </a:blip>
          <a:stretch xmlns:a="http://schemas.openxmlformats.org/drawingml/2006/main"/>
        </p:blipFill>
        <p:spPr>
          <a:xfrm xmlns:a="http://schemas.openxmlformats.org/drawingml/2006/main">
            <a:off x="1134341" y="2931415"/>
            <a:ext cx="768058" cy="255118"/>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71654295eee4099">
            <a:extLst>
              <a:ext uri="{96DAC541-7B7A-43D3-8B79-37D633B846F1}">
                <asvg:svgBlip xmlns:asvg="http://schemas.microsoft.com/office/drawing/2016/SVG/main" r:embed="R12c9595d3a034fa3"/>
              </a:ext>
            </a:extLst>
          </a:blip>
          <a:stretch xmlns:a="http://schemas.openxmlformats.org/drawingml/2006/main"/>
        </p:blipFill>
        <p:spPr>
          <a:xfrm xmlns:a="http://schemas.openxmlformats.org/drawingml/2006/main">
            <a:off x="1129726" y="2670072"/>
            <a:ext cx="768058" cy="255118"/>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8804e2e4a28b4fbd">
            <a:extLst>
              <a:ext uri="{96DAC541-7B7A-43D3-8B79-37D633B846F1}">
                <asvg:svgBlip xmlns:asvg="http://schemas.microsoft.com/office/drawing/2016/SVG/main" r:embed="Raa1a7fa36aa04533"/>
              </a:ext>
            </a:extLst>
          </a:blip>
          <a:stretch xmlns:a="http://schemas.openxmlformats.org/drawingml/2006/main"/>
        </p:blipFill>
        <p:spPr>
          <a:xfrm xmlns:a="http://schemas.openxmlformats.org/drawingml/2006/main">
            <a:off x="2069535" y="2969207"/>
            <a:ext cx="764870" cy="254203"/>
          </a:xfrm>
          <a:prstGeom xmlns:a="http://schemas.openxmlformats.org/drawingml/2006/main" prst="rect">
            <a:avLst/>
          </a:prstGeom>
        </p:spPr>
      </p:pic>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cd510a82c04641e3">
            <a:extLst>
              <a:ext uri="{96DAC541-7B7A-43D3-8B79-37D633B846F1}">
                <asvg:svgBlip xmlns:asvg="http://schemas.microsoft.com/office/drawing/2016/SVG/main" r:embed="R106fa87ccf6a4fa2"/>
              </a:ext>
            </a:extLst>
          </a:blip>
          <a:stretch xmlns:a="http://schemas.openxmlformats.org/drawingml/2006/main"/>
        </p:blipFill>
        <p:spPr>
          <a:xfrm xmlns:a="http://schemas.openxmlformats.org/drawingml/2006/main">
            <a:off x="2068901" y="2752672"/>
            <a:ext cx="764870" cy="254203"/>
          </a:xfrm>
          <a:prstGeom xmlns:a="http://schemas.openxmlformats.org/drawingml/2006/main" prst="rect">
            <a:avLst/>
          </a:prstGeom>
        </p:spPr>
      </p:pic>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4b1804f7e9e74580">
            <a:extLst>
              <a:ext uri="{96DAC541-7B7A-43D3-8B79-37D633B846F1}">
                <asvg:svgBlip xmlns:asvg="http://schemas.microsoft.com/office/drawing/2016/SVG/main" r:embed="R2912a36c54094af1"/>
              </a:ext>
            </a:extLst>
          </a:blip>
          <a:stretch xmlns:a="http://schemas.openxmlformats.org/drawingml/2006/main"/>
        </p:blipFill>
        <p:spPr>
          <a:xfrm xmlns:a="http://schemas.openxmlformats.org/drawingml/2006/main">
            <a:off x="3009499" y="2868779"/>
            <a:ext cx="764870" cy="254203"/>
          </a:xfrm>
          <a:prstGeom xmlns:a="http://schemas.openxmlformats.org/drawingml/2006/main" prst="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afd9127843b495a">
            <a:extLst>
              <a:ext uri="{96DAC541-7B7A-43D3-8B79-37D633B846F1}">
                <asvg:svgBlip xmlns:asvg="http://schemas.microsoft.com/office/drawing/2016/SVG/main" r:embed="R766ae28fe6c643d1"/>
              </a:ext>
            </a:extLst>
          </a:blip>
          <a:stretch xmlns:a="http://schemas.openxmlformats.org/drawingml/2006/main"/>
        </p:blipFill>
        <p:spPr>
          <a:xfrm xmlns:a="http://schemas.openxmlformats.org/drawingml/2006/main">
            <a:off x="3008864" y="2652245"/>
            <a:ext cx="764870" cy="254203"/>
          </a:xfrm>
          <a:prstGeom xmlns:a="http://schemas.openxmlformats.org/drawingml/2006/main" prst="rect">
            <a:avLst/>
          </a:prstGeom>
        </p:spPr>
      </p:pic>
      <p:sp>
        <p:nvSpPr>
          <p:cNvPr id="17" name="pdf-text-0017">
            <a:extLst xmlns:a="http://schemas.openxmlformats.org/drawingml/2006/main">
              <a:ext uri="{FF2B5EF4-FFF2-40B4-BE49-F238E27FC236}">
                <a16:creationId xmlns:a16="http://schemas.microsoft.com/office/drawing/2014/main" id="{7BADF2FD-91CD-4F3F-8075-8FE788CDD8D7}"/>
              </a:ext>
            </a:extLst>
          </p:cNvPr>
          <p:cNvSpPr>
            <a:spLocks xmlns:a="http://schemas.openxmlformats.org/drawingml/2006/main" noGrp="1"/>
          </p:cNvSpPr>
          <p:nvPr/>
        </p:nvSpPr>
        <p:spPr>
          <a:xfrm xmlns:a="http://schemas.openxmlformats.org/drawingml/2006/main">
            <a:off x="3323590" y="3225200"/>
            <a:ext cx="19861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1" i="0">
                <a:solidFill>
                  <a:srgbClr val="00B050"/>
                </a:solidFill>
                <a:latin typeface="Microsoft YaHei"/>
                <a:ea typeface="Microsoft YaHei"/>
                <a:cs typeface="Microsoft YaHei"/>
              </a:defRPr>
            </a:pPr>
            <a:r>
              <a:rPr sz="1800" b="1" i="0">
                <a:solidFill>
                  <a:srgbClr val="00B050"/>
                </a:solidFill>
                <a:latin typeface="Microsoft YaHei"/>
                <a:ea typeface="Microsoft YaHei"/>
                <a:cs typeface="Microsoft YaHei"/>
              </a:rPr>
              <a:t>√</a:t>
            </a:r>
          </a:p>
        </p:txBody>
      </p:sp>
      <p:sp>
        <p:nvSpPr>
          <p:cNvPr id="18" name="pdf-text-0018">
            <a:extLst xmlns:a="http://schemas.openxmlformats.org/drawingml/2006/main">
              <a:ext uri="{FF2B5EF4-FFF2-40B4-BE49-F238E27FC236}">
                <a16:creationId xmlns:a16="http://schemas.microsoft.com/office/drawing/2014/main" id="{07D5100D-2582-4AD6-923D-5F28268E1B4A}"/>
              </a:ext>
            </a:extLst>
          </p:cNvPr>
          <p:cNvSpPr>
            <a:spLocks xmlns:a="http://schemas.openxmlformats.org/drawingml/2006/main" noGrp="1"/>
          </p:cNvSpPr>
          <p:nvPr/>
        </p:nvSpPr>
        <p:spPr>
          <a:xfrm xmlns:a="http://schemas.openxmlformats.org/drawingml/2006/main">
            <a:off x="2364842" y="3228400"/>
            <a:ext cx="19861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1" i="0">
                <a:solidFill>
                  <a:srgbClr val="00B050"/>
                </a:solidFill>
                <a:latin typeface="Microsoft YaHei"/>
                <a:ea typeface="Microsoft YaHei"/>
                <a:cs typeface="Microsoft YaHei"/>
              </a:defRPr>
            </a:pPr>
            <a:r>
              <a:rPr sz="1800" b="1" i="0">
                <a:solidFill>
                  <a:srgbClr val="00B050"/>
                </a:solidFill>
                <a:latin typeface="Microsoft YaHei"/>
                <a:ea typeface="Microsoft YaHei"/>
                <a:cs typeface="Microsoft YaHei"/>
              </a:rPr>
              <a:t>√</a:t>
            </a:r>
          </a:p>
        </p:txBody>
      </p:sp>
      <p:sp>
        <p:nvSpPr>
          <p:cNvPr id="19" name="pdf-text-0019">
            <a:extLst xmlns:a="http://schemas.openxmlformats.org/drawingml/2006/main">
              <a:ext uri="{FF2B5EF4-FFF2-40B4-BE49-F238E27FC236}">
                <a16:creationId xmlns:a16="http://schemas.microsoft.com/office/drawing/2014/main" id="{175495D4-82FC-408F-9C8A-24D7911EB316}"/>
              </a:ext>
            </a:extLst>
          </p:cNvPr>
          <p:cNvSpPr>
            <a:spLocks xmlns:a="http://schemas.openxmlformats.org/drawingml/2006/main" noGrp="1"/>
          </p:cNvSpPr>
          <p:nvPr/>
        </p:nvSpPr>
        <p:spPr>
          <a:xfrm xmlns:a="http://schemas.openxmlformats.org/drawingml/2006/main">
            <a:off x="1402715" y="3218536"/>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0000"/>
                </a:solidFill>
                <a:latin typeface="SimSun"/>
                <a:ea typeface="SimSun"/>
                <a:cs typeface="SimSun"/>
              </a:defRPr>
            </a:pPr>
            <a:r>
              <a:rPr sz="1800" b="0" i="0">
                <a:solidFill>
                  <a:srgbClr val="FF0000"/>
                </a:solidFill>
                <a:latin typeface="SimSun"/>
                <a:ea typeface="SimSun"/>
                <a:cs typeface="SimSun"/>
              </a:rPr>
              <a:t>×</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987ec3ed268a47e2"/>
          <a:srcRect xmlns:a="http://schemas.openxmlformats.org/drawingml/2006/main" l="0" t="174" r="0" b="174"/>
          <a:stretch xmlns:a="http://schemas.openxmlformats.org/drawingml/2006/main">
            <a:fillRect l="0" t="0" r="0" b="0"/>
          </a:stretch>
        </p:blipFill>
        <p:spPr>
          <a:xfrm xmlns:a="http://schemas.openxmlformats.org/drawingml/2006/main">
            <a:off x="0" y="5340985"/>
            <a:ext cx="3873500" cy="1153160"/>
          </a:xfrm>
          <a:prstGeom xmlns:a="http://schemas.openxmlformats.org/drawingml/2006/main" prst="rect">
            <a:avLst/>
          </a:prstGeom>
        </p:spPr>
      </p:pic>
      <p:sp>
        <p:nvSpPr>
          <p:cNvPr id="21" name="pdf-vector-0021">
            <a:extLst xmlns:a="http://schemas.openxmlformats.org/drawingml/2006/main">
              <a:ext uri="{FF2B5EF4-FFF2-40B4-BE49-F238E27FC236}">
                <a16:creationId xmlns:a16="http://schemas.microsoft.com/office/drawing/2014/main" id="{5EAD1176-030C-4309-8CD9-F2531DEBF4E8}"/>
              </a:ext>
            </a:extLst>
          </p:cNvPr>
          <p:cNvSpPr>
            <a:spLocks xmlns:a="http://schemas.openxmlformats.org/drawingml/2006/main" noGrp="1"/>
          </p:cNvSpPr>
          <p:nvPr/>
        </p:nvSpPr>
        <p:spPr>
          <a:xfrm xmlns:a="http://schemas.openxmlformats.org/drawingml/2006/main">
            <a:off x="5715" y="3902075"/>
            <a:ext cx="3908425" cy="684530"/>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22" name="pdf-vector-0022">
            <a:extLst xmlns:a="http://schemas.openxmlformats.org/drawingml/2006/main">
              <a:ext uri="{FF2B5EF4-FFF2-40B4-BE49-F238E27FC236}">
                <a16:creationId xmlns:a16="http://schemas.microsoft.com/office/drawing/2014/main" id="{234733B8-ADC9-4722-9AFD-2160A2ACBD12}"/>
              </a:ext>
            </a:extLst>
          </p:cNvPr>
          <p:cNvSpPr>
            <a:spLocks xmlns:a="http://schemas.openxmlformats.org/drawingml/2006/main" noGrp="1"/>
          </p:cNvSpPr>
          <p:nvPr/>
        </p:nvSpPr>
        <p:spPr>
          <a:xfrm xmlns:a="http://schemas.openxmlformats.org/drawingml/2006/main">
            <a:off x="0" y="1101090"/>
            <a:ext cx="3914775" cy="740410"/>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23" name="pdf-vector-0023">
            <a:extLst xmlns:a="http://schemas.openxmlformats.org/drawingml/2006/main">
              <a:ext uri="{FF2B5EF4-FFF2-40B4-BE49-F238E27FC236}">
                <a16:creationId xmlns:a16="http://schemas.microsoft.com/office/drawing/2014/main" id="{313F8E28-A53F-49EC-BE9F-8210BDF97108}"/>
              </a:ext>
            </a:extLst>
          </p:cNvPr>
          <p:cNvSpPr>
            <a:spLocks xmlns:a="http://schemas.openxmlformats.org/drawingml/2006/main" noGrp="1"/>
          </p:cNvSpPr>
          <p:nvPr/>
        </p:nvSpPr>
        <p:spPr>
          <a:xfrm xmlns:a="http://schemas.openxmlformats.org/drawingml/2006/main">
            <a:off x="8427720" y="1077595"/>
            <a:ext cx="3764293" cy="805180"/>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sp>
        <p:nvSpPr>
          <p:cNvPr id="24" name="pdf-vector-0024">
            <a:extLst xmlns:a="http://schemas.openxmlformats.org/drawingml/2006/main">
              <a:ext uri="{FF2B5EF4-FFF2-40B4-BE49-F238E27FC236}">
                <a16:creationId xmlns:a16="http://schemas.microsoft.com/office/drawing/2014/main" id="{BF64BC80-A1D1-43BA-AE67-4EFACB2F4CCA}"/>
              </a:ext>
            </a:extLst>
          </p:cNvPr>
          <p:cNvSpPr>
            <a:spLocks xmlns:a="http://schemas.openxmlformats.org/drawingml/2006/main" noGrp="1"/>
          </p:cNvSpPr>
          <p:nvPr/>
        </p:nvSpPr>
        <p:spPr>
          <a:xfrm xmlns:a="http://schemas.openxmlformats.org/drawingml/2006/main">
            <a:off x="8425180" y="3937000"/>
            <a:ext cx="3759200" cy="718185"/>
          </a:xfrm>
          <a:prstGeom xmlns:a="http://schemas.openxmlformats.org/drawingml/2006/main" prst="rect">
            <a:avLst/>
          </a:prstGeom>
          <a:solidFill xmlns:a="http://schemas.openxmlformats.org/drawingml/2006/main">
            <a:srgbClr val="DBEEF4">
              <a:alpha val="70000"/>
            </a:srgbClr>
          </a:solidFill>
          <a:ln xmlns:a="http://schemas.openxmlformats.org/drawingml/2006/main" w="0">
            <a:noFill/>
            <a:prstDash val="solid"/>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0f5506742d584972"/>
          <a:srcRect xmlns:a="http://schemas.openxmlformats.org/drawingml/2006/main" l="19591" t="0" r="19591" b="0"/>
          <a:stretch xmlns:a="http://schemas.openxmlformats.org/drawingml/2006/main">
            <a:fillRect l="0" t="0" r="0" b="0"/>
          </a:stretch>
        </p:blipFill>
        <p:spPr>
          <a:xfrm xmlns:a="http://schemas.openxmlformats.org/drawingml/2006/main">
            <a:off x="3914775" y="1086485"/>
            <a:ext cx="4509770" cy="5388609"/>
          </a:xfrm>
          <a:prstGeom xmlns:a="http://schemas.openxmlformats.org/drawingml/2006/main" prst="rect">
            <a:avLst/>
          </a:prstGeom>
        </p:spPr>
      </p:pic>
      <p:sp>
        <p:nvSpPr>
          <p:cNvPr id="26" name="pdf-text-0026">
            <a:extLst xmlns:a="http://schemas.openxmlformats.org/drawingml/2006/main">
              <a:ext uri="{FF2B5EF4-FFF2-40B4-BE49-F238E27FC236}">
                <a16:creationId xmlns:a16="http://schemas.microsoft.com/office/drawing/2014/main" id="{22957239-3BFA-4F77-988F-7B96A65AFE29}"/>
              </a:ext>
            </a:extLst>
          </p:cNvPr>
          <p:cNvSpPr>
            <a:spLocks xmlns:a="http://schemas.openxmlformats.org/drawingml/2006/main" noGrp="1"/>
          </p:cNvSpPr>
          <p:nvPr/>
        </p:nvSpPr>
        <p:spPr>
          <a:xfrm xmlns:a="http://schemas.openxmlformats.org/drawingml/2006/main">
            <a:off x="9243695" y="1130338"/>
            <a:ext cx="1412487"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000000"/>
                </a:solidFill>
                <a:latin typeface="Calibri"/>
                <a:ea typeface="Calibri"/>
                <a:cs typeface="Calibri"/>
              </a:defRPr>
            </a:pPr>
            <a:r>
              <a:rPr sz="1596" b="1" i="0">
                <a:solidFill>
                  <a:srgbClr val="000000"/>
                </a:solidFill>
                <a:latin typeface="Calibri"/>
                <a:ea typeface="Calibri"/>
                <a:cs typeface="Calibri"/>
              </a:rPr>
              <a:t>Spectra-Nano3D</a:t>
            </a:r>
          </a:p>
        </p:txBody>
      </p:sp>
      <p:sp>
        <p:nvSpPr>
          <p:cNvPr id="27" name="pdf-text-0027">
            <a:extLst xmlns:a="http://schemas.openxmlformats.org/drawingml/2006/main">
              <a:ext uri="{FF2B5EF4-FFF2-40B4-BE49-F238E27FC236}">
                <a16:creationId xmlns:a16="http://schemas.microsoft.com/office/drawing/2014/main" id="{FD79DCEF-E080-4D22-8366-91DED396C67B}"/>
              </a:ext>
            </a:extLst>
          </p:cNvPr>
          <p:cNvSpPr>
            <a:spLocks xmlns:a="http://schemas.openxmlformats.org/drawingml/2006/main" noGrp="1"/>
          </p:cNvSpPr>
          <p:nvPr/>
        </p:nvSpPr>
        <p:spPr>
          <a:xfrm xmlns:a="http://schemas.openxmlformats.org/drawingml/2006/main">
            <a:off x="9265179" y="3968837"/>
            <a:ext cx="141248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000000"/>
                </a:solidFill>
                <a:latin typeface="Calibri"/>
                <a:ea typeface="Calibri"/>
                <a:cs typeface="Calibri"/>
              </a:defRPr>
            </a:pPr>
            <a:r>
              <a:rPr sz="1596" b="1" i="0">
                <a:solidFill>
                  <a:srgbClr val="000000"/>
                </a:solidFill>
                <a:latin typeface="Calibri"/>
                <a:ea typeface="Calibri"/>
                <a:cs typeface="Calibri"/>
              </a:rPr>
              <a:t>Spectra-Nano3D</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a9f1395c5efe46b1"/>
          <a:srcRect xmlns:a="http://schemas.openxmlformats.org/drawingml/2006/main" l="0" t="165" r="0" b="165"/>
          <a:stretch xmlns:a="http://schemas.openxmlformats.org/drawingml/2006/main">
            <a:fillRect l="0" t="0" r="0" b="0"/>
          </a:stretch>
        </p:blipFill>
        <p:spPr>
          <a:xfrm xmlns:a="http://schemas.openxmlformats.org/drawingml/2006/main">
            <a:off x="8545831" y="5382259"/>
            <a:ext cx="1096745" cy="1111349"/>
          </a:xfrm>
          <a:prstGeom xmlns:a="http://schemas.openxmlformats.org/drawingml/2006/main" prst="rect">
            <a:avLst/>
          </a:prstGeom>
        </p:spPr>
      </p:pic>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0c34169fcd604d6b"/>
          <a:srcRect xmlns:a="http://schemas.openxmlformats.org/drawingml/2006/main" l="23" t="0" r="23" b="0"/>
          <a:stretch xmlns:a="http://schemas.openxmlformats.org/drawingml/2006/main">
            <a:fillRect l="0" t="0" r="0" b="0"/>
          </a:stretch>
        </p:blipFill>
        <p:spPr>
          <a:xfrm xmlns:a="http://schemas.openxmlformats.org/drawingml/2006/main">
            <a:off x="9683125" y="5382259"/>
            <a:ext cx="1152893" cy="1109477"/>
          </a:xfrm>
          <a:prstGeom xmlns:a="http://schemas.openxmlformats.org/drawingml/2006/main" prst="rect">
            <a:avLst/>
          </a:prstGeom>
        </p:spPr>
      </p:pic>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0d9d09221d245d1"/>
          <a:srcRect xmlns:a="http://schemas.openxmlformats.org/drawingml/2006/main" l="0" t="132" r="0" b="132"/>
          <a:stretch xmlns:a="http://schemas.openxmlformats.org/drawingml/2006/main">
            <a:fillRect l="0" t="0" r="0" b="0"/>
          </a:stretch>
        </p:blipFill>
        <p:spPr>
          <a:xfrm xmlns:a="http://schemas.openxmlformats.org/drawingml/2006/main">
            <a:off x="10922110" y="5382259"/>
            <a:ext cx="1144089" cy="1116786"/>
          </a:xfrm>
          <a:prstGeom xmlns:a="http://schemas.openxmlformats.org/drawingml/2006/main" prst="rect">
            <a:avLst/>
          </a:prstGeom>
        </p:spPr>
      </p:pic>
      <p:sp>
        <p:nvSpPr>
          <p:cNvPr id="31" name="pdf-text-0031">
            <a:extLst xmlns:a="http://schemas.openxmlformats.org/drawingml/2006/main">
              <a:ext uri="{FF2B5EF4-FFF2-40B4-BE49-F238E27FC236}">
                <a16:creationId xmlns:a16="http://schemas.microsoft.com/office/drawing/2014/main" id="{D5D53C25-8FE1-4FDF-8519-70D8F368D087}"/>
              </a:ext>
            </a:extLst>
          </p:cNvPr>
          <p:cNvSpPr>
            <a:spLocks xmlns:a="http://schemas.openxmlformats.org/drawingml/2006/main" noGrp="1"/>
          </p:cNvSpPr>
          <p:nvPr/>
        </p:nvSpPr>
        <p:spPr>
          <a:xfrm xmlns:a="http://schemas.openxmlformats.org/drawingml/2006/main">
            <a:off x="9238615" y="4422463"/>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混合键合</a:t>
            </a:r>
          </a:p>
        </p:txBody>
      </p:sp>
      <p:sp>
        <p:nvSpPr>
          <p:cNvPr id="32" name="pdf-text-0032">
            <a:extLst xmlns:a="http://schemas.openxmlformats.org/drawingml/2006/main">
              <a:ext uri="{FF2B5EF4-FFF2-40B4-BE49-F238E27FC236}">
                <a16:creationId xmlns:a16="http://schemas.microsoft.com/office/drawing/2014/main" id="{4EC988BD-4545-4D7E-9660-FE79A07C67C5}"/>
              </a:ext>
            </a:extLst>
          </p:cNvPr>
          <p:cNvSpPr>
            <a:spLocks xmlns:a="http://schemas.openxmlformats.org/drawingml/2006/main" noGrp="1"/>
          </p:cNvSpPr>
          <p:nvPr/>
        </p:nvSpPr>
        <p:spPr>
          <a:xfrm xmlns:a="http://schemas.openxmlformats.org/drawingml/2006/main">
            <a:off x="9260789" y="163423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RDL/μ-bump</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882cbc1ec497440c"/>
          <a:srcRect xmlns:a="http://schemas.openxmlformats.org/drawingml/2006/main" l="22" t="0" r="22" b="0"/>
          <a:stretch xmlns:a="http://schemas.openxmlformats.org/drawingml/2006/main">
            <a:fillRect l="0" t="0" r="0" b="0"/>
          </a:stretch>
        </p:blipFill>
        <p:spPr>
          <a:xfrm xmlns:a="http://schemas.openxmlformats.org/drawingml/2006/main">
            <a:off x="8545830" y="2487930"/>
            <a:ext cx="1051560" cy="1033780"/>
          </a:xfrm>
          <a:prstGeom xmlns:a="http://schemas.openxmlformats.org/drawingml/2006/main" prst="rect">
            <a:avLst/>
          </a:prstGeom>
        </p:spPr>
      </p:pic>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abfe40be6c214b92"/>
          <a:srcRect xmlns:a="http://schemas.openxmlformats.org/drawingml/2006/main" l="139" t="0" r="139" b="0"/>
          <a:stretch xmlns:a="http://schemas.openxmlformats.org/drawingml/2006/main">
            <a:fillRect l="0" t="0" r="0" b="0"/>
          </a:stretch>
        </p:blipFill>
        <p:spPr>
          <a:xfrm xmlns:a="http://schemas.openxmlformats.org/drawingml/2006/main">
            <a:off x="10923270" y="2488566"/>
            <a:ext cx="923830" cy="1036113"/>
          </a:xfrm>
          <a:prstGeom xmlns:a="http://schemas.openxmlformats.org/drawingml/2006/main" prst="rect">
            <a:avLst/>
          </a:prstGeom>
        </p:spPr>
      </p:pic>
      <p:sp>
        <p:nvSpPr>
          <p:cNvPr id="35" name="pdf-text-0035">
            <a:extLst xmlns:a="http://schemas.openxmlformats.org/drawingml/2006/main">
              <a:ext uri="{FF2B5EF4-FFF2-40B4-BE49-F238E27FC236}">
                <a16:creationId xmlns:a16="http://schemas.microsoft.com/office/drawing/2014/main" id="{528351CF-B10B-486D-A12D-575FABE8D095}"/>
              </a:ext>
            </a:extLst>
          </p:cNvPr>
          <p:cNvSpPr>
            <a:spLocks xmlns:a="http://schemas.openxmlformats.org/drawingml/2006/main" noGrp="1"/>
          </p:cNvSpPr>
          <p:nvPr/>
        </p:nvSpPr>
        <p:spPr>
          <a:xfrm xmlns:a="http://schemas.openxmlformats.org/drawingml/2006/main">
            <a:off x="1361440" y="3939578"/>
            <a:ext cx="141248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000000"/>
                </a:solidFill>
                <a:latin typeface="Calibri"/>
                <a:ea typeface="Calibri"/>
                <a:cs typeface="Calibri"/>
              </a:defRPr>
            </a:pPr>
            <a:r>
              <a:rPr sz="1596" b="1" i="0">
                <a:solidFill>
                  <a:srgbClr val="000000"/>
                </a:solidFill>
                <a:latin typeface="Calibri"/>
                <a:ea typeface="Calibri"/>
                <a:cs typeface="Calibri"/>
              </a:rPr>
              <a:t>Spectra-Nano3D</a:t>
            </a:r>
          </a:p>
        </p:txBody>
      </p:sp>
      <p:sp>
        <p:nvSpPr>
          <p:cNvPr id="36" name="pdf-text-0036">
            <a:extLst xmlns:a="http://schemas.openxmlformats.org/drawingml/2006/main">
              <a:ext uri="{FF2B5EF4-FFF2-40B4-BE49-F238E27FC236}">
                <a16:creationId xmlns:a16="http://schemas.microsoft.com/office/drawing/2014/main" id="{87FA11AD-3220-45EE-AEBE-842003A8BF0D}"/>
              </a:ext>
            </a:extLst>
          </p:cNvPr>
          <p:cNvSpPr>
            <a:spLocks xmlns:a="http://schemas.openxmlformats.org/drawingml/2006/main" noGrp="1"/>
          </p:cNvSpPr>
          <p:nvPr/>
        </p:nvSpPr>
        <p:spPr>
          <a:xfrm xmlns:a="http://schemas.openxmlformats.org/drawingml/2006/main">
            <a:off x="1343660" y="4367853"/>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晶圆翘曲</a:t>
            </a:r>
          </a:p>
        </p:txBody>
      </p:sp>
      <p:sp>
        <p:nvSpPr>
          <p:cNvPr id="37" name="pdf-text-0037">
            <a:extLst xmlns:a="http://schemas.openxmlformats.org/drawingml/2006/main">
              <a:ext uri="{FF2B5EF4-FFF2-40B4-BE49-F238E27FC236}">
                <a16:creationId xmlns:a16="http://schemas.microsoft.com/office/drawing/2014/main" id="{2F4B072F-E2A0-4D41-A595-82EB64908443}"/>
              </a:ext>
            </a:extLst>
          </p:cNvPr>
          <p:cNvSpPr>
            <a:spLocks xmlns:a="http://schemas.openxmlformats.org/drawingml/2006/main" noGrp="1"/>
          </p:cNvSpPr>
          <p:nvPr/>
        </p:nvSpPr>
        <p:spPr>
          <a:xfrm xmlns:a="http://schemas.openxmlformats.org/drawingml/2006/main">
            <a:off x="1392555" y="1136053"/>
            <a:ext cx="141248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000000"/>
                </a:solidFill>
                <a:latin typeface="Calibri"/>
                <a:ea typeface="Calibri"/>
                <a:cs typeface="Calibri"/>
              </a:defRPr>
            </a:pPr>
            <a:r>
              <a:rPr sz="1596" b="1" i="0">
                <a:solidFill>
                  <a:srgbClr val="000000"/>
                </a:solidFill>
                <a:latin typeface="Calibri"/>
                <a:ea typeface="Calibri"/>
                <a:cs typeface="Calibri"/>
              </a:rPr>
              <a:t>Spectra-Nano3D</a:t>
            </a:r>
          </a:p>
        </p:txBody>
      </p:sp>
      <p:sp>
        <p:nvSpPr>
          <p:cNvPr id="38" name="pdf-text-0038">
            <a:extLst xmlns:a="http://schemas.openxmlformats.org/drawingml/2006/main">
              <a:ext uri="{FF2B5EF4-FFF2-40B4-BE49-F238E27FC236}">
                <a16:creationId xmlns:a16="http://schemas.microsoft.com/office/drawing/2014/main" id="{FD643514-6CA8-47F9-B78D-280BB07B0953}"/>
              </a:ext>
            </a:extLst>
          </p:cNvPr>
          <p:cNvSpPr>
            <a:spLocks xmlns:a="http://schemas.openxmlformats.org/drawingml/2006/main" noGrp="1"/>
          </p:cNvSpPr>
          <p:nvPr/>
        </p:nvSpPr>
        <p:spPr>
          <a:xfrm xmlns:a="http://schemas.openxmlformats.org/drawingml/2006/main">
            <a:off x="1391285" y="1618938"/>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芯片翘曲</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0c2a2d111e914b94"/>
          <a:srcRect xmlns:a="http://schemas.openxmlformats.org/drawingml/2006/main" l="0" t="91" r="0" b="91"/>
          <a:stretch xmlns:a="http://schemas.openxmlformats.org/drawingml/2006/main">
            <a:fillRect l="0" t="0" r="0" b="0"/>
          </a:stretch>
        </p:blipFill>
        <p:spPr>
          <a:xfrm xmlns:a="http://schemas.openxmlformats.org/drawingml/2006/main">
            <a:off x="9808843" y="2459991"/>
            <a:ext cx="901700" cy="1064260"/>
          </a:xfrm>
          <a:prstGeom xmlns:a="http://schemas.openxmlformats.org/drawingml/2006/main" prst="rect">
            <a:avLst/>
          </a:prstGeom>
        </p:spPr>
      </p:pic>
    </p:spTree>
    <p:extLst>
      <p:ext uri="{BB962C8B-B14F-4D97-AF65-F5344CB8AC3E}">
        <p14:creationId xmlns:p14="http://schemas.microsoft.com/office/powerpoint/2010/main" val="1288844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df-vector-0001">
            <a:extLst xmlns:a="http://schemas.openxmlformats.org/drawingml/2006/main">
              <a:ext uri="{FF2B5EF4-FFF2-40B4-BE49-F238E27FC236}">
                <a16:creationId xmlns:a16="http://schemas.microsoft.com/office/drawing/2014/main" id="{B9ADF0EB-E7E0-4024-AF89-733A1E9EFB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d5398b160d843ea"/>
          <a:srcRect xmlns:a="http://schemas.openxmlformats.org/drawingml/2006/main" l="0" t="0" r="0" b="0"/>
          <a:stretch xmlns:a="http://schemas.openxmlformats.org/drawingml/2006/main">
            <a:fillRect l="0" t="0" r="0" b="0"/>
          </a:stretch>
        </p:blipFill>
        <p:spPr>
          <a:xfrm xmlns:a="http://schemas.openxmlformats.org/drawingml/2006/main">
            <a:off x="673100" y="1054100"/>
            <a:ext cx="2895600" cy="38100"/>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4426c5faee954648"/>
          <a:srcRect xmlns:a="http://schemas.openxmlformats.org/drawingml/2006/main" l="0" t="0" r="0" b="0"/>
          <a:stretch xmlns:a="http://schemas.openxmlformats.org/drawingml/2006/main">
            <a:fillRect l="0" t="0" r="0" b="0"/>
          </a:stretch>
        </p:blipFill>
        <p:spPr>
          <a:xfrm xmlns:a="http://schemas.openxmlformats.org/drawingml/2006/main">
            <a:off x="8394700" y="1041400"/>
            <a:ext cx="2895600" cy="38100"/>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189b5f800be04f76"/>
          <a:srcRect xmlns:a="http://schemas.openxmlformats.org/drawingml/2006/main" l="0" t="0" r="0" b="0"/>
          <a:stretch xmlns:a="http://schemas.openxmlformats.org/drawingml/2006/main">
            <a:fillRect l="0" t="0" r="0" b="0"/>
          </a:stretch>
        </p:blipFill>
        <p:spPr>
          <a:xfrm xmlns:a="http://schemas.openxmlformats.org/drawingml/2006/main">
            <a:off x="355600" y="2628900"/>
            <a:ext cx="3898900" cy="41910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830d8219ea94127"/>
          <a:srcRect xmlns:a="http://schemas.openxmlformats.org/drawingml/2006/main" l="0" t="0" r="0" b="0"/>
          <a:stretch xmlns:a="http://schemas.openxmlformats.org/drawingml/2006/main">
            <a:fillRect l="0" t="0" r="0" b="0"/>
          </a:stretch>
        </p:blipFill>
        <p:spPr>
          <a:xfrm xmlns:a="http://schemas.openxmlformats.org/drawingml/2006/main">
            <a:off x="355600" y="2628900"/>
            <a:ext cx="3898900" cy="419100"/>
          </a:xfrm>
          <a:prstGeom xmlns:a="http://schemas.openxmlformats.org/drawingml/2006/main" prst="rect">
            <a:avLst/>
          </a:prstGeom>
        </p:spPr>
      </p:pic>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2d36f3ba2c2d4b45"/>
          <a:srcRect xmlns:a="http://schemas.openxmlformats.org/drawingml/2006/main" l="0" t="0" r="0" b="0"/>
          <a:stretch xmlns:a="http://schemas.openxmlformats.org/drawingml/2006/main">
            <a:fillRect l="0" t="0" r="0" b="0"/>
          </a:stretch>
        </p:blipFill>
        <p:spPr>
          <a:xfrm xmlns:a="http://schemas.openxmlformats.org/drawingml/2006/main">
            <a:off x="6934200" y="1854200"/>
            <a:ext cx="4622800" cy="1193800"/>
          </a:xfrm>
          <a:prstGeom xmlns:a="http://schemas.openxmlformats.org/drawingml/2006/main" prst="rect">
            <a:avLst/>
          </a:prstGeom>
        </p:spPr>
      </p:pic>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80df1d7203574d80"/>
          <a:srcRect xmlns:a="http://schemas.openxmlformats.org/drawingml/2006/main" l="0" t="0" r="0" b="0"/>
          <a:stretch xmlns:a="http://schemas.openxmlformats.org/drawingml/2006/main">
            <a:fillRect l="0" t="0" r="0" b="0"/>
          </a:stretch>
        </p:blipFill>
        <p:spPr>
          <a:xfrm xmlns:a="http://schemas.openxmlformats.org/drawingml/2006/main">
            <a:off x="6934200" y="1854200"/>
            <a:ext cx="4622800" cy="1193800"/>
          </a:xfrm>
          <a:prstGeom xmlns:a="http://schemas.openxmlformats.org/drawingml/2006/main" prst="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90c0fa57d604717"/>
          <a:srcRect xmlns:a="http://schemas.openxmlformats.org/drawingml/2006/main" l="0" t="0" r="0" b="0"/>
          <a:stretch xmlns:a="http://schemas.openxmlformats.org/drawingml/2006/main">
            <a:fillRect l="0" t="0" r="0" b="0"/>
          </a:stretch>
        </p:blipFill>
        <p:spPr>
          <a:xfrm xmlns:a="http://schemas.openxmlformats.org/drawingml/2006/main">
            <a:off x="5092700" y="3975100"/>
            <a:ext cx="571500" cy="469900"/>
          </a:xfrm>
          <a:prstGeom xmlns:a="http://schemas.openxmlformats.org/drawingml/2006/main" prst="rect">
            <a:avLst/>
          </a:prstGeom>
        </p:spPr>
      </p:pic>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8669365f4ef744f1"/>
          <a:srcRect xmlns:a="http://schemas.openxmlformats.org/drawingml/2006/main" l="0" t="0" r="0" b="0"/>
          <a:stretch xmlns:a="http://schemas.openxmlformats.org/drawingml/2006/main">
            <a:fillRect l="0" t="0" r="0" b="0"/>
          </a:stretch>
        </p:blipFill>
        <p:spPr>
          <a:xfrm xmlns:a="http://schemas.openxmlformats.org/drawingml/2006/main">
            <a:off x="355600" y="5105400"/>
            <a:ext cx="3898900" cy="431800"/>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1519982aec1d4fee"/>
          <a:srcRect xmlns:a="http://schemas.openxmlformats.org/drawingml/2006/main" l="0" t="0" r="0" b="0"/>
          <a:stretch xmlns:a="http://schemas.openxmlformats.org/drawingml/2006/main">
            <a:fillRect l="0" t="0" r="0" b="0"/>
          </a:stretch>
        </p:blipFill>
        <p:spPr>
          <a:xfrm xmlns:a="http://schemas.openxmlformats.org/drawingml/2006/main">
            <a:off x="355600" y="5105400"/>
            <a:ext cx="3898900" cy="431800"/>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5a96c8f40df4f29"/>
          <a:srcRect xmlns:a="http://schemas.openxmlformats.org/drawingml/2006/main" l="0" t="0" r="0" b="0"/>
          <a:stretch xmlns:a="http://schemas.openxmlformats.org/drawingml/2006/main">
            <a:fillRect l="0" t="0" r="0" b="0"/>
          </a:stretch>
        </p:blipFill>
        <p:spPr>
          <a:xfrm xmlns:a="http://schemas.openxmlformats.org/drawingml/2006/main">
            <a:off x="6934200" y="4826000"/>
            <a:ext cx="4635500" cy="914400"/>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763d888d4b9f4233"/>
          <a:srcRect xmlns:a="http://schemas.openxmlformats.org/drawingml/2006/main" l="0" t="0" r="0" b="0"/>
          <a:stretch xmlns:a="http://schemas.openxmlformats.org/drawingml/2006/main">
            <a:fillRect l="0" t="0" r="0" b="0"/>
          </a:stretch>
        </p:blipFill>
        <p:spPr>
          <a:xfrm xmlns:a="http://schemas.openxmlformats.org/drawingml/2006/main">
            <a:off x="6934200" y="4826000"/>
            <a:ext cx="4635500" cy="914400"/>
          </a:xfrm>
          <a:prstGeom xmlns:a="http://schemas.openxmlformats.org/drawingml/2006/main" prst="rect">
            <a:avLst/>
          </a:prstGeom>
        </p:spPr>
      </p:pic>
      <p:sp>
        <p:nvSpPr>
          <p:cNvPr id="13" name="pdf-vector-0013">
            <a:extLst xmlns:a="http://schemas.openxmlformats.org/drawingml/2006/main">
              <a:ext uri="{FF2B5EF4-FFF2-40B4-BE49-F238E27FC236}">
                <a16:creationId xmlns:a16="http://schemas.microsoft.com/office/drawing/2014/main" id="{D470B70E-D16D-4645-8547-B3BF565006F3}"/>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14" name="pdf-vector-0014">
            <a:extLst xmlns:a="http://schemas.openxmlformats.org/drawingml/2006/main">
              <a:ext uri="{FF2B5EF4-FFF2-40B4-BE49-F238E27FC236}">
                <a16:creationId xmlns:a16="http://schemas.microsoft.com/office/drawing/2014/main" id="{C0910F89-2D9D-4880-9B18-DF4A5FB05A3E}"/>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15" name="pdf-text-0015">
            <a:extLst xmlns:a="http://schemas.openxmlformats.org/drawingml/2006/main">
              <a:ext uri="{FF2B5EF4-FFF2-40B4-BE49-F238E27FC236}">
                <a16:creationId xmlns:a16="http://schemas.microsoft.com/office/drawing/2014/main" id="{C543A2B3-ADAB-4512-A647-A07A0A67FE1F}"/>
              </a:ext>
            </a:extLst>
          </p:cNvPr>
          <p:cNvSpPr>
            <a:spLocks xmlns:a="http://schemas.openxmlformats.org/drawingml/2006/main" noGrp="1"/>
          </p:cNvSpPr>
          <p:nvPr/>
        </p:nvSpPr>
        <p:spPr>
          <a:xfrm xmlns:a="http://schemas.openxmlformats.org/drawingml/2006/main">
            <a:off x="594510" y="320541"/>
            <a:ext cx="15666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技术优势（</a:t>
            </a:r>
          </a:p>
        </p:txBody>
      </p:sp>
      <p:sp>
        <p:nvSpPr>
          <p:cNvPr id="16" name="pdf-text-0016">
            <a:extLst xmlns:a="http://schemas.openxmlformats.org/drawingml/2006/main">
              <a:ext uri="{FF2B5EF4-FFF2-40B4-BE49-F238E27FC236}">
                <a16:creationId xmlns:a16="http://schemas.microsoft.com/office/drawing/2014/main" id="{5F77312A-3979-4305-AA7D-B94ECEBC8352}"/>
              </a:ext>
            </a:extLst>
          </p:cNvPr>
          <p:cNvSpPr>
            <a:spLocks xmlns:a="http://schemas.openxmlformats.org/drawingml/2006/main" noGrp="1"/>
          </p:cNvSpPr>
          <p:nvPr/>
        </p:nvSpPr>
        <p:spPr>
          <a:xfrm xmlns:a="http://schemas.openxmlformats.org/drawingml/2006/main">
            <a:off x="21230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212121"/>
                </a:solidFill>
                <a:latin typeface="TimesNewRomanPSMT"/>
                <a:ea typeface="TimesNewRomanPSMT"/>
                <a:cs typeface="TimesNewRomanPSMT"/>
              </a:defRPr>
            </a:pPr>
            <a:r>
              <a:rPr sz="2400" b="1" i="0">
                <a:solidFill>
                  <a:srgbClr val="212121"/>
                </a:solidFill>
                <a:latin typeface="TimesNewRomanPSMT"/>
                <a:ea typeface="TimesNewRomanPSMT"/>
                <a:cs typeface="TimesNewRomanPSMT"/>
              </a:rPr>
              <a:t>1</a:t>
            </a:r>
          </a:p>
        </p:txBody>
      </p:sp>
      <p:sp>
        <p:nvSpPr>
          <p:cNvPr id="17" name="pdf-text-0017">
            <a:extLst xmlns:a="http://schemas.openxmlformats.org/drawingml/2006/main">
              <a:ext uri="{FF2B5EF4-FFF2-40B4-BE49-F238E27FC236}">
                <a16:creationId xmlns:a16="http://schemas.microsoft.com/office/drawing/2014/main" id="{D02E7A56-BF35-4ABE-9CCE-1BEA4D8B2C59}"/>
              </a:ext>
            </a:extLst>
          </p:cNvPr>
          <p:cNvSpPr>
            <a:spLocks xmlns:a="http://schemas.openxmlformats.org/drawingml/2006/main" noGrp="1"/>
          </p:cNvSpPr>
          <p:nvPr/>
        </p:nvSpPr>
        <p:spPr>
          <a:xfrm xmlns:a="http://schemas.openxmlformats.org/drawingml/2006/main">
            <a:off x="2275482" y="320541"/>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a:t>
            </a:r>
          </a:p>
        </p:txBody>
      </p:sp>
      <p:sp>
        <p:nvSpPr>
          <p:cNvPr id="18" name="pdf-text-0018">
            <a:extLst xmlns:a="http://schemas.openxmlformats.org/drawingml/2006/main">
              <a:ext uri="{FF2B5EF4-FFF2-40B4-BE49-F238E27FC236}">
                <a16:creationId xmlns:a16="http://schemas.microsoft.com/office/drawing/2014/main" id="{E3DB66CB-F2DE-4486-A17E-5D0C55795294}"/>
              </a:ext>
            </a:extLst>
          </p:cNvPr>
          <p:cNvSpPr>
            <a:spLocks xmlns:a="http://schemas.openxmlformats.org/drawingml/2006/main" noGrp="1"/>
          </p:cNvSpPr>
          <p:nvPr/>
        </p:nvSpPr>
        <p:spPr>
          <a:xfrm xmlns:a="http://schemas.openxmlformats.org/drawingml/2006/main">
            <a:off x="2885082" y="318978"/>
            <a:ext cx="41056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212121"/>
                </a:solidFill>
                <a:latin typeface="TimesNewRomanPSMT"/>
                <a:ea typeface="TimesNewRomanPSMT"/>
                <a:cs typeface="TimesNewRomanPSMT"/>
              </a:defRPr>
            </a:pPr>
            <a:r>
              <a:rPr sz="2400" b="1" i="0">
                <a:solidFill>
                  <a:srgbClr val="212121"/>
                </a:solidFill>
                <a:latin typeface="TimesNewRomanPSMT"/>
                <a:ea typeface="TimesNewRomanPSMT"/>
                <a:cs typeface="TimesNewRomanPSMT"/>
              </a:rPr>
              <a:t>3D</a:t>
            </a:r>
          </a:p>
        </p:txBody>
      </p:sp>
      <p:sp>
        <p:nvSpPr>
          <p:cNvPr id="19" name="pdf-text-0019">
            <a:extLst xmlns:a="http://schemas.openxmlformats.org/drawingml/2006/main">
              <a:ext uri="{FF2B5EF4-FFF2-40B4-BE49-F238E27FC236}">
                <a16:creationId xmlns:a16="http://schemas.microsoft.com/office/drawing/2014/main" id="{DB697282-37DC-480B-9F9D-404BEC5D8D35}"/>
              </a:ext>
            </a:extLst>
          </p:cNvPr>
          <p:cNvSpPr>
            <a:spLocks xmlns:a="http://schemas.openxmlformats.org/drawingml/2006/main" noGrp="1"/>
          </p:cNvSpPr>
          <p:nvPr/>
        </p:nvSpPr>
        <p:spPr>
          <a:xfrm xmlns:a="http://schemas.openxmlformats.org/drawingml/2006/main">
            <a:off x="3256938" y="320541"/>
            <a:ext cx="2478024"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成像技术行业领先</a:t>
            </a:r>
          </a:p>
        </p:txBody>
      </p:sp>
      <p:sp>
        <p:nvSpPr>
          <p:cNvPr id="20" name="pdf-text-0020">
            <a:extLst xmlns:a="http://schemas.openxmlformats.org/drawingml/2006/main">
              <a:ext uri="{FF2B5EF4-FFF2-40B4-BE49-F238E27FC236}">
                <a16:creationId xmlns:a16="http://schemas.microsoft.com/office/drawing/2014/main" id="{7F72DF06-D7BD-467E-8B53-E17CC87F4BF3}"/>
              </a:ext>
            </a:extLst>
          </p:cNvPr>
          <p:cNvSpPr>
            <a:spLocks xmlns:a="http://schemas.openxmlformats.org/drawingml/2006/main" noGrp="1"/>
          </p:cNvSpPr>
          <p:nvPr/>
        </p:nvSpPr>
        <p:spPr>
          <a:xfrm xmlns:a="http://schemas.openxmlformats.org/drawingml/2006/main">
            <a:off x="4255402" y="942998"/>
            <a:ext cx="3749034"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全自主研发高速高精度3D成像软硬件系统</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3158699421c4ba2"/>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22" name="pdf-text-0022">
            <a:extLst xmlns:a="http://schemas.openxmlformats.org/drawingml/2006/main">
              <a:ext uri="{FF2B5EF4-FFF2-40B4-BE49-F238E27FC236}">
                <a16:creationId xmlns:a16="http://schemas.microsoft.com/office/drawing/2014/main" id="{EB80C8A1-5BCA-4532-AE7F-93CDC7F0AC50}"/>
              </a:ext>
            </a:extLst>
          </p:cNvPr>
          <p:cNvSpPr>
            <a:spLocks xmlns:a="http://schemas.openxmlformats.org/drawingml/2006/main" noGrp="1"/>
          </p:cNvSpPr>
          <p:nvPr/>
        </p:nvSpPr>
        <p:spPr>
          <a:xfrm xmlns:a="http://schemas.openxmlformats.org/drawingml/2006/main">
            <a:off x="1033780" y="4456484"/>
            <a:ext cx="151342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4F81BD"/>
                </a:solidFill>
                <a:latin typeface="KaiTi"/>
                <a:ea typeface="KaiTi"/>
                <a:cs typeface="KaiTi"/>
              </a:defRPr>
            </a:pPr>
            <a:r>
              <a:rPr sz="1596" b="0" i="0">
                <a:solidFill>
                  <a:srgbClr val="4F81BD"/>
                </a:solidFill>
                <a:latin typeface="KaiTi"/>
                <a:ea typeface="KaiTi"/>
                <a:cs typeface="KaiTi"/>
              </a:rPr>
              <a:t>2D量检测设备：</a:t>
            </a:r>
          </a:p>
        </p:txBody>
      </p:sp>
      <p:sp>
        <p:nvSpPr>
          <p:cNvPr id="23" name="pdf-text-0023">
            <a:extLst xmlns:a="http://schemas.openxmlformats.org/drawingml/2006/main">
              <a:ext uri="{FF2B5EF4-FFF2-40B4-BE49-F238E27FC236}">
                <a16:creationId xmlns:a16="http://schemas.microsoft.com/office/drawing/2014/main" id="{C9556770-F95B-4E13-BACB-5709F8381E68}"/>
              </a:ext>
            </a:extLst>
          </p:cNvPr>
          <p:cNvSpPr>
            <a:spLocks xmlns:a="http://schemas.openxmlformats.org/drawingml/2006/main" noGrp="1"/>
          </p:cNvSpPr>
          <p:nvPr/>
        </p:nvSpPr>
        <p:spPr>
          <a:xfrm xmlns:a="http://schemas.openxmlformats.org/drawingml/2006/main">
            <a:off x="1033780" y="4822244"/>
            <a:ext cx="2462781"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4F81BD"/>
                </a:solidFill>
                <a:latin typeface="KaiTi"/>
                <a:ea typeface="KaiTi"/>
                <a:cs typeface="KaiTi"/>
              </a:defRPr>
            </a:pPr>
            <a:r>
              <a:rPr sz="1596" b="0" i="0">
                <a:solidFill>
                  <a:srgbClr val="4F81BD"/>
                </a:solidFill>
                <a:latin typeface="KaiTi"/>
                <a:ea typeface="KaiTi"/>
                <a:cs typeface="KaiTi"/>
              </a:rPr>
              <a:t>软件能力+2D检测算法能力</a:t>
            </a:r>
          </a:p>
        </p:txBody>
      </p:sp>
      <p:sp>
        <p:nvSpPr>
          <p:cNvPr id="24" name="pdf-text-0024">
            <a:extLst xmlns:a="http://schemas.openxmlformats.org/drawingml/2006/main">
              <a:ext uri="{FF2B5EF4-FFF2-40B4-BE49-F238E27FC236}">
                <a16:creationId xmlns:a16="http://schemas.microsoft.com/office/drawing/2014/main" id="{B6D4179C-4B8F-47DF-8BED-345F7CA004FA}"/>
              </a:ext>
            </a:extLst>
          </p:cNvPr>
          <p:cNvSpPr>
            <a:spLocks xmlns:a="http://schemas.openxmlformats.org/drawingml/2006/main" noGrp="1"/>
          </p:cNvSpPr>
          <p:nvPr/>
        </p:nvSpPr>
        <p:spPr>
          <a:xfrm xmlns:a="http://schemas.openxmlformats.org/drawingml/2006/main">
            <a:off x="7702851" y="5016554"/>
            <a:ext cx="1513424"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C0504D"/>
                </a:solidFill>
                <a:latin typeface="KaiTi"/>
                <a:ea typeface="KaiTi"/>
                <a:cs typeface="KaiTi"/>
              </a:defRPr>
            </a:pPr>
            <a:r>
              <a:rPr sz="1596" b="0" i="0">
                <a:solidFill>
                  <a:srgbClr val="C0504D"/>
                </a:solidFill>
                <a:latin typeface="KaiTi"/>
                <a:ea typeface="KaiTi"/>
                <a:cs typeface="KaiTi"/>
              </a:rPr>
              <a:t>3D量检测设备：</a:t>
            </a:r>
          </a:p>
        </p:txBody>
      </p:sp>
      <p:sp>
        <p:nvSpPr>
          <p:cNvPr id="25" name="pdf-text-0025">
            <a:extLst xmlns:a="http://schemas.openxmlformats.org/drawingml/2006/main">
              <a:ext uri="{FF2B5EF4-FFF2-40B4-BE49-F238E27FC236}">
                <a16:creationId xmlns:a16="http://schemas.microsoft.com/office/drawing/2014/main" id="{8FDA660F-27AD-4E39-BAC1-F65F0B29E934}"/>
              </a:ext>
            </a:extLst>
          </p:cNvPr>
          <p:cNvSpPr>
            <a:spLocks xmlns:a="http://schemas.openxmlformats.org/drawingml/2006/main" noGrp="1"/>
          </p:cNvSpPr>
          <p:nvPr/>
        </p:nvSpPr>
        <p:spPr>
          <a:xfrm xmlns:a="http://schemas.openxmlformats.org/drawingml/2006/main">
            <a:off x="7702851" y="5382314"/>
            <a:ext cx="4120897"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C0504D"/>
                </a:solidFill>
                <a:latin typeface="KaiTi"/>
                <a:ea typeface="KaiTi"/>
                <a:cs typeface="KaiTi"/>
              </a:defRPr>
            </a:pPr>
            <a:r>
              <a:rPr sz="1596" b="0" i="0">
                <a:solidFill>
                  <a:srgbClr val="C0504D"/>
                </a:solidFill>
                <a:latin typeface="KaiTi"/>
                <a:ea typeface="KaiTi"/>
                <a:cs typeface="KaiTi"/>
              </a:rPr>
              <a:t>自研3D成像系统能力+3D数据处理能力+3D检</a:t>
            </a:r>
          </a:p>
        </p:txBody>
      </p:sp>
      <p:sp>
        <p:nvSpPr>
          <p:cNvPr id="26" name="pdf-text-0026">
            <a:extLst xmlns:a="http://schemas.openxmlformats.org/drawingml/2006/main">
              <a:ext uri="{FF2B5EF4-FFF2-40B4-BE49-F238E27FC236}">
                <a16:creationId xmlns:a16="http://schemas.microsoft.com/office/drawing/2014/main" id="{AB04CEFF-914C-4C31-A25B-3A72702807C3}"/>
              </a:ext>
            </a:extLst>
          </p:cNvPr>
          <p:cNvSpPr>
            <a:spLocks xmlns:a="http://schemas.openxmlformats.org/drawingml/2006/main" noGrp="1"/>
          </p:cNvSpPr>
          <p:nvPr/>
        </p:nvSpPr>
        <p:spPr>
          <a:xfrm xmlns:a="http://schemas.openxmlformats.org/drawingml/2006/main">
            <a:off x="7702851" y="5748074"/>
            <a:ext cx="3614926"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C0504D"/>
                </a:solidFill>
                <a:latin typeface="KaiTi"/>
                <a:ea typeface="KaiTi"/>
                <a:cs typeface="KaiTi"/>
              </a:defRPr>
            </a:pPr>
            <a:r>
              <a:rPr sz="1596" b="0" i="0">
                <a:solidFill>
                  <a:srgbClr val="C0504D"/>
                </a:solidFill>
                <a:latin typeface="KaiTi"/>
                <a:ea typeface="KaiTi"/>
                <a:cs typeface="KaiTi"/>
              </a:rPr>
              <a:t>测算法能力+软件能力+2D检测算法能力</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e07f4589c54942fe"/>
          <a:srcRect xmlns:a="http://schemas.openxmlformats.org/drawingml/2006/main" l="202" t="0" r="202" b="0"/>
          <a:stretch xmlns:a="http://schemas.openxmlformats.org/drawingml/2006/main">
            <a:fillRect l="0" t="0" r="0" b="0"/>
          </a:stretch>
        </p:blipFill>
        <p:spPr>
          <a:xfrm xmlns:a="http://schemas.openxmlformats.org/drawingml/2006/main">
            <a:off x="4026408" y="2499360"/>
            <a:ext cx="1232916" cy="4290060"/>
          </a:xfrm>
          <a:prstGeom xmlns:a="http://schemas.openxmlformats.org/drawingml/2006/main" prst="rect">
            <a:avLst/>
          </a:prstGeom>
        </p:spPr>
      </p:pic>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f56769d4c7574e0d"/>
          <a:srcRect xmlns:a="http://schemas.openxmlformats.org/drawingml/2006/main" l="0" t="312" r="0" b="312"/>
          <a:stretch xmlns:a="http://schemas.openxmlformats.org/drawingml/2006/main">
            <a:fillRect l="0" t="0" r="0" b="0"/>
          </a:stretch>
        </p:blipFill>
        <p:spPr>
          <a:xfrm xmlns:a="http://schemas.openxmlformats.org/drawingml/2006/main">
            <a:off x="4133088" y="4183379"/>
            <a:ext cx="1018032" cy="990600"/>
          </a:xfrm>
          <a:prstGeom xmlns:a="http://schemas.openxmlformats.org/drawingml/2006/main" prst="rect">
            <a:avLst/>
          </a:prstGeom>
        </p:spPr>
      </p:pic>
      <p:sp>
        <p:nvSpPr>
          <p:cNvPr id="29" name="pdf-text-0029">
            <a:extLst xmlns:a="http://schemas.openxmlformats.org/drawingml/2006/main">
              <a:ext uri="{FF2B5EF4-FFF2-40B4-BE49-F238E27FC236}">
                <a16:creationId xmlns:a16="http://schemas.microsoft.com/office/drawing/2014/main" id="{0C3ED873-9C96-41FE-A5E2-73708A066405}"/>
              </a:ext>
            </a:extLst>
          </p:cNvPr>
          <p:cNvSpPr>
            <a:spLocks xmlns:a="http://schemas.openxmlformats.org/drawingml/2006/main" noGrp="1"/>
          </p:cNvSpPr>
          <p:nvPr/>
        </p:nvSpPr>
        <p:spPr>
          <a:xfrm xmlns:a="http://schemas.openxmlformats.org/drawingml/2006/main">
            <a:off x="4526534" y="4394682"/>
            <a:ext cx="26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SimSun"/>
                <a:ea typeface="SimSun"/>
                <a:cs typeface="SimSun"/>
              </a:defRPr>
            </a:pPr>
            <a:r>
              <a:rPr sz="1800" b="0" i="0">
                <a:solidFill>
                  <a:srgbClr val="FFFFFF"/>
                </a:solidFill>
                <a:latin typeface="SimSun"/>
                <a:ea typeface="SimSun"/>
                <a:cs typeface="SimSun"/>
              </a:rPr>
              <a:t>2D</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cd6ce656ad3947a5"/>
          <a:srcRect xmlns:a="http://schemas.openxmlformats.org/drawingml/2006/main" l="41" t="0" r="41" b="0"/>
          <a:stretch xmlns:a="http://schemas.openxmlformats.org/drawingml/2006/main">
            <a:fillRect l="0" t="0" r="0" b="0"/>
          </a:stretch>
        </p:blipFill>
        <p:spPr>
          <a:xfrm xmlns:a="http://schemas.openxmlformats.org/drawingml/2006/main">
            <a:off x="5504688" y="1237488"/>
            <a:ext cx="1578864" cy="5551932"/>
          </a:xfrm>
          <a:prstGeom xmlns:a="http://schemas.openxmlformats.org/drawingml/2006/main" prst="rect">
            <a:avLst/>
          </a:prstGeom>
        </p:spPr>
      </p:pic>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a5a39b8845e04882"/>
          <a:srcRect xmlns:a="http://schemas.openxmlformats.org/drawingml/2006/main" l="0" t="236" r="0" b="236"/>
          <a:stretch xmlns:a="http://schemas.openxmlformats.org/drawingml/2006/main">
            <a:fillRect l="0" t="0" r="0" b="0"/>
          </a:stretch>
        </p:blipFill>
        <p:spPr>
          <a:xfrm xmlns:a="http://schemas.openxmlformats.org/drawingml/2006/main">
            <a:off x="5785104" y="3550920"/>
            <a:ext cx="1018032" cy="992124"/>
          </a:xfrm>
          <a:prstGeom xmlns:a="http://schemas.openxmlformats.org/drawingml/2006/main" prst="rect">
            <a:avLst/>
          </a:prstGeom>
        </p:spPr>
      </p:pic>
      <p:sp>
        <p:nvSpPr>
          <p:cNvPr id="32" name="pdf-text-0032">
            <a:extLst xmlns:a="http://schemas.openxmlformats.org/drawingml/2006/main">
              <a:ext uri="{FF2B5EF4-FFF2-40B4-BE49-F238E27FC236}">
                <a16:creationId xmlns:a16="http://schemas.microsoft.com/office/drawing/2014/main" id="{B722E6C9-154B-437B-AE30-3EA4EE82983A}"/>
              </a:ext>
            </a:extLst>
          </p:cNvPr>
          <p:cNvSpPr>
            <a:spLocks xmlns:a="http://schemas.openxmlformats.org/drawingml/2006/main" noGrp="1"/>
          </p:cNvSpPr>
          <p:nvPr/>
        </p:nvSpPr>
        <p:spPr>
          <a:xfrm xmlns:a="http://schemas.openxmlformats.org/drawingml/2006/main">
            <a:off x="6177915" y="3763492"/>
            <a:ext cx="26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SimSun"/>
                <a:ea typeface="SimSun"/>
                <a:cs typeface="SimSun"/>
              </a:defRPr>
            </a:pPr>
            <a:r>
              <a:rPr sz="1800" b="0" i="0">
                <a:solidFill>
                  <a:srgbClr val="FFFFFF"/>
                </a:solidFill>
                <a:latin typeface="SimSun"/>
                <a:ea typeface="SimSun"/>
                <a:cs typeface="SimSun"/>
              </a:rPr>
              <a:t>3D</a:t>
            </a:r>
          </a:p>
        </p:txBody>
      </p:sp>
      <p:sp>
        <p:nvSpPr>
          <p:cNvPr id="33" name="pdf-text-0033">
            <a:extLst xmlns:a="http://schemas.openxmlformats.org/drawingml/2006/main">
              <a:ext uri="{FF2B5EF4-FFF2-40B4-BE49-F238E27FC236}">
                <a16:creationId xmlns:a16="http://schemas.microsoft.com/office/drawing/2014/main" id="{DAD38568-EF85-4889-8C6D-A9C377DCFC4C}"/>
              </a:ext>
            </a:extLst>
          </p:cNvPr>
          <p:cNvSpPr>
            <a:spLocks xmlns:a="http://schemas.openxmlformats.org/drawingml/2006/main" noGrp="1"/>
          </p:cNvSpPr>
          <p:nvPr/>
        </p:nvSpPr>
        <p:spPr>
          <a:xfrm xmlns:a="http://schemas.openxmlformats.org/drawingml/2006/main">
            <a:off x="7480618" y="2234375"/>
            <a:ext cx="10904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Arial"/>
                <a:ea typeface="Arial"/>
                <a:cs typeface="Arial"/>
              </a:defRPr>
            </a:pPr>
            <a:r>
              <a:rPr sz="1596" b="0" i="0">
                <a:solidFill>
                  <a:srgbClr val="000000"/>
                </a:solidFill>
                <a:latin typeface="Arial"/>
                <a:ea typeface="Arial"/>
                <a:cs typeface="Arial"/>
              </a:rPr>
              <a:t>•</a:t>
            </a:r>
          </a:p>
        </p:txBody>
      </p:sp>
      <p:sp>
        <p:nvSpPr>
          <p:cNvPr id="34" name="pdf-text-0034">
            <a:extLst xmlns:a="http://schemas.openxmlformats.org/drawingml/2006/main">
              <a:ext uri="{FF2B5EF4-FFF2-40B4-BE49-F238E27FC236}">
                <a16:creationId xmlns:a16="http://schemas.microsoft.com/office/drawing/2014/main" id="{ABAF1492-D2E2-42A4-9092-DAB366371159}"/>
              </a:ext>
            </a:extLst>
          </p:cNvPr>
          <p:cNvSpPr>
            <a:spLocks xmlns:a="http://schemas.openxmlformats.org/drawingml/2006/main" noGrp="1"/>
          </p:cNvSpPr>
          <p:nvPr/>
        </p:nvSpPr>
        <p:spPr>
          <a:xfrm xmlns:a="http://schemas.openxmlformats.org/drawingml/2006/main">
            <a:off x="7767224" y="2235190"/>
            <a:ext cx="191331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需半导体级系统、3D</a:t>
            </a:r>
          </a:p>
        </p:txBody>
      </p:sp>
      <p:sp>
        <p:nvSpPr>
          <p:cNvPr id="35" name="pdf-text-0035">
            <a:extLst xmlns:a="http://schemas.openxmlformats.org/drawingml/2006/main">
              <a:ext uri="{FF2B5EF4-FFF2-40B4-BE49-F238E27FC236}">
                <a16:creationId xmlns:a16="http://schemas.microsoft.com/office/drawing/2014/main" id="{AA0A801A-62FE-44FF-A5E8-A3E9B8E22416}"/>
              </a:ext>
            </a:extLst>
          </p:cNvPr>
          <p:cNvSpPr>
            <a:spLocks xmlns:a="http://schemas.openxmlformats.org/drawingml/2006/main" noGrp="1"/>
          </p:cNvSpPr>
          <p:nvPr/>
        </p:nvSpPr>
        <p:spPr>
          <a:xfrm xmlns:a="http://schemas.openxmlformats.org/drawingml/2006/main">
            <a:off x="9699596" y="2235190"/>
            <a:ext cx="237453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光学（自研光源/镜头）、</a:t>
            </a:r>
          </a:p>
        </p:txBody>
      </p:sp>
      <p:sp>
        <p:nvSpPr>
          <p:cNvPr id="36" name="pdf-text-0036">
            <a:extLst xmlns:a="http://schemas.openxmlformats.org/drawingml/2006/main">
              <a:ext uri="{FF2B5EF4-FFF2-40B4-BE49-F238E27FC236}">
                <a16:creationId xmlns:a16="http://schemas.microsoft.com/office/drawing/2014/main" id="{E9A8ADA9-A99A-4775-99FF-F9453E676AF3}"/>
              </a:ext>
            </a:extLst>
          </p:cNvPr>
          <p:cNvSpPr>
            <a:spLocks xmlns:a="http://schemas.openxmlformats.org/drawingml/2006/main" noGrp="1"/>
          </p:cNvSpPr>
          <p:nvPr/>
        </p:nvSpPr>
        <p:spPr>
          <a:xfrm xmlns:a="http://schemas.openxmlformats.org/drawingml/2006/main">
            <a:off x="7767332" y="2552201"/>
            <a:ext cx="1710311"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算法三重核心能力 </a:t>
            </a:r>
          </a:p>
        </p:txBody>
      </p:sp>
      <p:sp>
        <p:nvSpPr>
          <p:cNvPr id="37" name="pdf-text-0037">
            <a:extLst xmlns:a="http://schemas.openxmlformats.org/drawingml/2006/main">
              <a:ext uri="{FF2B5EF4-FFF2-40B4-BE49-F238E27FC236}">
                <a16:creationId xmlns:a16="http://schemas.microsoft.com/office/drawing/2014/main" id="{C5393BD3-C8FA-4322-B127-E86325F28CD2}"/>
              </a:ext>
            </a:extLst>
          </p:cNvPr>
          <p:cNvSpPr>
            <a:spLocks xmlns:a="http://schemas.openxmlformats.org/drawingml/2006/main" noGrp="1"/>
          </p:cNvSpPr>
          <p:nvPr/>
        </p:nvSpPr>
        <p:spPr>
          <a:xfrm xmlns:a="http://schemas.openxmlformats.org/drawingml/2006/main">
            <a:off x="7480523" y="2868395"/>
            <a:ext cx="10904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Arial"/>
                <a:ea typeface="Arial"/>
                <a:cs typeface="Arial"/>
              </a:defRPr>
            </a:pPr>
            <a:r>
              <a:rPr sz="1596" b="0" i="0">
                <a:solidFill>
                  <a:srgbClr val="000000"/>
                </a:solidFill>
                <a:latin typeface="Arial"/>
                <a:ea typeface="Arial"/>
                <a:cs typeface="Arial"/>
              </a:rPr>
              <a:t>•</a:t>
            </a:r>
          </a:p>
        </p:txBody>
      </p:sp>
      <p:sp>
        <p:nvSpPr>
          <p:cNvPr id="38" name="pdf-text-0038">
            <a:extLst xmlns:a="http://schemas.openxmlformats.org/drawingml/2006/main">
              <a:ext uri="{FF2B5EF4-FFF2-40B4-BE49-F238E27FC236}">
                <a16:creationId xmlns:a16="http://schemas.microsoft.com/office/drawing/2014/main" id="{1066E2BF-89ED-46A4-A794-6F0C19DBD5F2}"/>
              </a:ext>
            </a:extLst>
          </p:cNvPr>
          <p:cNvSpPr>
            <a:spLocks xmlns:a="http://schemas.openxmlformats.org/drawingml/2006/main" noGrp="1"/>
          </p:cNvSpPr>
          <p:nvPr/>
        </p:nvSpPr>
        <p:spPr>
          <a:xfrm xmlns:a="http://schemas.openxmlformats.org/drawingml/2006/main">
            <a:off x="7767130" y="2869211"/>
            <a:ext cx="4102785"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“成像精度”、“成像速度”、“被成像物体</a:t>
            </a:r>
          </a:p>
        </p:txBody>
      </p:sp>
      <p:sp>
        <p:nvSpPr>
          <p:cNvPr id="39" name="pdf-text-0039">
            <a:extLst xmlns:a="http://schemas.openxmlformats.org/drawingml/2006/main">
              <a:ext uri="{FF2B5EF4-FFF2-40B4-BE49-F238E27FC236}">
                <a16:creationId xmlns:a16="http://schemas.microsoft.com/office/drawing/2014/main" id="{3DEA526E-F50D-4E4D-9269-A7C69BFBDBC0}"/>
              </a:ext>
            </a:extLst>
          </p:cNvPr>
          <p:cNvSpPr>
            <a:spLocks xmlns:a="http://schemas.openxmlformats.org/drawingml/2006/main" noGrp="1"/>
          </p:cNvSpPr>
          <p:nvPr/>
        </p:nvSpPr>
        <p:spPr>
          <a:xfrm xmlns:a="http://schemas.openxmlformats.org/drawingml/2006/main">
            <a:off x="7767332" y="3186185"/>
            <a:ext cx="4102605"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光学特性”任一变动，均需重构系统算法，无</a:t>
            </a:r>
          </a:p>
        </p:txBody>
      </p:sp>
      <p:sp>
        <p:nvSpPr>
          <p:cNvPr id="40" name="pdf-text-0040">
            <a:extLst xmlns:a="http://schemas.openxmlformats.org/drawingml/2006/main">
              <a:ext uri="{FF2B5EF4-FFF2-40B4-BE49-F238E27FC236}">
                <a16:creationId xmlns:a16="http://schemas.microsoft.com/office/drawing/2014/main" id="{0977C29D-7910-40A4-8E44-21C6356222EE}"/>
              </a:ext>
            </a:extLst>
          </p:cNvPr>
          <p:cNvSpPr>
            <a:spLocks xmlns:a="http://schemas.openxmlformats.org/drawingml/2006/main" noGrp="1"/>
          </p:cNvSpPr>
          <p:nvPr/>
        </p:nvSpPr>
        <p:spPr>
          <a:xfrm xmlns:a="http://schemas.openxmlformats.org/drawingml/2006/main">
            <a:off x="7767332" y="3503195"/>
            <a:ext cx="1102234"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标准品可购 </a:t>
            </a:r>
          </a:p>
        </p:txBody>
      </p:sp>
      <p:sp>
        <p:nvSpPr>
          <p:cNvPr id="41" name="pdf-text-0041">
            <a:extLst xmlns:a="http://schemas.openxmlformats.org/drawingml/2006/main">
              <a:ext uri="{FF2B5EF4-FFF2-40B4-BE49-F238E27FC236}">
                <a16:creationId xmlns:a16="http://schemas.microsoft.com/office/drawing/2014/main" id="{5B4F8B95-5C10-4AAF-A9B1-F1B1CFF110A7}"/>
              </a:ext>
            </a:extLst>
          </p:cNvPr>
          <p:cNvSpPr>
            <a:spLocks xmlns:a="http://schemas.openxmlformats.org/drawingml/2006/main" noGrp="1"/>
          </p:cNvSpPr>
          <p:nvPr/>
        </p:nvSpPr>
        <p:spPr>
          <a:xfrm xmlns:a="http://schemas.openxmlformats.org/drawingml/2006/main">
            <a:off x="7480523" y="3819389"/>
            <a:ext cx="10904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Arial"/>
                <a:ea typeface="Arial"/>
                <a:cs typeface="Arial"/>
              </a:defRPr>
            </a:pPr>
            <a:r>
              <a:rPr sz="1596" b="0" i="0">
                <a:solidFill>
                  <a:srgbClr val="000000"/>
                </a:solidFill>
                <a:latin typeface="Arial"/>
                <a:ea typeface="Arial"/>
                <a:cs typeface="Arial"/>
              </a:rPr>
              <a:t>•</a:t>
            </a:r>
          </a:p>
        </p:txBody>
      </p:sp>
      <p:sp>
        <p:nvSpPr>
          <p:cNvPr id="42" name="pdf-text-0042">
            <a:extLst xmlns:a="http://schemas.openxmlformats.org/drawingml/2006/main">
              <a:ext uri="{FF2B5EF4-FFF2-40B4-BE49-F238E27FC236}">
                <a16:creationId xmlns:a16="http://schemas.microsoft.com/office/drawing/2014/main" id="{D1733240-A261-4151-8305-67AD9516EA15}"/>
              </a:ext>
            </a:extLst>
          </p:cNvPr>
          <p:cNvSpPr>
            <a:spLocks xmlns:a="http://schemas.openxmlformats.org/drawingml/2006/main" noGrp="1"/>
          </p:cNvSpPr>
          <p:nvPr/>
        </p:nvSpPr>
        <p:spPr>
          <a:xfrm xmlns:a="http://schemas.openxmlformats.org/drawingml/2006/main">
            <a:off x="7767130" y="3820206"/>
            <a:ext cx="4105461"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门槛高，有半导体级别3D系统设计经验的人</a:t>
            </a:r>
          </a:p>
        </p:txBody>
      </p:sp>
      <p:sp>
        <p:nvSpPr>
          <p:cNvPr id="43" name="pdf-text-0043">
            <a:extLst xmlns:a="http://schemas.openxmlformats.org/drawingml/2006/main">
              <a:ext uri="{FF2B5EF4-FFF2-40B4-BE49-F238E27FC236}">
                <a16:creationId xmlns:a16="http://schemas.microsoft.com/office/drawing/2014/main" id="{F3F7CC04-9BF7-47B1-831E-8F0F449278FA}"/>
              </a:ext>
            </a:extLst>
          </p:cNvPr>
          <p:cNvSpPr>
            <a:spLocks xmlns:a="http://schemas.openxmlformats.org/drawingml/2006/main" noGrp="1"/>
          </p:cNvSpPr>
          <p:nvPr/>
        </p:nvSpPr>
        <p:spPr>
          <a:xfrm xmlns:a="http://schemas.openxmlformats.org/drawingml/2006/main">
            <a:off x="7767129" y="4137161"/>
            <a:ext cx="348538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才极度稀缺，系统稳定需长期实践打磨</a:t>
            </a:r>
          </a:p>
        </p:txBody>
      </p:sp>
      <p:sp>
        <p:nvSpPr>
          <p:cNvPr id="44" name="pdf-text-0044">
            <a:extLst xmlns:a="http://schemas.openxmlformats.org/drawingml/2006/main">
              <a:ext uri="{FF2B5EF4-FFF2-40B4-BE49-F238E27FC236}">
                <a16:creationId xmlns:a16="http://schemas.microsoft.com/office/drawing/2014/main" id="{AA1F3B06-D883-4DEF-A0F4-CA398610AAC3}"/>
              </a:ext>
            </a:extLst>
          </p:cNvPr>
          <p:cNvSpPr>
            <a:spLocks xmlns:a="http://schemas.openxmlformats.org/drawingml/2006/main" noGrp="1"/>
          </p:cNvSpPr>
          <p:nvPr/>
        </p:nvSpPr>
        <p:spPr>
          <a:xfrm xmlns:a="http://schemas.openxmlformats.org/drawingml/2006/main">
            <a:off x="7371715" y="1606731"/>
            <a:ext cx="4152897"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C0504D"/>
                </a:solidFill>
                <a:latin typeface="KaiTi"/>
                <a:ea typeface="KaiTi"/>
                <a:cs typeface="KaiTi"/>
              </a:defRPr>
            </a:pPr>
            <a:r>
              <a:rPr sz="1596" b="0" i="0">
                <a:solidFill>
                  <a:srgbClr val="C0504D"/>
                </a:solidFill>
                <a:latin typeface="KaiTi"/>
                <a:ea typeface="KaiTi"/>
                <a:cs typeface="KaiTi"/>
              </a:rPr>
              <a:t>3D成像系统：相机/2D光源/3D光源/自研镜头</a:t>
            </a:r>
          </a:p>
        </p:txBody>
      </p:sp>
      <p:sp>
        <p:nvSpPr>
          <p:cNvPr id="45" name="pdf-text-0045">
            <a:extLst xmlns:a="http://schemas.openxmlformats.org/drawingml/2006/main">
              <a:ext uri="{FF2B5EF4-FFF2-40B4-BE49-F238E27FC236}">
                <a16:creationId xmlns:a16="http://schemas.microsoft.com/office/drawing/2014/main" id="{391F56C8-0189-43CF-954E-3502FDCFA3B0}"/>
              </a:ext>
            </a:extLst>
          </p:cNvPr>
          <p:cNvSpPr>
            <a:spLocks xmlns:a="http://schemas.openxmlformats.org/drawingml/2006/main" noGrp="1"/>
          </p:cNvSpPr>
          <p:nvPr/>
        </p:nvSpPr>
        <p:spPr>
          <a:xfrm xmlns:a="http://schemas.openxmlformats.org/drawingml/2006/main">
            <a:off x="292354" y="2201726"/>
            <a:ext cx="4155957"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4F81BD"/>
                </a:solidFill>
                <a:latin typeface="KaiTi"/>
                <a:ea typeface="KaiTi"/>
                <a:cs typeface="KaiTi"/>
              </a:defRPr>
            </a:pPr>
            <a:r>
              <a:rPr sz="1596" b="0" i="0">
                <a:solidFill>
                  <a:srgbClr val="4F81BD"/>
                </a:solidFill>
                <a:latin typeface="KaiTi"/>
                <a:ea typeface="KaiTi"/>
                <a:cs typeface="KaiTi"/>
              </a:rPr>
              <a:t>2D成像系统：相机/光源/标准镜头，可得性高</a:t>
            </a:r>
          </a:p>
        </p:txBody>
      </p:sp>
      <p:sp>
        <p:nvSpPr>
          <p:cNvPr id="46" name="pdf-text-0046">
            <a:extLst xmlns:a="http://schemas.openxmlformats.org/drawingml/2006/main">
              <a:ext uri="{FF2B5EF4-FFF2-40B4-BE49-F238E27FC236}">
                <a16:creationId xmlns:a16="http://schemas.microsoft.com/office/drawing/2014/main" id="{3BFB83F2-0F54-4850-A637-C1234C5DDD53}"/>
              </a:ext>
            </a:extLst>
          </p:cNvPr>
          <p:cNvSpPr>
            <a:spLocks xmlns:a="http://schemas.openxmlformats.org/drawingml/2006/main" noGrp="1"/>
          </p:cNvSpPr>
          <p:nvPr/>
        </p:nvSpPr>
        <p:spPr>
          <a:xfrm xmlns:a="http://schemas.openxmlformats.org/drawingml/2006/main">
            <a:off x="851535" y="2877312"/>
            <a:ext cx="10904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Arial"/>
                <a:ea typeface="Arial"/>
                <a:cs typeface="Arial"/>
              </a:defRPr>
            </a:pPr>
            <a:r>
              <a:rPr sz="1596" b="0" i="0">
                <a:solidFill>
                  <a:srgbClr val="000000"/>
                </a:solidFill>
                <a:latin typeface="Arial"/>
                <a:ea typeface="Arial"/>
                <a:cs typeface="Arial"/>
              </a:rPr>
              <a:t>•</a:t>
            </a:r>
          </a:p>
        </p:txBody>
      </p:sp>
      <p:sp>
        <p:nvSpPr>
          <p:cNvPr id="47" name="pdf-text-0047">
            <a:extLst xmlns:a="http://schemas.openxmlformats.org/drawingml/2006/main">
              <a:ext uri="{FF2B5EF4-FFF2-40B4-BE49-F238E27FC236}">
                <a16:creationId xmlns:a16="http://schemas.microsoft.com/office/drawing/2014/main" id="{FAC08251-B823-4DD0-B12D-BE8AEB84DD1F}"/>
              </a:ext>
            </a:extLst>
          </p:cNvPr>
          <p:cNvSpPr>
            <a:spLocks xmlns:a="http://schemas.openxmlformats.org/drawingml/2006/main" noGrp="1"/>
          </p:cNvSpPr>
          <p:nvPr/>
        </p:nvSpPr>
        <p:spPr>
          <a:xfrm xmlns:a="http://schemas.openxmlformats.org/drawingml/2006/main">
            <a:off x="1138142" y="2878128"/>
            <a:ext cx="2673096"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均为标准件，可直接购买组装</a:t>
            </a:r>
          </a:p>
        </p:txBody>
      </p:sp>
    </p:spTree>
    <p:extLst>
      <p:ext uri="{BB962C8B-B14F-4D97-AF65-F5344CB8AC3E}">
        <p14:creationId xmlns:p14="http://schemas.microsoft.com/office/powerpoint/2010/main" val="11719287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 name="pdf-vector-0001">
            <a:extLst xmlns:a="http://schemas.openxmlformats.org/drawingml/2006/main">
              <a:ext uri="{FF2B5EF4-FFF2-40B4-BE49-F238E27FC236}">
                <a16:creationId xmlns:a16="http://schemas.microsoft.com/office/drawing/2014/main" id="{E31FEFC3-C20C-4076-8A25-7A3D7CC8ED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c9eeb41f65e84507"/>
          <a:srcRect xmlns:a="http://schemas.openxmlformats.org/drawingml/2006/main" l="0" t="0" r="0" b="0"/>
          <a:stretch xmlns:a="http://schemas.openxmlformats.org/drawingml/2006/main">
            <a:fillRect l="0" t="0" r="0" b="0"/>
          </a:stretch>
        </p:blipFill>
        <p:spPr>
          <a:xfrm xmlns:a="http://schemas.openxmlformats.org/drawingml/2006/main">
            <a:off x="838200" y="1054100"/>
            <a:ext cx="2895600" cy="38100"/>
          </a:xfrm>
          <a:prstGeom xmlns:a="http://schemas.openxmlformats.org/drawingml/2006/main" prst="rect">
            <a:avLst/>
          </a:prstGeom>
        </p:spPr>
      </p:pic>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afc4a597eb12400e"/>
          <a:srcRect xmlns:a="http://schemas.openxmlformats.org/drawingml/2006/main" l="0" t="0" r="0" b="0"/>
          <a:stretch xmlns:a="http://schemas.openxmlformats.org/drawingml/2006/main">
            <a:fillRect l="0" t="0" r="0" b="0"/>
          </a:stretch>
        </p:blipFill>
        <p:spPr>
          <a:xfrm xmlns:a="http://schemas.openxmlformats.org/drawingml/2006/main">
            <a:off x="8559800" y="1041400"/>
            <a:ext cx="2895600" cy="38100"/>
          </a:xfrm>
          <a:prstGeom xmlns:a="http://schemas.openxmlformats.org/drawingml/2006/main" prst="rect">
            <a:avLst/>
          </a:prstGeom>
        </p:spPr>
      </p:pic>
      <p:sp>
        <p:nvSpPr>
          <p:cNvPr id="4" name="pdf-vector-0004">
            <a:extLst xmlns:a="http://schemas.openxmlformats.org/drawingml/2006/main">
              <a:ext uri="{FF2B5EF4-FFF2-40B4-BE49-F238E27FC236}">
                <a16:creationId xmlns:a16="http://schemas.microsoft.com/office/drawing/2014/main" id="{016D1E82-53F5-4EBD-8938-5E9D1B2568FC}"/>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5" name="pdf-vector-0005">
            <a:extLst xmlns:a="http://schemas.openxmlformats.org/drawingml/2006/main">
              <a:ext uri="{FF2B5EF4-FFF2-40B4-BE49-F238E27FC236}">
                <a16:creationId xmlns:a16="http://schemas.microsoft.com/office/drawing/2014/main" id="{CF9C38F3-1FFA-4539-B93C-8F06FC8C2BEC}"/>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6" name="pdf-text-0006">
            <a:extLst xmlns:a="http://schemas.openxmlformats.org/drawingml/2006/main">
              <a:ext uri="{FF2B5EF4-FFF2-40B4-BE49-F238E27FC236}">
                <a16:creationId xmlns:a16="http://schemas.microsoft.com/office/drawing/2014/main" id="{1951E0DD-79F1-441D-B9CF-B05679DEEB60}"/>
              </a:ext>
            </a:extLst>
          </p:cNvPr>
          <p:cNvSpPr>
            <a:spLocks xmlns:a="http://schemas.openxmlformats.org/drawingml/2006/main" noGrp="1"/>
          </p:cNvSpPr>
          <p:nvPr/>
        </p:nvSpPr>
        <p:spPr>
          <a:xfrm xmlns:a="http://schemas.openxmlformats.org/drawingml/2006/main">
            <a:off x="594510" y="320541"/>
            <a:ext cx="15666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技术优势（</a:t>
            </a:r>
          </a:p>
        </p:txBody>
      </p:sp>
      <p:sp>
        <p:nvSpPr>
          <p:cNvPr id="7" name="pdf-text-0007">
            <a:extLst xmlns:a="http://schemas.openxmlformats.org/drawingml/2006/main">
              <a:ext uri="{FF2B5EF4-FFF2-40B4-BE49-F238E27FC236}">
                <a16:creationId xmlns:a16="http://schemas.microsoft.com/office/drawing/2014/main" id="{775E510E-3B1B-493A-A02C-1453F1EA35A0}"/>
              </a:ext>
            </a:extLst>
          </p:cNvPr>
          <p:cNvSpPr>
            <a:spLocks xmlns:a="http://schemas.openxmlformats.org/drawingml/2006/main" noGrp="1"/>
          </p:cNvSpPr>
          <p:nvPr/>
        </p:nvSpPr>
        <p:spPr>
          <a:xfrm xmlns:a="http://schemas.openxmlformats.org/drawingml/2006/main">
            <a:off x="21230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212121"/>
                </a:solidFill>
                <a:latin typeface="TimesNewRomanPSMT"/>
                <a:ea typeface="TimesNewRomanPSMT"/>
                <a:cs typeface="TimesNewRomanPSMT"/>
              </a:defRPr>
            </a:pPr>
            <a:r>
              <a:rPr sz="2400" b="1" i="0">
                <a:solidFill>
                  <a:srgbClr val="212121"/>
                </a:solidFill>
                <a:latin typeface="TimesNewRomanPSMT"/>
                <a:ea typeface="TimesNewRomanPSMT"/>
                <a:cs typeface="TimesNewRomanPSMT"/>
              </a:rPr>
              <a:t>1</a:t>
            </a:r>
          </a:p>
        </p:txBody>
      </p:sp>
      <p:sp>
        <p:nvSpPr>
          <p:cNvPr id="8" name="pdf-text-0008">
            <a:extLst xmlns:a="http://schemas.openxmlformats.org/drawingml/2006/main">
              <a:ext uri="{FF2B5EF4-FFF2-40B4-BE49-F238E27FC236}">
                <a16:creationId xmlns:a16="http://schemas.microsoft.com/office/drawing/2014/main" id="{A79D81CA-B58C-4B55-A7A6-D9410A96DD52}"/>
              </a:ext>
            </a:extLst>
          </p:cNvPr>
          <p:cNvSpPr>
            <a:spLocks xmlns:a="http://schemas.openxmlformats.org/drawingml/2006/main" noGrp="1"/>
          </p:cNvSpPr>
          <p:nvPr/>
        </p:nvSpPr>
        <p:spPr>
          <a:xfrm xmlns:a="http://schemas.openxmlformats.org/drawingml/2006/main">
            <a:off x="2275482" y="320541"/>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a:t>
            </a:r>
          </a:p>
        </p:txBody>
      </p:sp>
      <p:sp>
        <p:nvSpPr>
          <p:cNvPr id="9" name="pdf-text-0009">
            <a:extLst xmlns:a="http://schemas.openxmlformats.org/drawingml/2006/main">
              <a:ext uri="{FF2B5EF4-FFF2-40B4-BE49-F238E27FC236}">
                <a16:creationId xmlns:a16="http://schemas.microsoft.com/office/drawing/2014/main" id="{1D4903EF-A837-427A-BF46-CCA59B638BE7}"/>
              </a:ext>
            </a:extLst>
          </p:cNvPr>
          <p:cNvSpPr>
            <a:spLocks xmlns:a="http://schemas.openxmlformats.org/drawingml/2006/main" noGrp="1"/>
          </p:cNvSpPr>
          <p:nvPr/>
        </p:nvSpPr>
        <p:spPr>
          <a:xfrm xmlns:a="http://schemas.openxmlformats.org/drawingml/2006/main">
            <a:off x="2885082" y="318978"/>
            <a:ext cx="41056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212121"/>
                </a:solidFill>
                <a:latin typeface="TimesNewRomanPSMT"/>
                <a:ea typeface="TimesNewRomanPSMT"/>
                <a:cs typeface="TimesNewRomanPSMT"/>
              </a:defRPr>
            </a:pPr>
            <a:r>
              <a:rPr sz="2400" b="1" i="0">
                <a:solidFill>
                  <a:srgbClr val="212121"/>
                </a:solidFill>
                <a:latin typeface="TimesNewRomanPSMT"/>
                <a:ea typeface="TimesNewRomanPSMT"/>
                <a:cs typeface="TimesNewRomanPSMT"/>
              </a:rPr>
              <a:t>3D</a:t>
            </a:r>
          </a:p>
        </p:txBody>
      </p:sp>
      <p:sp>
        <p:nvSpPr>
          <p:cNvPr id="10" name="pdf-text-0010">
            <a:extLst xmlns:a="http://schemas.openxmlformats.org/drawingml/2006/main">
              <a:ext uri="{FF2B5EF4-FFF2-40B4-BE49-F238E27FC236}">
                <a16:creationId xmlns:a16="http://schemas.microsoft.com/office/drawing/2014/main" id="{2CC18130-61FB-4DF3-BCD3-260FFE78CD2E}"/>
              </a:ext>
            </a:extLst>
          </p:cNvPr>
          <p:cNvSpPr>
            <a:spLocks xmlns:a="http://schemas.openxmlformats.org/drawingml/2006/main" noGrp="1"/>
          </p:cNvSpPr>
          <p:nvPr/>
        </p:nvSpPr>
        <p:spPr>
          <a:xfrm xmlns:a="http://schemas.openxmlformats.org/drawingml/2006/main">
            <a:off x="3256938" y="320541"/>
            <a:ext cx="2478024"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成像技术行业领先</a:t>
            </a:r>
          </a:p>
        </p:txBody>
      </p:sp>
      <p:sp>
        <p:nvSpPr>
          <p:cNvPr id="11" name="pdf-text-0011">
            <a:extLst xmlns:a="http://schemas.openxmlformats.org/drawingml/2006/main">
              <a:ext uri="{FF2B5EF4-FFF2-40B4-BE49-F238E27FC236}">
                <a16:creationId xmlns:a16="http://schemas.microsoft.com/office/drawing/2014/main" id="{26FF67F4-6AB9-4FF8-A608-919B462FF16A}"/>
              </a:ext>
            </a:extLst>
          </p:cNvPr>
          <p:cNvSpPr>
            <a:spLocks xmlns:a="http://schemas.openxmlformats.org/drawingml/2006/main" noGrp="1"/>
          </p:cNvSpPr>
          <p:nvPr/>
        </p:nvSpPr>
        <p:spPr>
          <a:xfrm xmlns:a="http://schemas.openxmlformats.org/drawingml/2006/main">
            <a:off x="4254532" y="981463"/>
            <a:ext cx="2089364"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全自主研发高速高精度</a:t>
            </a:r>
          </a:p>
        </p:txBody>
      </p:sp>
      <p:sp>
        <p:nvSpPr>
          <p:cNvPr id="12" name="pdf-text-0012">
            <a:extLst xmlns:a="http://schemas.openxmlformats.org/drawingml/2006/main">
              <a:ext uri="{FF2B5EF4-FFF2-40B4-BE49-F238E27FC236}">
                <a16:creationId xmlns:a16="http://schemas.microsoft.com/office/drawing/2014/main" id="{804E2ABD-A282-4C9A-BC92-2B760CAC9D15}"/>
              </a:ext>
            </a:extLst>
          </p:cNvPr>
          <p:cNvSpPr>
            <a:spLocks xmlns:a="http://schemas.openxmlformats.org/drawingml/2006/main" noGrp="1"/>
          </p:cNvSpPr>
          <p:nvPr/>
        </p:nvSpPr>
        <p:spPr>
          <a:xfrm xmlns:a="http://schemas.openxmlformats.org/drawingml/2006/main">
            <a:off x="6307360" y="993742"/>
            <a:ext cx="286601"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000000"/>
                </a:solidFill>
                <a:latin typeface="TimesNewRomanPSMT"/>
                <a:ea typeface="TimesNewRomanPSMT"/>
                <a:cs typeface="TimesNewRomanPSMT"/>
              </a:defRPr>
            </a:pPr>
            <a:r>
              <a:rPr sz="1596" b="1" i="0">
                <a:solidFill>
                  <a:srgbClr val="000000"/>
                </a:solidFill>
                <a:latin typeface="TimesNewRomanPSMT"/>
                <a:ea typeface="TimesNewRomanPSMT"/>
                <a:cs typeface="TimesNewRomanPSMT"/>
              </a:rPr>
              <a:t>3D</a:t>
            </a:r>
          </a:p>
        </p:txBody>
      </p:sp>
      <p:sp>
        <p:nvSpPr>
          <p:cNvPr id="13" name="pdf-text-0013">
            <a:extLst xmlns:a="http://schemas.openxmlformats.org/drawingml/2006/main">
              <a:ext uri="{FF2B5EF4-FFF2-40B4-BE49-F238E27FC236}">
                <a16:creationId xmlns:a16="http://schemas.microsoft.com/office/drawing/2014/main" id="{DCF4432C-7851-4D77-A6B4-97F12C46F961}"/>
              </a:ext>
            </a:extLst>
          </p:cNvPr>
          <p:cNvSpPr>
            <a:spLocks xmlns:a="http://schemas.openxmlformats.org/drawingml/2006/main" noGrp="1"/>
          </p:cNvSpPr>
          <p:nvPr/>
        </p:nvSpPr>
        <p:spPr>
          <a:xfrm xmlns:a="http://schemas.openxmlformats.org/drawingml/2006/main">
            <a:off x="6555772" y="981463"/>
            <a:ext cx="146922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000000"/>
                </a:solidFill>
                <a:latin typeface="KaiTi"/>
                <a:ea typeface="KaiTi"/>
                <a:cs typeface="KaiTi"/>
              </a:defRPr>
            </a:pPr>
            <a:r>
              <a:rPr sz="1596" b="0" i="0">
                <a:solidFill>
                  <a:srgbClr val="000000"/>
                </a:solidFill>
                <a:latin typeface="KaiTi"/>
                <a:ea typeface="KaiTi"/>
                <a:cs typeface="KaiTi"/>
              </a:rPr>
              <a:t>成像软硬件系统</a:t>
            </a:r>
          </a:p>
        </p:txBody>
      </p:sp>
      <p:pic>
        <p:nvPicPr>
          <p:cNvPr id="220" name=""/>
          <p:cNvPicPr>
            <a:picLocks xmlns:a="http://schemas.openxmlformats.org/drawingml/2006/main" noChangeAspect="1"/>
          </p:cNvPicPr>
          <p:nvPr/>
        </p:nvPicPr>
        <p:blipFill>
          <a:blip xmlns:r="http://schemas.openxmlformats.org/officeDocument/2006/relationships" xmlns:a="http://schemas.openxmlformats.org/drawingml/2006/main" r:embed="Rddf612baf8114661"/>
          <a:srcRect xmlns:a="http://schemas.openxmlformats.org/drawingml/2006/main" l="257" t="0" r="257" b="0"/>
          <a:stretch xmlns:a="http://schemas.openxmlformats.org/drawingml/2006/main">
            <a:fillRect l="0" t="0" r="0" b="0"/>
          </a:stretch>
        </p:blipFill>
        <p:spPr>
          <a:xfrm xmlns:a="http://schemas.openxmlformats.org/drawingml/2006/main">
            <a:off x="1917700" y="1454151"/>
            <a:ext cx="981710" cy="1480185"/>
          </a:xfrm>
          <a:prstGeom xmlns:a="http://schemas.openxmlformats.org/drawingml/2006/main" prst="rect">
            <a:avLst/>
          </a:prstGeom>
        </p:spPr>
      </p:pic>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2bc8ece988a1498b"/>
          <a:srcRect xmlns:a="http://schemas.openxmlformats.org/drawingml/2006/main" l="0" t="14" r="0" b="14"/>
          <a:stretch xmlns:a="http://schemas.openxmlformats.org/drawingml/2006/main">
            <a:fillRect l="0" t="0" r="0" b="0"/>
          </a:stretch>
        </p:blipFill>
        <p:spPr>
          <a:xfrm xmlns:a="http://schemas.openxmlformats.org/drawingml/2006/main">
            <a:off x="7463789" y="1498600"/>
            <a:ext cx="1351993" cy="1254198"/>
          </a:xfrm>
          <a:prstGeom xmlns:a="http://schemas.openxmlformats.org/drawingml/2006/main" prst="rect">
            <a:avLst/>
          </a:prstGeom>
        </p:spPr>
      </p:pic>
      <p:pic>
        <p:nvPicPr>
          <p:cNvPr id="222" name=""/>
          <p:cNvPicPr>
            <a:picLocks xmlns:a="http://schemas.openxmlformats.org/drawingml/2006/main" noChangeAspect="1"/>
          </p:cNvPicPr>
          <p:nvPr/>
        </p:nvPicPr>
        <p:blipFill>
          <a:blip xmlns:r="http://schemas.openxmlformats.org/officeDocument/2006/relationships" xmlns:a="http://schemas.openxmlformats.org/drawingml/2006/main" r:embed="R1e566b019f74472d"/>
          <a:srcRect xmlns:a="http://schemas.openxmlformats.org/drawingml/2006/main" l="0" t="98" r="0" b="98"/>
          <a:stretch xmlns:a="http://schemas.openxmlformats.org/drawingml/2006/main">
            <a:fillRect l="0" t="0" r="0" b="0"/>
          </a:stretch>
        </p:blipFill>
        <p:spPr>
          <a:xfrm xmlns:a="http://schemas.openxmlformats.org/drawingml/2006/main">
            <a:off x="10269217" y="1454149"/>
            <a:ext cx="1410519" cy="1298543"/>
          </a:xfrm>
          <a:prstGeom xmlns:a="http://schemas.openxmlformats.org/drawingml/2006/main" prst="rect">
            <a:avLst/>
          </a:prstGeom>
        </p:spPr>
      </p:pic>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4c01283e182149ae"/>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224" name=""/>
          <p:cNvPicPr>
            <a:picLocks xmlns:a="http://schemas.openxmlformats.org/drawingml/2006/main" noChangeAspect="1"/>
          </p:cNvPicPr>
          <p:nvPr/>
        </p:nvPicPr>
        <p:blipFill>
          <a:blip xmlns:r="http://schemas.openxmlformats.org/officeDocument/2006/relationships" xmlns:a="http://schemas.openxmlformats.org/drawingml/2006/main" r:embed="R7285536deb774a91">
            <a:extLst>
              <a:ext uri="{96DAC541-7B7A-43D3-8B79-37D633B846F1}">
                <asvg:svgBlip xmlns:asvg="http://schemas.microsoft.com/office/drawing/2016/SVG/main" r:embed="Rc8a1f525fe5343de"/>
              </a:ext>
            </a:extLst>
          </a:blip>
          <a:stretch xmlns:a="http://schemas.openxmlformats.org/drawingml/2006/main"/>
        </p:blipFill>
        <p:spPr>
          <a:xfrm xmlns:a="http://schemas.openxmlformats.org/drawingml/2006/main">
            <a:off x="357505" y="1307461"/>
            <a:ext cx="2729230" cy="4982845"/>
          </a:xfrm>
          <a:prstGeom xmlns:a="http://schemas.openxmlformats.org/drawingml/2006/main" prst="rect">
            <a:avLst/>
          </a:prstGeom>
        </p:spPr>
      </p:pic>
      <p:pic>
        <p:nvPicPr>
          <p:cNvPr id="225" name=""/>
          <p:cNvPicPr>
            <a:picLocks xmlns:a="http://schemas.openxmlformats.org/drawingml/2006/main" noChangeAspect="1"/>
          </p:cNvPicPr>
          <p:nvPr/>
        </p:nvPicPr>
        <p:blipFill>
          <a:blip xmlns:r="http://schemas.openxmlformats.org/officeDocument/2006/relationships" xmlns:a="http://schemas.openxmlformats.org/drawingml/2006/main" r:embed="R5ff6e8dee82a4486">
            <a:extLst>
              <a:ext uri="{96DAC541-7B7A-43D3-8B79-37D633B846F1}">
                <asvg:svgBlip xmlns:asvg="http://schemas.microsoft.com/office/drawing/2016/SVG/main" r:embed="R5bf004429ea84de1"/>
              </a:ext>
            </a:extLst>
          </a:blip>
          <a:stretch xmlns:a="http://schemas.openxmlformats.org/drawingml/2006/main"/>
        </p:blipFill>
        <p:spPr>
          <a:xfrm xmlns:a="http://schemas.openxmlformats.org/drawingml/2006/main">
            <a:off x="6151880" y="1307461"/>
            <a:ext cx="2729230" cy="4982845"/>
          </a:xfrm>
          <a:prstGeom xmlns:a="http://schemas.openxmlformats.org/drawingml/2006/main" prst="rect">
            <a:avLst/>
          </a:prstGeom>
        </p:spPr>
      </p:pic>
      <p:pic>
        <p:nvPicPr>
          <p:cNvPr id="226" name=""/>
          <p:cNvPicPr>
            <a:picLocks xmlns:a="http://schemas.openxmlformats.org/drawingml/2006/main" noChangeAspect="1"/>
          </p:cNvPicPr>
          <p:nvPr/>
        </p:nvPicPr>
        <p:blipFill>
          <a:blip xmlns:r="http://schemas.openxmlformats.org/officeDocument/2006/relationships" xmlns:a="http://schemas.openxmlformats.org/drawingml/2006/main" r:embed="R460f48394d284178">
            <a:extLst>
              <a:ext uri="{96DAC541-7B7A-43D3-8B79-37D633B846F1}">
                <asvg:svgBlip xmlns:asvg="http://schemas.microsoft.com/office/drawing/2016/SVG/main" r:embed="Rf6b62c8d3253451f"/>
              </a:ext>
            </a:extLst>
          </a:blip>
          <a:stretch xmlns:a="http://schemas.openxmlformats.org/drawingml/2006/main"/>
        </p:blipFill>
        <p:spPr>
          <a:xfrm xmlns:a="http://schemas.openxmlformats.org/drawingml/2006/main">
            <a:off x="8961755" y="1307461"/>
            <a:ext cx="2729230" cy="4982845"/>
          </a:xfrm>
          <a:prstGeom xmlns:a="http://schemas.openxmlformats.org/drawingml/2006/main" prst="rect">
            <a:avLst/>
          </a:prstGeom>
        </p:spPr>
      </p:pic>
      <p:sp>
        <p:nvSpPr>
          <p:cNvPr id="21" name="pdf-text-0021">
            <a:extLst xmlns:a="http://schemas.openxmlformats.org/drawingml/2006/main">
              <a:ext uri="{FF2B5EF4-FFF2-40B4-BE49-F238E27FC236}">
                <a16:creationId xmlns:a16="http://schemas.microsoft.com/office/drawing/2014/main" id="{43AAD6E9-BBE8-4910-9504-2F0DD0428B4D}"/>
              </a:ext>
            </a:extLst>
          </p:cNvPr>
          <p:cNvSpPr>
            <a:spLocks xmlns:a="http://schemas.openxmlformats.org/drawingml/2006/main" noGrp="1"/>
          </p:cNvSpPr>
          <p:nvPr/>
        </p:nvSpPr>
        <p:spPr>
          <a:xfrm xmlns:a="http://schemas.openxmlformats.org/drawingml/2006/main">
            <a:off x="551815" y="1651002"/>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共焦扫描</a:t>
            </a:r>
          </a:p>
        </p:txBody>
      </p:sp>
      <p:sp>
        <p:nvSpPr>
          <p:cNvPr id="22" name="pdf-text-0022">
            <a:extLst xmlns:a="http://schemas.openxmlformats.org/drawingml/2006/main">
              <a:ext uri="{FF2B5EF4-FFF2-40B4-BE49-F238E27FC236}">
                <a16:creationId xmlns:a16="http://schemas.microsoft.com/office/drawing/2014/main" id="{D384C198-DFFD-4D25-9443-57378A7FD8DE}"/>
              </a:ext>
            </a:extLst>
          </p:cNvPr>
          <p:cNvSpPr>
            <a:spLocks xmlns:a="http://schemas.openxmlformats.org/drawingml/2006/main" noGrp="1"/>
          </p:cNvSpPr>
          <p:nvPr/>
        </p:nvSpPr>
        <p:spPr>
          <a:xfrm xmlns:a="http://schemas.openxmlformats.org/drawingml/2006/main">
            <a:off x="551815" y="1884504"/>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Arial"/>
                <a:ea typeface="Arial"/>
                <a:cs typeface="Arial"/>
              </a:defRPr>
            </a:pPr>
            <a:r>
              <a:rPr sz="1404" b="0" i="0">
                <a:solidFill>
                  <a:srgbClr val="C00000"/>
                </a:solidFill>
                <a:latin typeface="Arial"/>
                <a:ea typeface="Arial"/>
                <a:cs typeface="Arial"/>
              </a:rPr>
              <a:t>•</a:t>
            </a:r>
          </a:p>
        </p:txBody>
      </p:sp>
      <p:sp>
        <p:nvSpPr>
          <p:cNvPr id="23" name="pdf-text-0023">
            <a:extLst xmlns:a="http://schemas.openxmlformats.org/drawingml/2006/main">
              <a:ext uri="{FF2B5EF4-FFF2-40B4-BE49-F238E27FC236}">
                <a16:creationId xmlns:a16="http://schemas.microsoft.com/office/drawing/2014/main" id="{EB77F615-22CC-45AB-800C-41E2D64FF023}"/>
              </a:ext>
            </a:extLst>
          </p:cNvPr>
          <p:cNvSpPr>
            <a:spLocks xmlns:a="http://schemas.openxmlformats.org/drawingml/2006/main" noGrp="1"/>
          </p:cNvSpPr>
          <p:nvPr/>
        </p:nvSpPr>
        <p:spPr>
          <a:xfrm xmlns:a="http://schemas.openxmlformats.org/drawingml/2006/main">
            <a:off x="724061" y="1873506"/>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KaiTi"/>
                <a:ea typeface="KaiTi"/>
                <a:cs typeface="KaiTi"/>
              </a:defRPr>
            </a:pPr>
            <a:r>
              <a:rPr sz="1404" b="0" i="0">
                <a:solidFill>
                  <a:srgbClr val="C00000"/>
                </a:solidFill>
                <a:latin typeface="KaiTi"/>
                <a:ea typeface="KaiTi"/>
                <a:cs typeface="KaiTi"/>
              </a:rPr>
              <a:t>业内独家</a:t>
            </a:r>
          </a:p>
        </p:txBody>
      </p:sp>
      <p:sp>
        <p:nvSpPr>
          <p:cNvPr id="24" name="pdf-text-0024">
            <a:extLst xmlns:a="http://schemas.openxmlformats.org/drawingml/2006/main">
              <a:ext uri="{FF2B5EF4-FFF2-40B4-BE49-F238E27FC236}">
                <a16:creationId xmlns:a16="http://schemas.microsoft.com/office/drawing/2014/main" id="{B7F6B3A4-6EAC-4A09-ADF9-95E931370B47}"/>
              </a:ext>
            </a:extLst>
          </p:cNvPr>
          <p:cNvSpPr>
            <a:spLocks xmlns:a="http://schemas.openxmlformats.org/drawingml/2006/main" noGrp="1"/>
          </p:cNvSpPr>
          <p:nvPr/>
        </p:nvSpPr>
        <p:spPr>
          <a:xfrm xmlns:a="http://schemas.openxmlformats.org/drawingml/2006/main">
            <a:off x="724027" y="2074050"/>
            <a:ext cx="8382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针对封测行业焊</a:t>
            </a:r>
          </a:p>
        </p:txBody>
      </p:sp>
      <p:sp>
        <p:nvSpPr>
          <p:cNvPr id="25" name="pdf-text-0025">
            <a:extLst xmlns:a="http://schemas.openxmlformats.org/drawingml/2006/main">
              <a:ext uri="{FF2B5EF4-FFF2-40B4-BE49-F238E27FC236}">
                <a16:creationId xmlns:a16="http://schemas.microsoft.com/office/drawing/2014/main" id="{A12E4455-0FD9-42D9-868A-F4C27653600C}"/>
              </a:ext>
            </a:extLst>
          </p:cNvPr>
          <p:cNvSpPr>
            <a:spLocks xmlns:a="http://schemas.openxmlformats.org/drawingml/2006/main" noGrp="1"/>
          </p:cNvSpPr>
          <p:nvPr/>
        </p:nvSpPr>
        <p:spPr>
          <a:xfrm xmlns:a="http://schemas.openxmlformats.org/drawingml/2006/main">
            <a:off x="724027" y="2205152"/>
            <a:ext cx="4953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线类产品</a:t>
            </a:r>
          </a:p>
        </p:txBody>
      </p:sp>
      <p:sp>
        <p:nvSpPr>
          <p:cNvPr id="26" name="pdf-text-0026">
            <a:extLst xmlns:a="http://schemas.openxmlformats.org/drawingml/2006/main">
              <a:ext uri="{FF2B5EF4-FFF2-40B4-BE49-F238E27FC236}">
                <a16:creationId xmlns:a16="http://schemas.microsoft.com/office/drawing/2014/main" id="{7E8EF888-B3D1-4EDE-A9E9-58F14E42EAB4}"/>
              </a:ext>
            </a:extLst>
          </p:cNvPr>
          <p:cNvSpPr>
            <a:spLocks xmlns:a="http://schemas.openxmlformats.org/drawingml/2006/main" noGrp="1"/>
          </p:cNvSpPr>
          <p:nvPr/>
        </p:nvSpPr>
        <p:spPr>
          <a:xfrm xmlns:a="http://schemas.openxmlformats.org/drawingml/2006/main">
            <a:off x="551777" y="2355420"/>
            <a:ext cx="7810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Arial"/>
                <a:ea typeface="Arial"/>
                <a:cs typeface="Arial"/>
              </a:defRPr>
            </a:pPr>
            <a:r>
              <a:rPr sz="900" b="0" i="0">
                <a:solidFill>
                  <a:srgbClr val="000000"/>
                </a:solidFill>
                <a:latin typeface="Arial"/>
                <a:ea typeface="Arial"/>
                <a:cs typeface="Arial"/>
              </a:rPr>
              <a:t>•</a:t>
            </a:r>
          </a:p>
        </p:txBody>
      </p:sp>
      <p:sp>
        <p:nvSpPr>
          <p:cNvPr id="27" name="pdf-text-0027">
            <a:extLst xmlns:a="http://schemas.openxmlformats.org/drawingml/2006/main">
              <a:ext uri="{FF2B5EF4-FFF2-40B4-BE49-F238E27FC236}">
                <a16:creationId xmlns:a16="http://schemas.microsoft.com/office/drawing/2014/main" id="{0E2DC43B-E701-4658-A502-60DB7E888E30}"/>
              </a:ext>
            </a:extLst>
          </p:cNvPr>
          <p:cNvSpPr>
            <a:spLocks xmlns:a="http://schemas.openxmlformats.org/drawingml/2006/main" noGrp="1"/>
          </p:cNvSpPr>
          <p:nvPr/>
        </p:nvSpPr>
        <p:spPr>
          <a:xfrm xmlns:a="http://schemas.openxmlformats.org/drawingml/2006/main">
            <a:off x="724027" y="2348370"/>
            <a:ext cx="95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高精度、低成本、</a:t>
            </a:r>
          </a:p>
        </p:txBody>
      </p:sp>
      <p:sp>
        <p:nvSpPr>
          <p:cNvPr id="28" name="pdf-text-0028">
            <a:extLst xmlns:a="http://schemas.openxmlformats.org/drawingml/2006/main">
              <a:ext uri="{FF2B5EF4-FFF2-40B4-BE49-F238E27FC236}">
                <a16:creationId xmlns:a16="http://schemas.microsoft.com/office/drawing/2014/main" id="{B94D04C0-74C4-4EB1-A851-44BF2774CE6C}"/>
              </a:ext>
            </a:extLst>
          </p:cNvPr>
          <p:cNvSpPr>
            <a:spLocks xmlns:a="http://schemas.openxmlformats.org/drawingml/2006/main" noGrp="1"/>
          </p:cNvSpPr>
          <p:nvPr/>
        </p:nvSpPr>
        <p:spPr>
          <a:xfrm xmlns:a="http://schemas.openxmlformats.org/drawingml/2006/main">
            <a:off x="724027" y="2485530"/>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业内独家焊线</a:t>
            </a:r>
          </a:p>
        </p:txBody>
      </p:sp>
      <p:sp>
        <p:nvSpPr>
          <p:cNvPr id="29" name="pdf-text-0029">
            <a:extLst xmlns:a="http://schemas.openxmlformats.org/drawingml/2006/main">
              <a:ext uri="{FF2B5EF4-FFF2-40B4-BE49-F238E27FC236}">
                <a16:creationId xmlns:a16="http://schemas.microsoft.com/office/drawing/2014/main" id="{6BE7B2A1-0968-470E-BB08-4531695D68E8}"/>
              </a:ext>
            </a:extLst>
          </p:cNvPr>
          <p:cNvSpPr>
            <a:spLocks xmlns:a="http://schemas.openxmlformats.org/drawingml/2006/main" noGrp="1"/>
          </p:cNvSpPr>
          <p:nvPr/>
        </p:nvSpPr>
        <p:spPr>
          <a:xfrm xmlns:a="http://schemas.openxmlformats.org/drawingml/2006/main">
            <a:off x="724027" y="2622518"/>
            <a:ext cx="1785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3D</a:t>
            </a:r>
          </a:p>
        </p:txBody>
      </p:sp>
      <p:sp>
        <p:nvSpPr>
          <p:cNvPr id="30" name="pdf-text-0030">
            <a:extLst xmlns:a="http://schemas.openxmlformats.org/drawingml/2006/main">
              <a:ext uri="{FF2B5EF4-FFF2-40B4-BE49-F238E27FC236}">
                <a16:creationId xmlns:a16="http://schemas.microsoft.com/office/drawing/2014/main" id="{1EDAA33F-0B5F-4403-BA67-BD7A05C62D74}"/>
              </a:ext>
            </a:extLst>
          </p:cNvPr>
          <p:cNvSpPr>
            <a:spLocks xmlns:a="http://schemas.openxmlformats.org/drawingml/2006/main" noGrp="1"/>
          </p:cNvSpPr>
          <p:nvPr/>
        </p:nvSpPr>
        <p:spPr>
          <a:xfrm xmlns:a="http://schemas.openxmlformats.org/drawingml/2006/main">
            <a:off x="864273" y="2616632"/>
            <a:ext cx="499758"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成像技术</a:t>
            </a:r>
          </a:p>
        </p:txBody>
      </p:sp>
      <p:sp>
        <p:nvSpPr>
          <p:cNvPr id="31" name="pdf-vector-0031">
            <a:extLst xmlns:a="http://schemas.openxmlformats.org/drawingml/2006/main">
              <a:ext uri="{FF2B5EF4-FFF2-40B4-BE49-F238E27FC236}">
                <a16:creationId xmlns:a16="http://schemas.microsoft.com/office/drawing/2014/main" id="{25392522-60F1-4719-A9AF-1C262A37292B}"/>
              </a:ext>
            </a:extLst>
          </p:cNvPr>
          <p:cNvSpPr>
            <a:spLocks xmlns:a="http://schemas.openxmlformats.org/drawingml/2006/main" noGrp="1"/>
          </p:cNvSpPr>
          <p:nvPr/>
        </p:nvSpPr>
        <p:spPr>
          <a:xfrm xmlns:a="http://schemas.openxmlformats.org/drawingml/2006/main">
            <a:off x="474345" y="3167380"/>
            <a:ext cx="60896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2" name="pdf-vector-0032">
            <a:extLst xmlns:a="http://schemas.openxmlformats.org/drawingml/2006/main">
              <a:ext uri="{FF2B5EF4-FFF2-40B4-BE49-F238E27FC236}">
                <a16:creationId xmlns:a16="http://schemas.microsoft.com/office/drawing/2014/main" id="{FE0B9485-27B1-4175-8058-AA50AD5F00DF}"/>
              </a:ext>
            </a:extLst>
          </p:cNvPr>
          <p:cNvSpPr>
            <a:spLocks xmlns:a="http://schemas.openxmlformats.org/drawingml/2006/main" noGrp="1"/>
          </p:cNvSpPr>
          <p:nvPr/>
        </p:nvSpPr>
        <p:spPr>
          <a:xfrm xmlns:a="http://schemas.openxmlformats.org/drawingml/2006/main">
            <a:off x="1083310" y="3167380"/>
            <a:ext cx="65214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3" name="pdf-vector-0033">
            <a:extLst xmlns:a="http://schemas.openxmlformats.org/drawingml/2006/main">
              <a:ext uri="{FF2B5EF4-FFF2-40B4-BE49-F238E27FC236}">
                <a16:creationId xmlns:a16="http://schemas.microsoft.com/office/drawing/2014/main" id="{EA2E8FBE-EFB0-493B-90F0-51FD6D919038}"/>
              </a:ext>
            </a:extLst>
          </p:cNvPr>
          <p:cNvSpPr>
            <a:spLocks xmlns:a="http://schemas.openxmlformats.org/drawingml/2006/main" noGrp="1"/>
          </p:cNvSpPr>
          <p:nvPr/>
        </p:nvSpPr>
        <p:spPr>
          <a:xfrm xmlns:a="http://schemas.openxmlformats.org/drawingml/2006/main">
            <a:off x="1735455" y="3167380"/>
            <a:ext cx="631190"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4" name="pdf-vector-0034">
            <a:extLst xmlns:a="http://schemas.openxmlformats.org/drawingml/2006/main">
              <a:ext uri="{FF2B5EF4-FFF2-40B4-BE49-F238E27FC236}">
                <a16:creationId xmlns:a16="http://schemas.microsoft.com/office/drawing/2014/main" id="{1AFD1476-EDD2-4E49-8E10-67215A2429B6}"/>
              </a:ext>
            </a:extLst>
          </p:cNvPr>
          <p:cNvSpPr>
            <a:spLocks xmlns:a="http://schemas.openxmlformats.org/drawingml/2006/main" noGrp="1"/>
          </p:cNvSpPr>
          <p:nvPr/>
        </p:nvSpPr>
        <p:spPr>
          <a:xfrm xmlns:a="http://schemas.openxmlformats.org/drawingml/2006/main">
            <a:off x="2366645" y="3167380"/>
            <a:ext cx="60261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5" name="pdf-vector-0035">
            <a:extLst xmlns:a="http://schemas.openxmlformats.org/drawingml/2006/main">
              <a:ext uri="{FF2B5EF4-FFF2-40B4-BE49-F238E27FC236}">
                <a16:creationId xmlns:a16="http://schemas.microsoft.com/office/drawing/2014/main" id="{6224FA52-4E91-4146-8FDA-515AAEC0AB12}"/>
              </a:ext>
            </a:extLst>
          </p:cNvPr>
          <p:cNvSpPr>
            <a:spLocks xmlns:a="http://schemas.openxmlformats.org/drawingml/2006/main" noGrp="1"/>
          </p:cNvSpPr>
          <p:nvPr/>
        </p:nvSpPr>
        <p:spPr>
          <a:xfrm xmlns:a="http://schemas.openxmlformats.org/drawingml/2006/main">
            <a:off x="474345" y="3578860"/>
            <a:ext cx="60896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6" name="pdf-vector-0036">
            <a:extLst xmlns:a="http://schemas.openxmlformats.org/drawingml/2006/main">
              <a:ext uri="{FF2B5EF4-FFF2-40B4-BE49-F238E27FC236}">
                <a16:creationId xmlns:a16="http://schemas.microsoft.com/office/drawing/2014/main" id="{FBE5BD56-76EC-4BCA-B298-37A0B90C2794}"/>
              </a:ext>
            </a:extLst>
          </p:cNvPr>
          <p:cNvSpPr>
            <a:spLocks xmlns:a="http://schemas.openxmlformats.org/drawingml/2006/main" noGrp="1"/>
          </p:cNvSpPr>
          <p:nvPr/>
        </p:nvSpPr>
        <p:spPr>
          <a:xfrm xmlns:a="http://schemas.openxmlformats.org/drawingml/2006/main">
            <a:off x="1083310" y="3578860"/>
            <a:ext cx="65214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7" name="pdf-vector-0037">
            <a:extLst xmlns:a="http://schemas.openxmlformats.org/drawingml/2006/main">
              <a:ext uri="{FF2B5EF4-FFF2-40B4-BE49-F238E27FC236}">
                <a16:creationId xmlns:a16="http://schemas.microsoft.com/office/drawing/2014/main" id="{0063C3CB-D827-452D-8AB6-2F0DCED3E966}"/>
              </a:ext>
            </a:extLst>
          </p:cNvPr>
          <p:cNvSpPr>
            <a:spLocks xmlns:a="http://schemas.openxmlformats.org/drawingml/2006/main" noGrp="1"/>
          </p:cNvSpPr>
          <p:nvPr/>
        </p:nvSpPr>
        <p:spPr>
          <a:xfrm xmlns:a="http://schemas.openxmlformats.org/drawingml/2006/main">
            <a:off x="1735455" y="3578860"/>
            <a:ext cx="631190"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8" name="pdf-vector-0038">
            <a:extLst xmlns:a="http://schemas.openxmlformats.org/drawingml/2006/main">
              <a:ext uri="{FF2B5EF4-FFF2-40B4-BE49-F238E27FC236}">
                <a16:creationId xmlns:a16="http://schemas.microsoft.com/office/drawing/2014/main" id="{A7C1B041-03EF-4D50-8701-8FFF066766D4}"/>
              </a:ext>
            </a:extLst>
          </p:cNvPr>
          <p:cNvSpPr>
            <a:spLocks xmlns:a="http://schemas.openxmlformats.org/drawingml/2006/main" noGrp="1"/>
          </p:cNvSpPr>
          <p:nvPr/>
        </p:nvSpPr>
        <p:spPr>
          <a:xfrm xmlns:a="http://schemas.openxmlformats.org/drawingml/2006/main">
            <a:off x="2366645" y="3578860"/>
            <a:ext cx="60261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39" name="pdf-vector-0039">
            <a:extLst xmlns:a="http://schemas.openxmlformats.org/drawingml/2006/main">
              <a:ext uri="{FF2B5EF4-FFF2-40B4-BE49-F238E27FC236}">
                <a16:creationId xmlns:a16="http://schemas.microsoft.com/office/drawing/2014/main" id="{F5287785-FFB8-488C-875C-48A02A065FD9}"/>
              </a:ext>
            </a:extLst>
          </p:cNvPr>
          <p:cNvSpPr>
            <a:spLocks xmlns:a="http://schemas.openxmlformats.org/drawingml/2006/main" noGrp="1"/>
          </p:cNvSpPr>
          <p:nvPr/>
        </p:nvSpPr>
        <p:spPr>
          <a:xfrm xmlns:a="http://schemas.openxmlformats.org/drawingml/2006/main">
            <a:off x="474345" y="3784600"/>
            <a:ext cx="60896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40" name="pdf-vector-0040">
            <a:extLst xmlns:a="http://schemas.openxmlformats.org/drawingml/2006/main">
              <a:ext uri="{FF2B5EF4-FFF2-40B4-BE49-F238E27FC236}">
                <a16:creationId xmlns:a16="http://schemas.microsoft.com/office/drawing/2014/main" id="{007383EF-D301-49C0-A172-43A4F08F1C4C}"/>
              </a:ext>
            </a:extLst>
          </p:cNvPr>
          <p:cNvSpPr>
            <a:spLocks xmlns:a="http://schemas.openxmlformats.org/drawingml/2006/main" noGrp="1"/>
          </p:cNvSpPr>
          <p:nvPr/>
        </p:nvSpPr>
        <p:spPr>
          <a:xfrm xmlns:a="http://schemas.openxmlformats.org/drawingml/2006/main">
            <a:off x="1083310" y="3784600"/>
            <a:ext cx="65214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41" name="pdf-vector-0041">
            <a:extLst xmlns:a="http://schemas.openxmlformats.org/drawingml/2006/main">
              <a:ext uri="{FF2B5EF4-FFF2-40B4-BE49-F238E27FC236}">
                <a16:creationId xmlns:a16="http://schemas.microsoft.com/office/drawing/2014/main" id="{4AF90791-3EF2-4541-8222-E75E41BBFF95}"/>
              </a:ext>
            </a:extLst>
          </p:cNvPr>
          <p:cNvSpPr>
            <a:spLocks xmlns:a="http://schemas.openxmlformats.org/drawingml/2006/main" noGrp="1"/>
          </p:cNvSpPr>
          <p:nvPr/>
        </p:nvSpPr>
        <p:spPr>
          <a:xfrm xmlns:a="http://schemas.openxmlformats.org/drawingml/2006/main">
            <a:off x="1735455" y="3784600"/>
            <a:ext cx="631190"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42" name="pdf-vector-0042">
            <a:extLst xmlns:a="http://schemas.openxmlformats.org/drawingml/2006/main">
              <a:ext uri="{FF2B5EF4-FFF2-40B4-BE49-F238E27FC236}">
                <a16:creationId xmlns:a16="http://schemas.microsoft.com/office/drawing/2014/main" id="{41EF8443-7968-4278-AE6B-8C99AF7CFB08}"/>
              </a:ext>
            </a:extLst>
          </p:cNvPr>
          <p:cNvSpPr>
            <a:spLocks xmlns:a="http://schemas.openxmlformats.org/drawingml/2006/main" noGrp="1"/>
          </p:cNvSpPr>
          <p:nvPr/>
        </p:nvSpPr>
        <p:spPr>
          <a:xfrm xmlns:a="http://schemas.openxmlformats.org/drawingml/2006/main">
            <a:off x="2366645" y="3784600"/>
            <a:ext cx="60261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43" name="pdf-vector-0043">
            <a:extLst xmlns:a="http://schemas.openxmlformats.org/drawingml/2006/main">
              <a:ext uri="{FF2B5EF4-FFF2-40B4-BE49-F238E27FC236}">
                <a16:creationId xmlns:a16="http://schemas.microsoft.com/office/drawing/2014/main" id="{BC91348D-C986-4156-A0AF-7BCEEFC0BA2A}"/>
              </a:ext>
            </a:extLst>
          </p:cNvPr>
          <p:cNvSpPr>
            <a:spLocks xmlns:a="http://schemas.openxmlformats.org/drawingml/2006/main" noGrp="1"/>
          </p:cNvSpPr>
          <p:nvPr/>
        </p:nvSpPr>
        <p:spPr>
          <a:xfrm xmlns:a="http://schemas.openxmlformats.org/drawingml/2006/main">
            <a:off x="1083310"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44" name="pdf-vector-0044">
            <a:extLst xmlns:a="http://schemas.openxmlformats.org/drawingml/2006/main">
              <a:ext uri="{FF2B5EF4-FFF2-40B4-BE49-F238E27FC236}">
                <a16:creationId xmlns:a16="http://schemas.microsoft.com/office/drawing/2014/main" id="{1A6C97F6-2B21-46EE-960F-5CDDED76C01A}"/>
              </a:ext>
            </a:extLst>
          </p:cNvPr>
          <p:cNvSpPr>
            <a:spLocks xmlns:a="http://schemas.openxmlformats.org/drawingml/2006/main" noGrp="1"/>
          </p:cNvSpPr>
          <p:nvPr/>
        </p:nvSpPr>
        <p:spPr>
          <a:xfrm xmlns:a="http://schemas.openxmlformats.org/drawingml/2006/main">
            <a:off x="1735455"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45" name="pdf-vector-0045">
            <a:extLst xmlns:a="http://schemas.openxmlformats.org/drawingml/2006/main">
              <a:ext uri="{FF2B5EF4-FFF2-40B4-BE49-F238E27FC236}">
                <a16:creationId xmlns:a16="http://schemas.microsoft.com/office/drawing/2014/main" id="{B7F80521-B5E2-4748-987D-C7EEE7E4FA09}"/>
              </a:ext>
            </a:extLst>
          </p:cNvPr>
          <p:cNvSpPr>
            <a:spLocks xmlns:a="http://schemas.openxmlformats.org/drawingml/2006/main" noGrp="1"/>
          </p:cNvSpPr>
          <p:nvPr/>
        </p:nvSpPr>
        <p:spPr>
          <a:xfrm xmlns:a="http://schemas.openxmlformats.org/drawingml/2006/main">
            <a:off x="2366645"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46" name="pdf-vector-0046">
            <a:extLst xmlns:a="http://schemas.openxmlformats.org/drawingml/2006/main">
              <a:ext uri="{FF2B5EF4-FFF2-40B4-BE49-F238E27FC236}">
                <a16:creationId xmlns:a16="http://schemas.microsoft.com/office/drawing/2014/main" id="{699E6C22-868C-44F8-8FE3-F5BEFB8B51B0}"/>
              </a:ext>
            </a:extLst>
          </p:cNvPr>
          <p:cNvSpPr>
            <a:spLocks xmlns:a="http://schemas.openxmlformats.org/drawingml/2006/main" noGrp="1"/>
          </p:cNvSpPr>
          <p:nvPr/>
        </p:nvSpPr>
        <p:spPr>
          <a:xfrm xmlns:a="http://schemas.openxmlformats.org/drawingml/2006/main">
            <a:off x="467995" y="357886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47" name="pdf-vector-0047">
            <a:extLst xmlns:a="http://schemas.openxmlformats.org/drawingml/2006/main">
              <a:ext uri="{FF2B5EF4-FFF2-40B4-BE49-F238E27FC236}">
                <a16:creationId xmlns:a16="http://schemas.microsoft.com/office/drawing/2014/main" id="{EC6B7531-FC92-4823-8A82-969671362AE3}"/>
              </a:ext>
            </a:extLst>
          </p:cNvPr>
          <p:cNvSpPr>
            <a:spLocks xmlns:a="http://schemas.openxmlformats.org/drawingml/2006/main" noGrp="1"/>
          </p:cNvSpPr>
          <p:nvPr/>
        </p:nvSpPr>
        <p:spPr>
          <a:xfrm xmlns:a="http://schemas.openxmlformats.org/drawingml/2006/main">
            <a:off x="467995" y="378460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48" name="pdf-vector-0048">
            <a:extLst xmlns:a="http://schemas.openxmlformats.org/drawingml/2006/main">
              <a:ext uri="{FF2B5EF4-FFF2-40B4-BE49-F238E27FC236}">
                <a16:creationId xmlns:a16="http://schemas.microsoft.com/office/drawing/2014/main" id="{F10F3562-6CA0-41B1-A054-EEECF670EA7D}"/>
              </a:ext>
            </a:extLst>
          </p:cNvPr>
          <p:cNvSpPr>
            <a:spLocks xmlns:a="http://schemas.openxmlformats.org/drawingml/2006/main" noGrp="1"/>
          </p:cNvSpPr>
          <p:nvPr/>
        </p:nvSpPr>
        <p:spPr>
          <a:xfrm xmlns:a="http://schemas.openxmlformats.org/drawingml/2006/main">
            <a:off x="474345"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49" name="pdf-vector-0049">
            <a:extLst xmlns:a="http://schemas.openxmlformats.org/drawingml/2006/main">
              <a:ext uri="{FF2B5EF4-FFF2-40B4-BE49-F238E27FC236}">
                <a16:creationId xmlns:a16="http://schemas.microsoft.com/office/drawing/2014/main" id="{B1517F43-8100-40A5-932E-336256FC5CA6}"/>
              </a:ext>
            </a:extLst>
          </p:cNvPr>
          <p:cNvSpPr>
            <a:spLocks xmlns:a="http://schemas.openxmlformats.org/drawingml/2006/main" noGrp="1"/>
          </p:cNvSpPr>
          <p:nvPr/>
        </p:nvSpPr>
        <p:spPr>
          <a:xfrm xmlns:a="http://schemas.openxmlformats.org/drawingml/2006/main">
            <a:off x="2969260"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50" name="pdf-vector-0050">
            <a:extLst xmlns:a="http://schemas.openxmlformats.org/drawingml/2006/main">
              <a:ext uri="{FF2B5EF4-FFF2-40B4-BE49-F238E27FC236}">
                <a16:creationId xmlns:a16="http://schemas.microsoft.com/office/drawing/2014/main" id="{F4EB48D3-5F13-4B04-A236-88F0A7B33817}"/>
              </a:ext>
            </a:extLst>
          </p:cNvPr>
          <p:cNvSpPr>
            <a:spLocks xmlns:a="http://schemas.openxmlformats.org/drawingml/2006/main" noGrp="1"/>
          </p:cNvSpPr>
          <p:nvPr/>
        </p:nvSpPr>
        <p:spPr>
          <a:xfrm xmlns:a="http://schemas.openxmlformats.org/drawingml/2006/main">
            <a:off x="467995" y="316738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51" name="pdf-vector-0051">
            <a:extLst xmlns:a="http://schemas.openxmlformats.org/drawingml/2006/main">
              <a:ext uri="{FF2B5EF4-FFF2-40B4-BE49-F238E27FC236}">
                <a16:creationId xmlns:a16="http://schemas.microsoft.com/office/drawing/2014/main" id="{233B1052-E7F5-4298-92B6-6AF8FD848FF3}"/>
              </a:ext>
            </a:extLst>
          </p:cNvPr>
          <p:cNvSpPr>
            <a:spLocks xmlns:a="http://schemas.openxmlformats.org/drawingml/2006/main" noGrp="1"/>
          </p:cNvSpPr>
          <p:nvPr/>
        </p:nvSpPr>
        <p:spPr>
          <a:xfrm xmlns:a="http://schemas.openxmlformats.org/drawingml/2006/main">
            <a:off x="467995" y="419608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52" name="pdf-text-0052">
            <a:extLst xmlns:a="http://schemas.openxmlformats.org/drawingml/2006/main">
              <a:ext uri="{FF2B5EF4-FFF2-40B4-BE49-F238E27FC236}">
                <a16:creationId xmlns:a16="http://schemas.microsoft.com/office/drawing/2014/main" id="{F48A9D1E-E4C7-490F-85A8-C767D717CC10}"/>
              </a:ext>
            </a:extLst>
          </p:cNvPr>
          <p:cNvSpPr>
            <a:spLocks xmlns:a="http://schemas.openxmlformats.org/drawingml/2006/main" noGrp="1"/>
          </p:cNvSpPr>
          <p:nvPr/>
        </p:nvSpPr>
        <p:spPr>
          <a:xfrm xmlns:a="http://schemas.openxmlformats.org/drawingml/2006/main">
            <a:off x="663512" y="3240186"/>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平面</a:t>
            </a:r>
          </a:p>
        </p:txBody>
      </p:sp>
      <p:sp>
        <p:nvSpPr>
          <p:cNvPr id="53" name="pdf-text-0053">
            <a:extLst xmlns:a="http://schemas.openxmlformats.org/drawingml/2006/main">
              <a:ext uri="{FF2B5EF4-FFF2-40B4-BE49-F238E27FC236}">
                <a16:creationId xmlns:a16="http://schemas.microsoft.com/office/drawing/2014/main" id="{B2E0C3A7-5025-4029-A234-C794F51E3F28}"/>
              </a:ext>
            </a:extLst>
          </p:cNvPr>
          <p:cNvSpPr>
            <a:spLocks xmlns:a="http://schemas.openxmlformats.org/drawingml/2006/main" noGrp="1"/>
          </p:cNvSpPr>
          <p:nvPr/>
        </p:nvSpPr>
        <p:spPr>
          <a:xfrm xmlns:a="http://schemas.openxmlformats.org/drawingml/2006/main">
            <a:off x="607124" y="3445926"/>
            <a:ext cx="381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分辨率</a:t>
            </a:r>
          </a:p>
        </p:txBody>
      </p:sp>
      <p:sp>
        <p:nvSpPr>
          <p:cNvPr id="54" name="pdf-text-0054">
            <a:extLst xmlns:a="http://schemas.openxmlformats.org/drawingml/2006/main">
              <a:ext uri="{FF2B5EF4-FFF2-40B4-BE49-F238E27FC236}">
                <a16:creationId xmlns:a16="http://schemas.microsoft.com/office/drawing/2014/main" id="{149917AC-80C3-4BFB-887A-B42B55EB96A7}"/>
              </a:ext>
            </a:extLst>
          </p:cNvPr>
          <p:cNvSpPr>
            <a:spLocks xmlns:a="http://schemas.openxmlformats.org/drawingml/2006/main" noGrp="1"/>
          </p:cNvSpPr>
          <p:nvPr/>
        </p:nvSpPr>
        <p:spPr>
          <a:xfrm xmlns:a="http://schemas.openxmlformats.org/drawingml/2006/main">
            <a:off x="1303084" y="3349281"/>
            <a:ext cx="253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5um</a:t>
            </a:r>
          </a:p>
        </p:txBody>
      </p:sp>
      <p:sp>
        <p:nvSpPr>
          <p:cNvPr id="55" name="pdf-text-0055">
            <a:extLst xmlns:a="http://schemas.openxmlformats.org/drawingml/2006/main">
              <a:ext uri="{FF2B5EF4-FFF2-40B4-BE49-F238E27FC236}">
                <a16:creationId xmlns:a16="http://schemas.microsoft.com/office/drawing/2014/main" id="{B6CE2668-3A03-4A0A-A223-5330143DA72D}"/>
              </a:ext>
            </a:extLst>
          </p:cNvPr>
          <p:cNvSpPr>
            <a:spLocks xmlns:a="http://schemas.openxmlformats.org/drawingml/2006/main" noGrp="1"/>
          </p:cNvSpPr>
          <p:nvPr/>
        </p:nvSpPr>
        <p:spPr>
          <a:xfrm xmlns:a="http://schemas.openxmlformats.org/drawingml/2006/main">
            <a:off x="1901787" y="3349281"/>
            <a:ext cx="340652"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2.7um</a:t>
            </a:r>
          </a:p>
        </p:txBody>
      </p:sp>
      <p:sp>
        <p:nvSpPr>
          <p:cNvPr id="56" name="pdf-text-0056">
            <a:extLst xmlns:a="http://schemas.openxmlformats.org/drawingml/2006/main">
              <a:ext uri="{FF2B5EF4-FFF2-40B4-BE49-F238E27FC236}">
                <a16:creationId xmlns:a16="http://schemas.microsoft.com/office/drawing/2014/main" id="{B0D293AD-EF56-4929-915B-88C76C76033E}"/>
              </a:ext>
            </a:extLst>
          </p:cNvPr>
          <p:cNvSpPr>
            <a:spLocks xmlns:a="http://schemas.openxmlformats.org/drawingml/2006/main" noGrp="1"/>
          </p:cNvSpPr>
          <p:nvPr/>
        </p:nvSpPr>
        <p:spPr>
          <a:xfrm xmlns:a="http://schemas.openxmlformats.org/drawingml/2006/main">
            <a:off x="2561984" y="3349281"/>
            <a:ext cx="253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1um</a:t>
            </a:r>
          </a:p>
        </p:txBody>
      </p:sp>
      <p:sp>
        <p:nvSpPr>
          <p:cNvPr id="57" name="pdf-text-0057">
            <a:extLst xmlns:a="http://schemas.openxmlformats.org/drawingml/2006/main">
              <a:ext uri="{FF2B5EF4-FFF2-40B4-BE49-F238E27FC236}">
                <a16:creationId xmlns:a16="http://schemas.microsoft.com/office/drawing/2014/main" id="{933B6FFB-70CF-4562-B54A-F204E4B41DBD}"/>
              </a:ext>
            </a:extLst>
          </p:cNvPr>
          <p:cNvSpPr>
            <a:spLocks xmlns:a="http://schemas.openxmlformats.org/drawingml/2006/main" noGrp="1"/>
          </p:cNvSpPr>
          <p:nvPr/>
        </p:nvSpPr>
        <p:spPr>
          <a:xfrm xmlns:a="http://schemas.openxmlformats.org/drawingml/2006/main">
            <a:off x="549212" y="3651666"/>
            <a:ext cx="4953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扫描速度</a:t>
            </a:r>
          </a:p>
        </p:txBody>
      </p:sp>
      <p:sp>
        <p:nvSpPr>
          <p:cNvPr id="58" name="pdf-text-0058">
            <a:extLst xmlns:a="http://schemas.openxmlformats.org/drawingml/2006/main">
              <a:ext uri="{FF2B5EF4-FFF2-40B4-BE49-F238E27FC236}">
                <a16:creationId xmlns:a16="http://schemas.microsoft.com/office/drawing/2014/main" id="{E55644BA-6CA1-4828-892F-96A1498286B5}"/>
              </a:ext>
            </a:extLst>
          </p:cNvPr>
          <p:cNvSpPr>
            <a:spLocks xmlns:a="http://schemas.openxmlformats.org/drawingml/2006/main" noGrp="1"/>
          </p:cNvSpPr>
          <p:nvPr/>
        </p:nvSpPr>
        <p:spPr>
          <a:xfrm xmlns:a="http://schemas.openxmlformats.org/drawingml/2006/main">
            <a:off x="1226884" y="365685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1FOV/s</a:t>
            </a:r>
          </a:p>
        </p:txBody>
      </p:sp>
      <p:sp>
        <p:nvSpPr>
          <p:cNvPr id="59" name="pdf-text-0059">
            <a:extLst xmlns:a="http://schemas.openxmlformats.org/drawingml/2006/main">
              <a:ext uri="{FF2B5EF4-FFF2-40B4-BE49-F238E27FC236}">
                <a16:creationId xmlns:a16="http://schemas.microsoft.com/office/drawing/2014/main" id="{0D43C367-C5D5-4D8A-963F-36F7F9F18F35}"/>
              </a:ext>
            </a:extLst>
          </p:cNvPr>
          <p:cNvSpPr>
            <a:spLocks xmlns:a="http://schemas.openxmlformats.org/drawingml/2006/main" noGrp="1"/>
          </p:cNvSpPr>
          <p:nvPr/>
        </p:nvSpPr>
        <p:spPr>
          <a:xfrm xmlns:a="http://schemas.openxmlformats.org/drawingml/2006/main">
            <a:off x="1868221" y="365685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1FOV/s</a:t>
            </a:r>
          </a:p>
        </p:txBody>
      </p:sp>
      <p:sp>
        <p:nvSpPr>
          <p:cNvPr id="60" name="pdf-text-0060">
            <a:extLst xmlns:a="http://schemas.openxmlformats.org/drawingml/2006/main">
              <a:ext uri="{FF2B5EF4-FFF2-40B4-BE49-F238E27FC236}">
                <a16:creationId xmlns:a16="http://schemas.microsoft.com/office/drawing/2014/main" id="{FD803EA1-05F4-432C-B00D-8A426406C7F8}"/>
              </a:ext>
            </a:extLst>
          </p:cNvPr>
          <p:cNvSpPr>
            <a:spLocks xmlns:a="http://schemas.openxmlformats.org/drawingml/2006/main" noGrp="1"/>
          </p:cNvSpPr>
          <p:nvPr/>
        </p:nvSpPr>
        <p:spPr>
          <a:xfrm xmlns:a="http://schemas.openxmlformats.org/drawingml/2006/main">
            <a:off x="2485669" y="365685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1FOV/s</a:t>
            </a:r>
          </a:p>
        </p:txBody>
      </p:sp>
      <p:sp>
        <p:nvSpPr>
          <p:cNvPr id="61" name="pdf-text-0061">
            <a:extLst xmlns:a="http://schemas.openxmlformats.org/drawingml/2006/main">
              <a:ext uri="{FF2B5EF4-FFF2-40B4-BE49-F238E27FC236}">
                <a16:creationId xmlns:a16="http://schemas.microsoft.com/office/drawing/2014/main" id="{D3DD3E59-D2AD-4114-A974-87B6BE373885}"/>
              </a:ext>
            </a:extLst>
          </p:cNvPr>
          <p:cNvSpPr>
            <a:spLocks xmlns:a="http://schemas.openxmlformats.org/drawingml/2006/main" noGrp="1"/>
          </p:cNvSpPr>
          <p:nvPr/>
        </p:nvSpPr>
        <p:spPr>
          <a:xfrm xmlns:a="http://schemas.openxmlformats.org/drawingml/2006/main">
            <a:off x="591833" y="3864317"/>
            <a:ext cx="1785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3D</a:t>
            </a:r>
          </a:p>
        </p:txBody>
      </p:sp>
      <p:sp>
        <p:nvSpPr>
          <p:cNvPr id="62" name="pdf-text-0062">
            <a:extLst xmlns:a="http://schemas.openxmlformats.org/drawingml/2006/main">
              <a:ext uri="{FF2B5EF4-FFF2-40B4-BE49-F238E27FC236}">
                <a16:creationId xmlns:a16="http://schemas.microsoft.com/office/drawing/2014/main" id="{CD02D857-6180-4A11-B0C0-49CF83136423}"/>
              </a:ext>
            </a:extLst>
          </p:cNvPr>
          <p:cNvSpPr>
            <a:spLocks xmlns:a="http://schemas.openxmlformats.org/drawingml/2006/main" noGrp="1"/>
          </p:cNvSpPr>
          <p:nvPr/>
        </p:nvSpPr>
        <p:spPr>
          <a:xfrm xmlns:a="http://schemas.openxmlformats.org/drawingml/2006/main">
            <a:off x="732092" y="3857406"/>
            <a:ext cx="26978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高度</a:t>
            </a:r>
          </a:p>
        </p:txBody>
      </p:sp>
      <p:sp>
        <p:nvSpPr>
          <p:cNvPr id="63" name="pdf-text-0063">
            <a:extLst xmlns:a="http://schemas.openxmlformats.org/drawingml/2006/main">
              <a:ext uri="{FF2B5EF4-FFF2-40B4-BE49-F238E27FC236}">
                <a16:creationId xmlns:a16="http://schemas.microsoft.com/office/drawing/2014/main" id="{795ABB67-98B9-45C3-AEFB-9C004713BAA6}"/>
              </a:ext>
            </a:extLst>
          </p:cNvPr>
          <p:cNvSpPr>
            <a:spLocks xmlns:a="http://schemas.openxmlformats.org/drawingml/2006/main" noGrp="1"/>
          </p:cNvSpPr>
          <p:nvPr/>
        </p:nvSpPr>
        <p:spPr>
          <a:xfrm xmlns:a="http://schemas.openxmlformats.org/drawingml/2006/main">
            <a:off x="663512" y="4063146"/>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精度</a:t>
            </a:r>
          </a:p>
        </p:txBody>
      </p:sp>
      <p:sp>
        <p:nvSpPr>
          <p:cNvPr id="64" name="pdf-text-0064">
            <a:extLst xmlns:a="http://schemas.openxmlformats.org/drawingml/2006/main">
              <a:ext uri="{FF2B5EF4-FFF2-40B4-BE49-F238E27FC236}">
                <a16:creationId xmlns:a16="http://schemas.microsoft.com/office/drawing/2014/main" id="{1B300B1C-F359-4145-90DB-091CC962172C}"/>
              </a:ext>
            </a:extLst>
          </p:cNvPr>
          <p:cNvSpPr>
            <a:spLocks xmlns:a="http://schemas.openxmlformats.org/drawingml/2006/main" noGrp="1"/>
          </p:cNvSpPr>
          <p:nvPr/>
        </p:nvSpPr>
        <p:spPr>
          <a:xfrm xmlns:a="http://schemas.openxmlformats.org/drawingml/2006/main">
            <a:off x="1307656" y="3965464"/>
            <a:ext cx="24292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1um</a:t>
            </a:r>
          </a:p>
        </p:txBody>
      </p:sp>
      <p:sp>
        <p:nvSpPr>
          <p:cNvPr id="65" name="pdf-text-0065">
            <a:extLst xmlns:a="http://schemas.openxmlformats.org/drawingml/2006/main">
              <a:ext uri="{FF2B5EF4-FFF2-40B4-BE49-F238E27FC236}">
                <a16:creationId xmlns:a16="http://schemas.microsoft.com/office/drawing/2014/main" id="{73C8263A-D043-4153-B569-F7525ED1FF18}"/>
              </a:ext>
            </a:extLst>
          </p:cNvPr>
          <p:cNvSpPr>
            <a:spLocks xmlns:a="http://schemas.openxmlformats.org/drawingml/2006/main" noGrp="1"/>
          </p:cNvSpPr>
          <p:nvPr/>
        </p:nvSpPr>
        <p:spPr>
          <a:xfrm xmlns:a="http://schemas.openxmlformats.org/drawingml/2006/main">
            <a:off x="1948993" y="3965464"/>
            <a:ext cx="24292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1um</a:t>
            </a:r>
          </a:p>
        </p:txBody>
      </p:sp>
      <p:sp>
        <p:nvSpPr>
          <p:cNvPr id="66" name="pdf-text-0066">
            <a:extLst xmlns:a="http://schemas.openxmlformats.org/drawingml/2006/main">
              <a:ext uri="{FF2B5EF4-FFF2-40B4-BE49-F238E27FC236}">
                <a16:creationId xmlns:a16="http://schemas.microsoft.com/office/drawing/2014/main" id="{0BB6336A-A0B3-4EBF-920A-02E998556F24}"/>
              </a:ext>
            </a:extLst>
          </p:cNvPr>
          <p:cNvSpPr>
            <a:spLocks xmlns:a="http://schemas.openxmlformats.org/drawingml/2006/main" noGrp="1"/>
          </p:cNvSpPr>
          <p:nvPr/>
        </p:nvSpPr>
        <p:spPr>
          <a:xfrm xmlns:a="http://schemas.openxmlformats.org/drawingml/2006/main">
            <a:off x="2566441" y="3965464"/>
            <a:ext cx="24292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1um</a:t>
            </a:r>
          </a:p>
        </p:txBody>
      </p:sp>
      <p:sp>
        <p:nvSpPr>
          <p:cNvPr id="67" name="pdf-vector-0067">
            <a:extLst xmlns:a="http://schemas.openxmlformats.org/drawingml/2006/main">
              <a:ext uri="{FF2B5EF4-FFF2-40B4-BE49-F238E27FC236}">
                <a16:creationId xmlns:a16="http://schemas.microsoft.com/office/drawing/2014/main" id="{A8974028-601A-4D21-B9BD-A4318C036C94}"/>
              </a:ext>
            </a:extLst>
          </p:cNvPr>
          <p:cNvSpPr>
            <a:spLocks xmlns:a="http://schemas.openxmlformats.org/drawingml/2006/main" noGrp="1"/>
          </p:cNvSpPr>
          <p:nvPr/>
        </p:nvSpPr>
        <p:spPr>
          <a:xfrm xmlns:a="http://schemas.openxmlformats.org/drawingml/2006/main">
            <a:off x="6269355" y="3167380"/>
            <a:ext cx="81597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68" name="pdf-vector-0068">
            <a:extLst xmlns:a="http://schemas.openxmlformats.org/drawingml/2006/main">
              <a:ext uri="{FF2B5EF4-FFF2-40B4-BE49-F238E27FC236}">
                <a16:creationId xmlns:a16="http://schemas.microsoft.com/office/drawing/2014/main" id="{1A3C7225-0FB8-4495-8709-B418673E37BF}"/>
              </a:ext>
            </a:extLst>
          </p:cNvPr>
          <p:cNvSpPr>
            <a:spLocks xmlns:a="http://schemas.openxmlformats.org/drawingml/2006/main" noGrp="1"/>
          </p:cNvSpPr>
          <p:nvPr/>
        </p:nvSpPr>
        <p:spPr>
          <a:xfrm xmlns:a="http://schemas.openxmlformats.org/drawingml/2006/main">
            <a:off x="7085330" y="3167380"/>
            <a:ext cx="87439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69" name="pdf-vector-0069">
            <a:extLst xmlns:a="http://schemas.openxmlformats.org/drawingml/2006/main">
              <a:ext uri="{FF2B5EF4-FFF2-40B4-BE49-F238E27FC236}">
                <a16:creationId xmlns:a16="http://schemas.microsoft.com/office/drawing/2014/main" id="{1E858123-C953-4E49-AC4C-888E2742B755}"/>
              </a:ext>
            </a:extLst>
          </p:cNvPr>
          <p:cNvSpPr>
            <a:spLocks xmlns:a="http://schemas.openxmlformats.org/drawingml/2006/main" noGrp="1"/>
          </p:cNvSpPr>
          <p:nvPr/>
        </p:nvSpPr>
        <p:spPr>
          <a:xfrm xmlns:a="http://schemas.openxmlformats.org/drawingml/2006/main">
            <a:off x="7959725" y="3167380"/>
            <a:ext cx="807720"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70" name="pdf-vector-0070">
            <a:extLst xmlns:a="http://schemas.openxmlformats.org/drawingml/2006/main">
              <a:ext uri="{FF2B5EF4-FFF2-40B4-BE49-F238E27FC236}">
                <a16:creationId xmlns:a16="http://schemas.microsoft.com/office/drawing/2014/main" id="{09E4A596-ED46-466E-A095-311D21D61EC2}"/>
              </a:ext>
            </a:extLst>
          </p:cNvPr>
          <p:cNvSpPr>
            <a:spLocks xmlns:a="http://schemas.openxmlformats.org/drawingml/2006/main" noGrp="1"/>
          </p:cNvSpPr>
          <p:nvPr/>
        </p:nvSpPr>
        <p:spPr>
          <a:xfrm xmlns:a="http://schemas.openxmlformats.org/drawingml/2006/main">
            <a:off x="6269355" y="3578860"/>
            <a:ext cx="81597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71" name="pdf-vector-0071">
            <a:extLst xmlns:a="http://schemas.openxmlformats.org/drawingml/2006/main">
              <a:ext uri="{FF2B5EF4-FFF2-40B4-BE49-F238E27FC236}">
                <a16:creationId xmlns:a16="http://schemas.microsoft.com/office/drawing/2014/main" id="{573DACBF-4206-4008-8C03-C292528C209D}"/>
              </a:ext>
            </a:extLst>
          </p:cNvPr>
          <p:cNvSpPr>
            <a:spLocks xmlns:a="http://schemas.openxmlformats.org/drawingml/2006/main" noGrp="1"/>
          </p:cNvSpPr>
          <p:nvPr/>
        </p:nvSpPr>
        <p:spPr>
          <a:xfrm xmlns:a="http://schemas.openxmlformats.org/drawingml/2006/main">
            <a:off x="7085330" y="3578860"/>
            <a:ext cx="87439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72" name="pdf-vector-0072">
            <a:extLst xmlns:a="http://schemas.openxmlformats.org/drawingml/2006/main">
              <a:ext uri="{FF2B5EF4-FFF2-40B4-BE49-F238E27FC236}">
                <a16:creationId xmlns:a16="http://schemas.microsoft.com/office/drawing/2014/main" id="{CD7EAC10-EA25-4942-944E-24E254EE3428}"/>
              </a:ext>
            </a:extLst>
          </p:cNvPr>
          <p:cNvSpPr>
            <a:spLocks xmlns:a="http://schemas.openxmlformats.org/drawingml/2006/main" noGrp="1"/>
          </p:cNvSpPr>
          <p:nvPr/>
        </p:nvSpPr>
        <p:spPr>
          <a:xfrm xmlns:a="http://schemas.openxmlformats.org/drawingml/2006/main">
            <a:off x="7959725" y="3578860"/>
            <a:ext cx="807720"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73" name="pdf-vector-0073">
            <a:extLst xmlns:a="http://schemas.openxmlformats.org/drawingml/2006/main">
              <a:ext uri="{FF2B5EF4-FFF2-40B4-BE49-F238E27FC236}">
                <a16:creationId xmlns:a16="http://schemas.microsoft.com/office/drawing/2014/main" id="{5229DCD8-0C47-4AE1-9F12-9D5CDA5EB0AF}"/>
              </a:ext>
            </a:extLst>
          </p:cNvPr>
          <p:cNvSpPr>
            <a:spLocks xmlns:a="http://schemas.openxmlformats.org/drawingml/2006/main" noGrp="1"/>
          </p:cNvSpPr>
          <p:nvPr/>
        </p:nvSpPr>
        <p:spPr>
          <a:xfrm xmlns:a="http://schemas.openxmlformats.org/drawingml/2006/main">
            <a:off x="6269355" y="3784600"/>
            <a:ext cx="81597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74" name="pdf-vector-0074">
            <a:extLst xmlns:a="http://schemas.openxmlformats.org/drawingml/2006/main">
              <a:ext uri="{FF2B5EF4-FFF2-40B4-BE49-F238E27FC236}">
                <a16:creationId xmlns:a16="http://schemas.microsoft.com/office/drawing/2014/main" id="{E38B1C58-4829-4B28-B958-3C852B60051F}"/>
              </a:ext>
            </a:extLst>
          </p:cNvPr>
          <p:cNvSpPr>
            <a:spLocks xmlns:a="http://schemas.openxmlformats.org/drawingml/2006/main" noGrp="1"/>
          </p:cNvSpPr>
          <p:nvPr/>
        </p:nvSpPr>
        <p:spPr>
          <a:xfrm xmlns:a="http://schemas.openxmlformats.org/drawingml/2006/main">
            <a:off x="7085330" y="3784600"/>
            <a:ext cx="87439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75" name="pdf-vector-0075">
            <a:extLst xmlns:a="http://schemas.openxmlformats.org/drawingml/2006/main">
              <a:ext uri="{FF2B5EF4-FFF2-40B4-BE49-F238E27FC236}">
                <a16:creationId xmlns:a16="http://schemas.microsoft.com/office/drawing/2014/main" id="{C99335EF-E5D9-4E17-8B7A-1E23A6078CE2}"/>
              </a:ext>
            </a:extLst>
          </p:cNvPr>
          <p:cNvSpPr>
            <a:spLocks xmlns:a="http://schemas.openxmlformats.org/drawingml/2006/main" noGrp="1"/>
          </p:cNvSpPr>
          <p:nvPr/>
        </p:nvSpPr>
        <p:spPr>
          <a:xfrm xmlns:a="http://schemas.openxmlformats.org/drawingml/2006/main">
            <a:off x="7959725" y="3784600"/>
            <a:ext cx="807720"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76" name="pdf-vector-0076">
            <a:extLst xmlns:a="http://schemas.openxmlformats.org/drawingml/2006/main">
              <a:ext uri="{FF2B5EF4-FFF2-40B4-BE49-F238E27FC236}">
                <a16:creationId xmlns:a16="http://schemas.microsoft.com/office/drawing/2014/main" id="{844D0750-2511-4995-86D5-45D68C1818F8}"/>
              </a:ext>
            </a:extLst>
          </p:cNvPr>
          <p:cNvSpPr>
            <a:spLocks xmlns:a="http://schemas.openxmlformats.org/drawingml/2006/main" noGrp="1"/>
          </p:cNvSpPr>
          <p:nvPr/>
        </p:nvSpPr>
        <p:spPr>
          <a:xfrm xmlns:a="http://schemas.openxmlformats.org/drawingml/2006/main">
            <a:off x="7085330"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77" name="pdf-vector-0077">
            <a:extLst xmlns:a="http://schemas.openxmlformats.org/drawingml/2006/main">
              <a:ext uri="{FF2B5EF4-FFF2-40B4-BE49-F238E27FC236}">
                <a16:creationId xmlns:a16="http://schemas.microsoft.com/office/drawing/2014/main" id="{0323389D-30B1-4120-AE56-48597965D433}"/>
              </a:ext>
            </a:extLst>
          </p:cNvPr>
          <p:cNvSpPr>
            <a:spLocks xmlns:a="http://schemas.openxmlformats.org/drawingml/2006/main" noGrp="1"/>
          </p:cNvSpPr>
          <p:nvPr/>
        </p:nvSpPr>
        <p:spPr>
          <a:xfrm xmlns:a="http://schemas.openxmlformats.org/drawingml/2006/main">
            <a:off x="7959725"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78" name="pdf-vector-0078">
            <a:extLst xmlns:a="http://schemas.openxmlformats.org/drawingml/2006/main">
              <a:ext uri="{FF2B5EF4-FFF2-40B4-BE49-F238E27FC236}">
                <a16:creationId xmlns:a16="http://schemas.microsoft.com/office/drawing/2014/main" id="{C6EA458F-4C94-4800-BE2C-85D30861057A}"/>
              </a:ext>
            </a:extLst>
          </p:cNvPr>
          <p:cNvSpPr>
            <a:spLocks xmlns:a="http://schemas.openxmlformats.org/drawingml/2006/main" noGrp="1"/>
          </p:cNvSpPr>
          <p:nvPr/>
        </p:nvSpPr>
        <p:spPr>
          <a:xfrm xmlns:a="http://schemas.openxmlformats.org/drawingml/2006/main">
            <a:off x="6263005" y="3578860"/>
            <a:ext cx="2510790" cy="953"/>
          </a:xfrm>
          <a:custGeom xmlns:a="http://schemas.openxmlformats.org/drawingml/2006/main">
            <a:pathLst>
              <a:path w="2510790" h="953">
                <a:moveTo>
                  <a:pt x="0" y="0"/>
                </a:moveTo>
                <a:lnTo>
                  <a:pt x="2510790" y="0"/>
                </a:lnTo>
              </a:path>
            </a:pathLst>
          </a:custGeom>
          <a:noFill xmlns:a="http://schemas.openxmlformats.org/drawingml/2006/main"/>
          <a:ln xmlns:a="http://schemas.openxmlformats.org/drawingml/2006/main" w="12700">
            <a:solidFill>
              <a:srgbClr val="C0C0C0"/>
            </a:solidFill>
            <a:prstDash val="solid"/>
          </a:ln>
        </p:spPr>
      </p:sp>
      <p:sp>
        <p:nvSpPr>
          <p:cNvPr id="79" name="pdf-vector-0079">
            <a:extLst xmlns:a="http://schemas.openxmlformats.org/drawingml/2006/main">
              <a:ext uri="{FF2B5EF4-FFF2-40B4-BE49-F238E27FC236}">
                <a16:creationId xmlns:a16="http://schemas.microsoft.com/office/drawing/2014/main" id="{46E950C9-774F-4014-BCA0-27A5702AF624}"/>
              </a:ext>
            </a:extLst>
          </p:cNvPr>
          <p:cNvSpPr>
            <a:spLocks xmlns:a="http://schemas.openxmlformats.org/drawingml/2006/main" noGrp="1"/>
          </p:cNvSpPr>
          <p:nvPr/>
        </p:nvSpPr>
        <p:spPr>
          <a:xfrm xmlns:a="http://schemas.openxmlformats.org/drawingml/2006/main">
            <a:off x="6263005" y="3784600"/>
            <a:ext cx="2510790" cy="953"/>
          </a:xfrm>
          <a:custGeom xmlns:a="http://schemas.openxmlformats.org/drawingml/2006/main">
            <a:pathLst>
              <a:path w="2510790" h="953">
                <a:moveTo>
                  <a:pt x="0" y="0"/>
                </a:moveTo>
                <a:lnTo>
                  <a:pt x="2510790" y="0"/>
                </a:lnTo>
              </a:path>
            </a:pathLst>
          </a:custGeom>
          <a:noFill xmlns:a="http://schemas.openxmlformats.org/drawingml/2006/main"/>
          <a:ln xmlns:a="http://schemas.openxmlformats.org/drawingml/2006/main" w="12700">
            <a:solidFill>
              <a:srgbClr val="C0C0C0"/>
            </a:solidFill>
            <a:prstDash val="solid"/>
          </a:ln>
        </p:spPr>
      </p:sp>
      <p:sp>
        <p:nvSpPr>
          <p:cNvPr id="80" name="pdf-vector-0080">
            <a:extLst xmlns:a="http://schemas.openxmlformats.org/drawingml/2006/main">
              <a:ext uri="{FF2B5EF4-FFF2-40B4-BE49-F238E27FC236}">
                <a16:creationId xmlns:a16="http://schemas.microsoft.com/office/drawing/2014/main" id="{BB8265D8-F0F0-4E00-B177-3D9F27814B41}"/>
              </a:ext>
            </a:extLst>
          </p:cNvPr>
          <p:cNvSpPr>
            <a:spLocks xmlns:a="http://schemas.openxmlformats.org/drawingml/2006/main" noGrp="1"/>
          </p:cNvSpPr>
          <p:nvPr/>
        </p:nvSpPr>
        <p:spPr>
          <a:xfrm xmlns:a="http://schemas.openxmlformats.org/drawingml/2006/main">
            <a:off x="6269355"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81" name="pdf-vector-0081">
            <a:extLst xmlns:a="http://schemas.openxmlformats.org/drawingml/2006/main">
              <a:ext uri="{FF2B5EF4-FFF2-40B4-BE49-F238E27FC236}">
                <a16:creationId xmlns:a16="http://schemas.microsoft.com/office/drawing/2014/main" id="{DA631B9F-75B9-4194-8579-97095AB474D7}"/>
              </a:ext>
            </a:extLst>
          </p:cNvPr>
          <p:cNvSpPr>
            <a:spLocks xmlns:a="http://schemas.openxmlformats.org/drawingml/2006/main" noGrp="1"/>
          </p:cNvSpPr>
          <p:nvPr/>
        </p:nvSpPr>
        <p:spPr>
          <a:xfrm xmlns:a="http://schemas.openxmlformats.org/drawingml/2006/main">
            <a:off x="8767445" y="316103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82" name="pdf-vector-0082">
            <a:extLst xmlns:a="http://schemas.openxmlformats.org/drawingml/2006/main">
              <a:ext uri="{FF2B5EF4-FFF2-40B4-BE49-F238E27FC236}">
                <a16:creationId xmlns:a16="http://schemas.microsoft.com/office/drawing/2014/main" id="{A5174893-9E78-4B7F-B517-F0AE53C48CFA}"/>
              </a:ext>
            </a:extLst>
          </p:cNvPr>
          <p:cNvSpPr>
            <a:spLocks xmlns:a="http://schemas.openxmlformats.org/drawingml/2006/main" noGrp="1"/>
          </p:cNvSpPr>
          <p:nvPr/>
        </p:nvSpPr>
        <p:spPr>
          <a:xfrm xmlns:a="http://schemas.openxmlformats.org/drawingml/2006/main">
            <a:off x="6263005" y="3167380"/>
            <a:ext cx="2510790" cy="953"/>
          </a:xfrm>
          <a:custGeom xmlns:a="http://schemas.openxmlformats.org/drawingml/2006/main">
            <a:pathLst>
              <a:path w="2510790" h="953">
                <a:moveTo>
                  <a:pt x="0" y="0"/>
                </a:moveTo>
                <a:lnTo>
                  <a:pt x="2510790" y="0"/>
                </a:lnTo>
              </a:path>
            </a:pathLst>
          </a:custGeom>
          <a:noFill xmlns:a="http://schemas.openxmlformats.org/drawingml/2006/main"/>
          <a:ln xmlns:a="http://schemas.openxmlformats.org/drawingml/2006/main" w="12700">
            <a:solidFill>
              <a:srgbClr val="C0C0C0"/>
            </a:solidFill>
            <a:prstDash val="solid"/>
          </a:ln>
        </p:spPr>
      </p:sp>
      <p:sp>
        <p:nvSpPr>
          <p:cNvPr id="83" name="pdf-vector-0083">
            <a:extLst xmlns:a="http://schemas.openxmlformats.org/drawingml/2006/main">
              <a:ext uri="{FF2B5EF4-FFF2-40B4-BE49-F238E27FC236}">
                <a16:creationId xmlns:a16="http://schemas.microsoft.com/office/drawing/2014/main" id="{F5BA32D4-8B96-49FE-8015-BB1DABE383E5}"/>
              </a:ext>
            </a:extLst>
          </p:cNvPr>
          <p:cNvSpPr>
            <a:spLocks xmlns:a="http://schemas.openxmlformats.org/drawingml/2006/main" noGrp="1"/>
          </p:cNvSpPr>
          <p:nvPr/>
        </p:nvSpPr>
        <p:spPr>
          <a:xfrm xmlns:a="http://schemas.openxmlformats.org/drawingml/2006/main">
            <a:off x="6263005" y="4196080"/>
            <a:ext cx="2510790" cy="953"/>
          </a:xfrm>
          <a:custGeom xmlns:a="http://schemas.openxmlformats.org/drawingml/2006/main">
            <a:pathLst>
              <a:path w="2510790" h="953">
                <a:moveTo>
                  <a:pt x="0" y="0"/>
                </a:moveTo>
                <a:lnTo>
                  <a:pt x="2510790" y="0"/>
                </a:lnTo>
              </a:path>
            </a:pathLst>
          </a:custGeom>
          <a:noFill xmlns:a="http://schemas.openxmlformats.org/drawingml/2006/main"/>
          <a:ln xmlns:a="http://schemas.openxmlformats.org/drawingml/2006/main" w="12700">
            <a:solidFill>
              <a:srgbClr val="C0C0C0"/>
            </a:solidFill>
            <a:prstDash val="solid"/>
          </a:ln>
        </p:spPr>
      </p:sp>
      <p:sp>
        <p:nvSpPr>
          <p:cNvPr id="84" name="pdf-text-0084">
            <a:extLst xmlns:a="http://schemas.openxmlformats.org/drawingml/2006/main">
              <a:ext uri="{FF2B5EF4-FFF2-40B4-BE49-F238E27FC236}">
                <a16:creationId xmlns:a16="http://schemas.microsoft.com/office/drawing/2014/main" id="{12364800-8FCF-4682-9B22-83FE7BCB9EFD}"/>
              </a:ext>
            </a:extLst>
          </p:cNvPr>
          <p:cNvSpPr>
            <a:spLocks xmlns:a="http://schemas.openxmlformats.org/drawingml/2006/main" noGrp="1"/>
          </p:cNvSpPr>
          <p:nvPr/>
        </p:nvSpPr>
        <p:spPr>
          <a:xfrm xmlns:a="http://schemas.openxmlformats.org/drawingml/2006/main">
            <a:off x="6562470" y="3240186"/>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平面</a:t>
            </a:r>
          </a:p>
        </p:txBody>
      </p:sp>
      <p:sp>
        <p:nvSpPr>
          <p:cNvPr id="85" name="pdf-text-0085">
            <a:extLst xmlns:a="http://schemas.openxmlformats.org/drawingml/2006/main">
              <a:ext uri="{FF2B5EF4-FFF2-40B4-BE49-F238E27FC236}">
                <a16:creationId xmlns:a16="http://schemas.microsoft.com/office/drawing/2014/main" id="{CA466B6D-D0CC-4328-902B-B85106F815E9}"/>
              </a:ext>
            </a:extLst>
          </p:cNvPr>
          <p:cNvSpPr>
            <a:spLocks xmlns:a="http://schemas.openxmlformats.org/drawingml/2006/main" noGrp="1"/>
          </p:cNvSpPr>
          <p:nvPr/>
        </p:nvSpPr>
        <p:spPr>
          <a:xfrm xmlns:a="http://schemas.openxmlformats.org/drawingml/2006/main">
            <a:off x="6506083" y="3445926"/>
            <a:ext cx="381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分辨率</a:t>
            </a:r>
          </a:p>
        </p:txBody>
      </p:sp>
      <p:sp>
        <p:nvSpPr>
          <p:cNvPr id="86" name="pdf-text-0086">
            <a:extLst xmlns:a="http://schemas.openxmlformats.org/drawingml/2006/main">
              <a:ext uri="{FF2B5EF4-FFF2-40B4-BE49-F238E27FC236}">
                <a16:creationId xmlns:a16="http://schemas.microsoft.com/office/drawing/2014/main" id="{42617ECD-9C81-4802-84E0-8E23F4A68726}"/>
              </a:ext>
            </a:extLst>
          </p:cNvPr>
          <p:cNvSpPr>
            <a:spLocks xmlns:a="http://schemas.openxmlformats.org/drawingml/2006/main" noGrp="1"/>
          </p:cNvSpPr>
          <p:nvPr/>
        </p:nvSpPr>
        <p:spPr>
          <a:xfrm xmlns:a="http://schemas.openxmlformats.org/drawingml/2006/main">
            <a:off x="7416356" y="3349281"/>
            <a:ext cx="253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3um</a:t>
            </a:r>
          </a:p>
        </p:txBody>
      </p:sp>
      <p:sp>
        <p:nvSpPr>
          <p:cNvPr id="87" name="pdf-text-0087">
            <a:extLst xmlns:a="http://schemas.openxmlformats.org/drawingml/2006/main">
              <a:ext uri="{FF2B5EF4-FFF2-40B4-BE49-F238E27FC236}">
                <a16:creationId xmlns:a16="http://schemas.microsoft.com/office/drawing/2014/main" id="{8B781811-D04F-49FC-8EB3-892691A4299F}"/>
              </a:ext>
            </a:extLst>
          </p:cNvPr>
          <p:cNvSpPr>
            <a:spLocks xmlns:a="http://schemas.openxmlformats.org/drawingml/2006/main" noGrp="1"/>
          </p:cNvSpPr>
          <p:nvPr/>
        </p:nvSpPr>
        <p:spPr>
          <a:xfrm xmlns:a="http://schemas.openxmlformats.org/drawingml/2006/main">
            <a:off x="8257261" y="3349281"/>
            <a:ext cx="253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2um</a:t>
            </a:r>
          </a:p>
        </p:txBody>
      </p:sp>
      <p:sp>
        <p:nvSpPr>
          <p:cNvPr id="88" name="pdf-text-0088">
            <a:extLst xmlns:a="http://schemas.openxmlformats.org/drawingml/2006/main">
              <a:ext uri="{FF2B5EF4-FFF2-40B4-BE49-F238E27FC236}">
                <a16:creationId xmlns:a16="http://schemas.microsoft.com/office/drawing/2014/main" id="{9A6048C4-A188-42F5-B6C4-ECA4240D388A}"/>
              </a:ext>
            </a:extLst>
          </p:cNvPr>
          <p:cNvSpPr>
            <a:spLocks xmlns:a="http://schemas.openxmlformats.org/drawingml/2006/main" noGrp="1"/>
          </p:cNvSpPr>
          <p:nvPr/>
        </p:nvSpPr>
        <p:spPr>
          <a:xfrm xmlns:a="http://schemas.openxmlformats.org/drawingml/2006/main">
            <a:off x="6448170" y="3651666"/>
            <a:ext cx="4953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扫描速度</a:t>
            </a:r>
          </a:p>
        </p:txBody>
      </p:sp>
      <p:sp>
        <p:nvSpPr>
          <p:cNvPr id="89" name="pdf-text-0089">
            <a:extLst xmlns:a="http://schemas.openxmlformats.org/drawingml/2006/main">
              <a:ext uri="{FF2B5EF4-FFF2-40B4-BE49-F238E27FC236}">
                <a16:creationId xmlns:a16="http://schemas.microsoft.com/office/drawing/2014/main" id="{1CB09888-4107-49D8-9ADD-A0676449D47F}"/>
              </a:ext>
            </a:extLst>
          </p:cNvPr>
          <p:cNvSpPr>
            <a:spLocks xmlns:a="http://schemas.openxmlformats.org/drawingml/2006/main" noGrp="1"/>
          </p:cNvSpPr>
          <p:nvPr/>
        </p:nvSpPr>
        <p:spPr>
          <a:xfrm xmlns:a="http://schemas.openxmlformats.org/drawingml/2006/main">
            <a:off x="7340156" y="365685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3FOV/s</a:t>
            </a:r>
          </a:p>
        </p:txBody>
      </p:sp>
      <p:sp>
        <p:nvSpPr>
          <p:cNvPr id="90" name="pdf-text-0090">
            <a:extLst xmlns:a="http://schemas.openxmlformats.org/drawingml/2006/main">
              <a:ext uri="{FF2B5EF4-FFF2-40B4-BE49-F238E27FC236}">
                <a16:creationId xmlns:a16="http://schemas.microsoft.com/office/drawing/2014/main" id="{BC16DC32-30A1-46D0-BC21-C26E8979DAD3}"/>
              </a:ext>
            </a:extLst>
          </p:cNvPr>
          <p:cNvSpPr>
            <a:spLocks xmlns:a="http://schemas.openxmlformats.org/drawingml/2006/main" noGrp="1"/>
          </p:cNvSpPr>
          <p:nvPr/>
        </p:nvSpPr>
        <p:spPr>
          <a:xfrm xmlns:a="http://schemas.openxmlformats.org/drawingml/2006/main">
            <a:off x="8181061" y="365685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3FOV/s</a:t>
            </a:r>
          </a:p>
        </p:txBody>
      </p:sp>
      <p:sp>
        <p:nvSpPr>
          <p:cNvPr id="91" name="pdf-text-0091">
            <a:extLst xmlns:a="http://schemas.openxmlformats.org/drawingml/2006/main">
              <a:ext uri="{FF2B5EF4-FFF2-40B4-BE49-F238E27FC236}">
                <a16:creationId xmlns:a16="http://schemas.microsoft.com/office/drawing/2014/main" id="{8D519680-DCEF-4A17-B5C6-6E5D6B793F4D}"/>
              </a:ext>
            </a:extLst>
          </p:cNvPr>
          <p:cNvSpPr>
            <a:spLocks xmlns:a="http://schemas.openxmlformats.org/drawingml/2006/main" noGrp="1"/>
          </p:cNvSpPr>
          <p:nvPr/>
        </p:nvSpPr>
        <p:spPr>
          <a:xfrm xmlns:a="http://schemas.openxmlformats.org/drawingml/2006/main">
            <a:off x="6376607" y="3967187"/>
            <a:ext cx="178574"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3D</a:t>
            </a:r>
          </a:p>
        </p:txBody>
      </p:sp>
      <p:sp>
        <p:nvSpPr>
          <p:cNvPr id="92" name="pdf-text-0092">
            <a:extLst xmlns:a="http://schemas.openxmlformats.org/drawingml/2006/main">
              <a:ext uri="{FF2B5EF4-FFF2-40B4-BE49-F238E27FC236}">
                <a16:creationId xmlns:a16="http://schemas.microsoft.com/office/drawing/2014/main" id="{7E722643-7730-4FA4-A1E8-4A46169328F9}"/>
              </a:ext>
            </a:extLst>
          </p:cNvPr>
          <p:cNvSpPr>
            <a:spLocks xmlns:a="http://schemas.openxmlformats.org/drawingml/2006/main" noGrp="1"/>
          </p:cNvSpPr>
          <p:nvPr/>
        </p:nvSpPr>
        <p:spPr>
          <a:xfrm xmlns:a="http://schemas.openxmlformats.org/drawingml/2006/main">
            <a:off x="6516749" y="3960276"/>
            <a:ext cx="499872"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高度精度</a:t>
            </a:r>
          </a:p>
        </p:txBody>
      </p:sp>
      <p:sp>
        <p:nvSpPr>
          <p:cNvPr id="93" name="pdf-text-0093">
            <a:extLst xmlns:a="http://schemas.openxmlformats.org/drawingml/2006/main">
              <a:ext uri="{FF2B5EF4-FFF2-40B4-BE49-F238E27FC236}">
                <a16:creationId xmlns:a16="http://schemas.microsoft.com/office/drawing/2014/main" id="{94A9934B-9610-4BA0-8FED-9AC55EB3A026}"/>
              </a:ext>
            </a:extLst>
          </p:cNvPr>
          <p:cNvSpPr>
            <a:spLocks xmlns:a="http://schemas.openxmlformats.org/drawingml/2006/main" noGrp="1"/>
          </p:cNvSpPr>
          <p:nvPr/>
        </p:nvSpPr>
        <p:spPr>
          <a:xfrm xmlns:a="http://schemas.openxmlformats.org/drawingml/2006/main">
            <a:off x="7376730" y="3965464"/>
            <a:ext cx="329827"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0.2um</a:t>
            </a:r>
          </a:p>
        </p:txBody>
      </p:sp>
      <p:sp>
        <p:nvSpPr>
          <p:cNvPr id="94" name="pdf-text-0094">
            <a:extLst xmlns:a="http://schemas.openxmlformats.org/drawingml/2006/main">
              <a:ext uri="{FF2B5EF4-FFF2-40B4-BE49-F238E27FC236}">
                <a16:creationId xmlns:a16="http://schemas.microsoft.com/office/drawing/2014/main" id="{87989865-31BD-402C-98CB-87BCC99C78F8}"/>
              </a:ext>
            </a:extLst>
          </p:cNvPr>
          <p:cNvSpPr>
            <a:spLocks xmlns:a="http://schemas.openxmlformats.org/drawingml/2006/main" noGrp="1"/>
          </p:cNvSpPr>
          <p:nvPr/>
        </p:nvSpPr>
        <p:spPr>
          <a:xfrm xmlns:a="http://schemas.openxmlformats.org/drawingml/2006/main">
            <a:off x="8219122" y="3965464"/>
            <a:ext cx="329827"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0.2um</a:t>
            </a:r>
          </a:p>
        </p:txBody>
      </p:sp>
      <p:sp>
        <p:nvSpPr>
          <p:cNvPr id="95" name="pdf-text-0095">
            <a:extLst xmlns:a="http://schemas.openxmlformats.org/drawingml/2006/main">
              <a:ext uri="{FF2B5EF4-FFF2-40B4-BE49-F238E27FC236}">
                <a16:creationId xmlns:a16="http://schemas.microsoft.com/office/drawing/2014/main" id="{9356E36D-BD1F-44B1-A82F-DA1D3F88B1F2}"/>
              </a:ext>
            </a:extLst>
          </p:cNvPr>
          <p:cNvSpPr>
            <a:spLocks xmlns:a="http://schemas.openxmlformats.org/drawingml/2006/main" noGrp="1"/>
          </p:cNvSpPr>
          <p:nvPr/>
        </p:nvSpPr>
        <p:spPr>
          <a:xfrm xmlns:a="http://schemas.openxmlformats.org/drawingml/2006/main">
            <a:off x="6348730" y="1662263"/>
            <a:ext cx="93268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复合结构光</a:t>
            </a:r>
          </a:p>
        </p:txBody>
      </p:sp>
      <p:sp>
        <p:nvSpPr>
          <p:cNvPr id="96" name="pdf-text-0096">
            <a:extLst xmlns:a="http://schemas.openxmlformats.org/drawingml/2006/main">
              <a:ext uri="{FF2B5EF4-FFF2-40B4-BE49-F238E27FC236}">
                <a16:creationId xmlns:a16="http://schemas.microsoft.com/office/drawing/2014/main" id="{B639AC5F-C649-49D4-9751-F1DC927D8D6D}"/>
              </a:ext>
            </a:extLst>
          </p:cNvPr>
          <p:cNvSpPr>
            <a:spLocks xmlns:a="http://schemas.openxmlformats.org/drawingml/2006/main" noGrp="1"/>
          </p:cNvSpPr>
          <p:nvPr/>
        </p:nvSpPr>
        <p:spPr>
          <a:xfrm xmlns:a="http://schemas.openxmlformats.org/drawingml/2006/main">
            <a:off x="6348730" y="1886621"/>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Arial"/>
                <a:ea typeface="Arial"/>
                <a:cs typeface="Arial"/>
              </a:defRPr>
            </a:pPr>
            <a:r>
              <a:rPr sz="1404" b="0" i="0">
                <a:solidFill>
                  <a:srgbClr val="C00000"/>
                </a:solidFill>
                <a:latin typeface="Arial"/>
                <a:ea typeface="Arial"/>
                <a:cs typeface="Arial"/>
              </a:rPr>
              <a:t>•</a:t>
            </a:r>
          </a:p>
        </p:txBody>
      </p:sp>
      <p:sp>
        <p:nvSpPr>
          <p:cNvPr id="97" name="pdf-text-0097">
            <a:extLst xmlns:a="http://schemas.openxmlformats.org/drawingml/2006/main">
              <a:ext uri="{FF2B5EF4-FFF2-40B4-BE49-F238E27FC236}">
                <a16:creationId xmlns:a16="http://schemas.microsoft.com/office/drawing/2014/main" id="{F54E54F9-7D74-4A26-9840-7C042DCAD8D2}"/>
              </a:ext>
            </a:extLst>
          </p:cNvPr>
          <p:cNvSpPr>
            <a:spLocks xmlns:a="http://schemas.openxmlformats.org/drawingml/2006/main" noGrp="1"/>
          </p:cNvSpPr>
          <p:nvPr/>
        </p:nvSpPr>
        <p:spPr>
          <a:xfrm xmlns:a="http://schemas.openxmlformats.org/drawingml/2006/main">
            <a:off x="6520976" y="1875623"/>
            <a:ext cx="9281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KaiTi"/>
                <a:ea typeface="KaiTi"/>
                <a:cs typeface="KaiTi"/>
              </a:defRPr>
            </a:pPr>
            <a:r>
              <a:rPr sz="1404" b="0" i="0">
                <a:solidFill>
                  <a:srgbClr val="C00000"/>
                </a:solidFill>
                <a:latin typeface="KaiTi"/>
                <a:ea typeface="KaiTi"/>
                <a:cs typeface="KaiTi"/>
              </a:rPr>
              <a:t>针对先进封</a:t>
            </a:r>
          </a:p>
        </p:txBody>
      </p:sp>
      <p:sp>
        <p:nvSpPr>
          <p:cNvPr id="98" name="pdf-text-0098">
            <a:extLst xmlns:a="http://schemas.openxmlformats.org/drawingml/2006/main">
              <a:ext uri="{FF2B5EF4-FFF2-40B4-BE49-F238E27FC236}">
                <a16:creationId xmlns:a16="http://schemas.microsoft.com/office/drawing/2014/main" id="{F12ABC37-EFAF-4435-93D8-1A75177B6291}"/>
              </a:ext>
            </a:extLst>
          </p:cNvPr>
          <p:cNvSpPr>
            <a:spLocks xmlns:a="http://schemas.openxmlformats.org/drawingml/2006/main" noGrp="1"/>
          </p:cNvSpPr>
          <p:nvPr/>
        </p:nvSpPr>
        <p:spPr>
          <a:xfrm xmlns:a="http://schemas.openxmlformats.org/drawingml/2006/main">
            <a:off x="6520976" y="2089058"/>
            <a:ext cx="5730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KaiTi"/>
                <a:ea typeface="KaiTi"/>
                <a:cs typeface="KaiTi"/>
              </a:defRPr>
            </a:pPr>
            <a:r>
              <a:rPr sz="1404" b="0" i="0">
                <a:solidFill>
                  <a:srgbClr val="C00000"/>
                </a:solidFill>
                <a:latin typeface="KaiTi"/>
                <a:ea typeface="KaiTi"/>
                <a:cs typeface="KaiTi"/>
              </a:rPr>
              <a:t>装行业</a:t>
            </a:r>
          </a:p>
        </p:txBody>
      </p:sp>
      <p:sp>
        <p:nvSpPr>
          <p:cNvPr id="99" name="pdf-text-0099">
            <a:extLst xmlns:a="http://schemas.openxmlformats.org/drawingml/2006/main">
              <a:ext uri="{FF2B5EF4-FFF2-40B4-BE49-F238E27FC236}">
                <a16:creationId xmlns:a16="http://schemas.microsoft.com/office/drawing/2014/main" id="{85837043-37E2-4B77-8E11-843E19DB332F}"/>
              </a:ext>
            </a:extLst>
          </p:cNvPr>
          <p:cNvSpPr>
            <a:spLocks xmlns:a="http://schemas.openxmlformats.org/drawingml/2006/main" noGrp="1"/>
          </p:cNvSpPr>
          <p:nvPr/>
        </p:nvSpPr>
        <p:spPr>
          <a:xfrm xmlns:a="http://schemas.openxmlformats.org/drawingml/2006/main">
            <a:off x="6520942" y="2289317"/>
            <a:ext cx="46417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Bumping</a:t>
            </a:r>
          </a:p>
        </p:txBody>
      </p:sp>
      <p:sp>
        <p:nvSpPr>
          <p:cNvPr id="100" name="pdf-text-0100">
            <a:extLst xmlns:a="http://schemas.openxmlformats.org/drawingml/2006/main">
              <a:ext uri="{FF2B5EF4-FFF2-40B4-BE49-F238E27FC236}">
                <a16:creationId xmlns:a16="http://schemas.microsoft.com/office/drawing/2014/main" id="{236351BF-3004-4145-9225-DA068E1B81E3}"/>
              </a:ext>
            </a:extLst>
          </p:cNvPr>
          <p:cNvSpPr>
            <a:spLocks xmlns:a="http://schemas.openxmlformats.org/drawingml/2006/main" noGrp="1"/>
          </p:cNvSpPr>
          <p:nvPr/>
        </p:nvSpPr>
        <p:spPr>
          <a:xfrm xmlns:a="http://schemas.openxmlformats.org/drawingml/2006/main">
            <a:off x="6946138" y="2283431"/>
            <a:ext cx="26818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工艺</a:t>
            </a:r>
          </a:p>
        </p:txBody>
      </p:sp>
      <p:sp>
        <p:nvSpPr>
          <p:cNvPr id="101" name="pdf-text-0101">
            <a:extLst xmlns:a="http://schemas.openxmlformats.org/drawingml/2006/main">
              <a:ext uri="{FF2B5EF4-FFF2-40B4-BE49-F238E27FC236}">
                <a16:creationId xmlns:a16="http://schemas.microsoft.com/office/drawing/2014/main" id="{1C4DFF55-7AAB-46E4-AE4E-F30F23425E5E}"/>
              </a:ext>
            </a:extLst>
          </p:cNvPr>
          <p:cNvSpPr>
            <a:spLocks xmlns:a="http://schemas.openxmlformats.org/drawingml/2006/main" noGrp="1"/>
          </p:cNvSpPr>
          <p:nvPr/>
        </p:nvSpPr>
        <p:spPr>
          <a:xfrm xmlns:a="http://schemas.openxmlformats.org/drawingml/2006/main">
            <a:off x="6348692" y="2427641"/>
            <a:ext cx="7810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Arial"/>
                <a:ea typeface="Arial"/>
                <a:cs typeface="Arial"/>
              </a:defRPr>
            </a:pPr>
            <a:r>
              <a:rPr sz="900" b="0" i="0">
                <a:solidFill>
                  <a:srgbClr val="000000"/>
                </a:solidFill>
                <a:latin typeface="Arial"/>
                <a:ea typeface="Arial"/>
                <a:cs typeface="Arial"/>
              </a:rPr>
              <a:t>•</a:t>
            </a:r>
          </a:p>
        </p:txBody>
      </p:sp>
      <p:sp>
        <p:nvSpPr>
          <p:cNvPr id="102" name="pdf-text-0102">
            <a:extLst xmlns:a="http://schemas.openxmlformats.org/drawingml/2006/main">
              <a:ext uri="{FF2B5EF4-FFF2-40B4-BE49-F238E27FC236}">
                <a16:creationId xmlns:a16="http://schemas.microsoft.com/office/drawing/2014/main" id="{EF4AEAF3-97AA-48C5-84A6-42CF1E852646}"/>
              </a:ext>
            </a:extLst>
          </p:cNvPr>
          <p:cNvSpPr>
            <a:spLocks xmlns:a="http://schemas.openxmlformats.org/drawingml/2006/main" noGrp="1"/>
          </p:cNvSpPr>
          <p:nvPr/>
        </p:nvSpPr>
        <p:spPr>
          <a:xfrm xmlns:a="http://schemas.openxmlformats.org/drawingml/2006/main">
            <a:off x="6520942" y="2420591"/>
            <a:ext cx="499758"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高精度、</a:t>
            </a:r>
          </a:p>
        </p:txBody>
      </p:sp>
      <p:sp>
        <p:nvSpPr>
          <p:cNvPr id="103" name="pdf-text-0103">
            <a:extLst xmlns:a="http://schemas.openxmlformats.org/drawingml/2006/main">
              <a:ext uri="{FF2B5EF4-FFF2-40B4-BE49-F238E27FC236}">
                <a16:creationId xmlns:a16="http://schemas.microsoft.com/office/drawing/2014/main" id="{50800264-8BC7-479F-9C60-1E7E84802BDA}"/>
              </a:ext>
            </a:extLst>
          </p:cNvPr>
          <p:cNvSpPr>
            <a:spLocks xmlns:a="http://schemas.openxmlformats.org/drawingml/2006/main" noGrp="1"/>
          </p:cNvSpPr>
          <p:nvPr/>
        </p:nvSpPr>
        <p:spPr>
          <a:xfrm xmlns:a="http://schemas.openxmlformats.org/drawingml/2006/main">
            <a:off x="6982714" y="2426477"/>
            <a:ext cx="176974"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2X</a:t>
            </a:r>
          </a:p>
        </p:txBody>
      </p:sp>
      <p:sp>
        <p:nvSpPr>
          <p:cNvPr id="104" name="pdf-text-0104">
            <a:extLst xmlns:a="http://schemas.openxmlformats.org/drawingml/2006/main">
              <a:ext uri="{FF2B5EF4-FFF2-40B4-BE49-F238E27FC236}">
                <a16:creationId xmlns:a16="http://schemas.microsoft.com/office/drawing/2014/main" id="{36D98933-D508-4345-8BAA-CED4B2688527}"/>
              </a:ext>
            </a:extLst>
          </p:cNvPr>
          <p:cNvSpPr>
            <a:spLocks xmlns:a="http://schemas.openxmlformats.org/drawingml/2006/main" noGrp="1"/>
          </p:cNvSpPr>
          <p:nvPr/>
        </p:nvSpPr>
        <p:spPr>
          <a:xfrm xmlns:a="http://schemas.openxmlformats.org/drawingml/2006/main">
            <a:off x="7122961" y="2420591"/>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业界</a:t>
            </a:r>
          </a:p>
        </p:txBody>
      </p:sp>
      <p:sp>
        <p:nvSpPr>
          <p:cNvPr id="105" name="pdf-text-0105">
            <a:extLst xmlns:a="http://schemas.openxmlformats.org/drawingml/2006/main">
              <a:ext uri="{FF2B5EF4-FFF2-40B4-BE49-F238E27FC236}">
                <a16:creationId xmlns:a16="http://schemas.microsoft.com/office/drawing/2014/main" id="{A9422A7F-46E7-4F51-B939-6809466DBCF7}"/>
              </a:ext>
            </a:extLst>
          </p:cNvPr>
          <p:cNvSpPr>
            <a:spLocks xmlns:a="http://schemas.openxmlformats.org/drawingml/2006/main" noGrp="1"/>
          </p:cNvSpPr>
          <p:nvPr/>
        </p:nvSpPr>
        <p:spPr>
          <a:xfrm xmlns:a="http://schemas.openxmlformats.org/drawingml/2006/main">
            <a:off x="6520942" y="2557751"/>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速度</a:t>
            </a:r>
          </a:p>
        </p:txBody>
      </p:sp>
      <p:sp>
        <p:nvSpPr>
          <p:cNvPr id="106" name="pdf-text-0106">
            <a:extLst xmlns:a="http://schemas.openxmlformats.org/drawingml/2006/main">
              <a:ext uri="{FF2B5EF4-FFF2-40B4-BE49-F238E27FC236}">
                <a16:creationId xmlns:a16="http://schemas.microsoft.com/office/drawing/2014/main" id="{A770E37C-1DCC-47D2-8D69-0EE3068B26C6}"/>
              </a:ext>
            </a:extLst>
          </p:cNvPr>
          <p:cNvSpPr>
            <a:spLocks xmlns:a="http://schemas.openxmlformats.org/drawingml/2006/main" noGrp="1"/>
          </p:cNvSpPr>
          <p:nvPr/>
        </p:nvSpPr>
        <p:spPr>
          <a:xfrm xmlns:a="http://schemas.openxmlformats.org/drawingml/2006/main">
            <a:off x="9162415" y="1653119"/>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白光干涉</a:t>
            </a:r>
          </a:p>
        </p:txBody>
      </p:sp>
      <p:sp>
        <p:nvSpPr>
          <p:cNvPr id="107" name="pdf-text-0107">
            <a:extLst xmlns:a="http://schemas.openxmlformats.org/drawingml/2006/main">
              <a:ext uri="{FF2B5EF4-FFF2-40B4-BE49-F238E27FC236}">
                <a16:creationId xmlns:a16="http://schemas.microsoft.com/office/drawing/2014/main" id="{26F21686-ECF6-4EF6-B8E7-6A9B3307C766}"/>
              </a:ext>
            </a:extLst>
          </p:cNvPr>
          <p:cNvSpPr>
            <a:spLocks xmlns:a="http://schemas.openxmlformats.org/drawingml/2006/main" noGrp="1"/>
          </p:cNvSpPr>
          <p:nvPr/>
        </p:nvSpPr>
        <p:spPr>
          <a:xfrm xmlns:a="http://schemas.openxmlformats.org/drawingml/2006/main">
            <a:off x="9162415" y="1866479"/>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（在研）</a:t>
            </a:r>
          </a:p>
        </p:txBody>
      </p:sp>
      <p:sp>
        <p:nvSpPr>
          <p:cNvPr id="108" name="pdf-text-0108">
            <a:extLst xmlns:a="http://schemas.openxmlformats.org/drawingml/2006/main">
              <a:ext uri="{FF2B5EF4-FFF2-40B4-BE49-F238E27FC236}">
                <a16:creationId xmlns:a16="http://schemas.microsoft.com/office/drawing/2014/main" id="{5B8D6F62-C040-438F-BC2F-0C8BBC99797B}"/>
              </a:ext>
            </a:extLst>
          </p:cNvPr>
          <p:cNvSpPr>
            <a:spLocks xmlns:a="http://schemas.openxmlformats.org/drawingml/2006/main" noGrp="1"/>
          </p:cNvSpPr>
          <p:nvPr/>
        </p:nvSpPr>
        <p:spPr>
          <a:xfrm xmlns:a="http://schemas.openxmlformats.org/drawingml/2006/main">
            <a:off x="9162415" y="2099981"/>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Arial"/>
                <a:ea typeface="Arial"/>
                <a:cs typeface="Arial"/>
              </a:defRPr>
            </a:pPr>
            <a:r>
              <a:rPr sz="1404" b="0" i="0">
                <a:solidFill>
                  <a:srgbClr val="C00000"/>
                </a:solidFill>
                <a:latin typeface="Arial"/>
                <a:ea typeface="Arial"/>
                <a:cs typeface="Arial"/>
              </a:rPr>
              <a:t>•</a:t>
            </a:r>
          </a:p>
        </p:txBody>
      </p:sp>
      <p:sp>
        <p:nvSpPr>
          <p:cNvPr id="109" name="pdf-text-0109">
            <a:extLst xmlns:a="http://schemas.openxmlformats.org/drawingml/2006/main">
              <a:ext uri="{FF2B5EF4-FFF2-40B4-BE49-F238E27FC236}">
                <a16:creationId xmlns:a16="http://schemas.microsoft.com/office/drawing/2014/main" id="{27970EBA-C687-48A1-84CB-8609780E84B3}"/>
              </a:ext>
            </a:extLst>
          </p:cNvPr>
          <p:cNvSpPr>
            <a:spLocks xmlns:a="http://schemas.openxmlformats.org/drawingml/2006/main" noGrp="1"/>
          </p:cNvSpPr>
          <p:nvPr/>
        </p:nvSpPr>
        <p:spPr>
          <a:xfrm xmlns:a="http://schemas.openxmlformats.org/drawingml/2006/main">
            <a:off x="9334660" y="2088983"/>
            <a:ext cx="9281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KaiTi"/>
                <a:ea typeface="KaiTi"/>
                <a:cs typeface="KaiTi"/>
              </a:defRPr>
            </a:pPr>
            <a:r>
              <a:rPr sz="1404" b="0" i="0">
                <a:solidFill>
                  <a:srgbClr val="C00000"/>
                </a:solidFill>
                <a:latin typeface="KaiTi"/>
                <a:ea typeface="KaiTi"/>
                <a:cs typeface="KaiTi"/>
              </a:rPr>
              <a:t>针对先进封</a:t>
            </a:r>
          </a:p>
        </p:txBody>
      </p:sp>
      <p:sp>
        <p:nvSpPr>
          <p:cNvPr id="110" name="pdf-text-0110">
            <a:extLst xmlns:a="http://schemas.openxmlformats.org/drawingml/2006/main">
              <a:ext uri="{FF2B5EF4-FFF2-40B4-BE49-F238E27FC236}">
                <a16:creationId xmlns:a16="http://schemas.microsoft.com/office/drawing/2014/main" id="{19CB8B06-0B01-46FE-9D03-CB8846E28994}"/>
              </a:ext>
            </a:extLst>
          </p:cNvPr>
          <p:cNvSpPr>
            <a:spLocks xmlns:a="http://schemas.openxmlformats.org/drawingml/2006/main" noGrp="1"/>
          </p:cNvSpPr>
          <p:nvPr/>
        </p:nvSpPr>
        <p:spPr>
          <a:xfrm xmlns:a="http://schemas.openxmlformats.org/drawingml/2006/main">
            <a:off x="9334660" y="2293146"/>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KaiTi"/>
                <a:ea typeface="KaiTi"/>
                <a:cs typeface="KaiTi"/>
              </a:defRPr>
            </a:pPr>
            <a:r>
              <a:rPr sz="1404" b="0" i="0">
                <a:solidFill>
                  <a:srgbClr val="C00000"/>
                </a:solidFill>
                <a:latin typeface="KaiTi"/>
                <a:ea typeface="KaiTi"/>
                <a:cs typeface="KaiTi"/>
              </a:rPr>
              <a:t>装</a:t>
            </a:r>
          </a:p>
        </p:txBody>
      </p:sp>
      <p:sp>
        <p:nvSpPr>
          <p:cNvPr id="111" name="pdf-text-0111">
            <a:extLst xmlns:a="http://schemas.openxmlformats.org/drawingml/2006/main">
              <a:ext uri="{FF2B5EF4-FFF2-40B4-BE49-F238E27FC236}">
                <a16:creationId xmlns:a16="http://schemas.microsoft.com/office/drawing/2014/main" id="{200388F9-130E-4F5B-9A5C-5A19E82AF3A3}"/>
              </a:ext>
            </a:extLst>
          </p:cNvPr>
          <p:cNvSpPr>
            <a:spLocks xmlns:a="http://schemas.openxmlformats.org/drawingml/2006/main" noGrp="1"/>
          </p:cNvSpPr>
          <p:nvPr/>
        </p:nvSpPr>
        <p:spPr>
          <a:xfrm xmlns:a="http://schemas.openxmlformats.org/drawingml/2006/main">
            <a:off x="9514574" y="2302329"/>
            <a:ext cx="44353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TimesNewRomanPSMT"/>
                <a:ea typeface="TimesNewRomanPSMT"/>
                <a:cs typeface="TimesNewRomanPSMT"/>
              </a:defRPr>
            </a:pPr>
            <a:r>
              <a:rPr sz="1404" b="0" i="0">
                <a:solidFill>
                  <a:srgbClr val="C00000"/>
                </a:solidFill>
                <a:latin typeface="TimesNewRomanPSMT"/>
                <a:ea typeface="TimesNewRomanPSMT"/>
                <a:cs typeface="TimesNewRomanPSMT"/>
              </a:rPr>
              <a:t>HBM</a:t>
            </a:r>
          </a:p>
        </p:txBody>
      </p:sp>
      <p:sp>
        <p:nvSpPr>
          <p:cNvPr id="112" name="pdf-text-0112">
            <a:extLst xmlns:a="http://schemas.openxmlformats.org/drawingml/2006/main">
              <a:ext uri="{FF2B5EF4-FFF2-40B4-BE49-F238E27FC236}">
                <a16:creationId xmlns:a16="http://schemas.microsoft.com/office/drawing/2014/main" id="{723E500E-88ED-4001-AB72-186BF0F418F4}"/>
              </a:ext>
            </a:extLst>
          </p:cNvPr>
          <p:cNvSpPr>
            <a:spLocks xmlns:a="http://schemas.openxmlformats.org/drawingml/2006/main" noGrp="1"/>
          </p:cNvSpPr>
          <p:nvPr/>
        </p:nvSpPr>
        <p:spPr>
          <a:xfrm xmlns:a="http://schemas.openxmlformats.org/drawingml/2006/main">
            <a:off x="9162415" y="2503841"/>
            <a:ext cx="7810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Arial"/>
                <a:ea typeface="Arial"/>
                <a:cs typeface="Arial"/>
              </a:defRPr>
            </a:pPr>
            <a:r>
              <a:rPr sz="900" b="0" i="0">
                <a:solidFill>
                  <a:srgbClr val="000000"/>
                </a:solidFill>
                <a:latin typeface="Arial"/>
                <a:ea typeface="Arial"/>
                <a:cs typeface="Arial"/>
              </a:rPr>
              <a:t>•</a:t>
            </a:r>
          </a:p>
        </p:txBody>
      </p:sp>
      <p:sp>
        <p:nvSpPr>
          <p:cNvPr id="113" name="pdf-text-0113">
            <a:extLst xmlns:a="http://schemas.openxmlformats.org/drawingml/2006/main">
              <a:ext uri="{FF2B5EF4-FFF2-40B4-BE49-F238E27FC236}">
                <a16:creationId xmlns:a16="http://schemas.microsoft.com/office/drawing/2014/main" id="{14F74479-7A47-4487-A3BB-61EBA0D747B4}"/>
              </a:ext>
            </a:extLst>
          </p:cNvPr>
          <p:cNvSpPr>
            <a:spLocks xmlns:a="http://schemas.openxmlformats.org/drawingml/2006/main" noGrp="1"/>
          </p:cNvSpPr>
          <p:nvPr/>
        </p:nvSpPr>
        <p:spPr>
          <a:xfrm xmlns:a="http://schemas.openxmlformats.org/drawingml/2006/main">
            <a:off x="9334665" y="2496791"/>
            <a:ext cx="8382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高精度，超高速</a:t>
            </a:r>
          </a:p>
        </p:txBody>
      </p:sp>
      <p:sp>
        <p:nvSpPr>
          <p:cNvPr id="114" name="pdf-vector-0114">
            <a:extLst xmlns:a="http://schemas.openxmlformats.org/drawingml/2006/main">
              <a:ext uri="{FF2B5EF4-FFF2-40B4-BE49-F238E27FC236}">
                <a16:creationId xmlns:a16="http://schemas.microsoft.com/office/drawing/2014/main" id="{21F47F16-CCCC-429E-971F-31484304B8AA}"/>
              </a:ext>
            </a:extLst>
          </p:cNvPr>
          <p:cNvSpPr>
            <a:spLocks xmlns:a="http://schemas.openxmlformats.org/drawingml/2006/main" noGrp="1"/>
          </p:cNvSpPr>
          <p:nvPr/>
        </p:nvSpPr>
        <p:spPr>
          <a:xfrm xmlns:a="http://schemas.openxmlformats.org/drawingml/2006/main">
            <a:off x="9070975" y="3186430"/>
            <a:ext cx="60896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15" name="pdf-vector-0115">
            <a:extLst xmlns:a="http://schemas.openxmlformats.org/drawingml/2006/main">
              <a:ext uri="{FF2B5EF4-FFF2-40B4-BE49-F238E27FC236}">
                <a16:creationId xmlns:a16="http://schemas.microsoft.com/office/drawing/2014/main" id="{B2545F65-CE6E-4F68-AD45-7183B8E7D300}"/>
              </a:ext>
            </a:extLst>
          </p:cNvPr>
          <p:cNvSpPr>
            <a:spLocks xmlns:a="http://schemas.openxmlformats.org/drawingml/2006/main" noGrp="1"/>
          </p:cNvSpPr>
          <p:nvPr/>
        </p:nvSpPr>
        <p:spPr>
          <a:xfrm xmlns:a="http://schemas.openxmlformats.org/drawingml/2006/main">
            <a:off x="9679940" y="3186430"/>
            <a:ext cx="65214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16" name="pdf-vector-0116">
            <a:extLst xmlns:a="http://schemas.openxmlformats.org/drawingml/2006/main">
              <a:ext uri="{FF2B5EF4-FFF2-40B4-BE49-F238E27FC236}">
                <a16:creationId xmlns:a16="http://schemas.microsoft.com/office/drawing/2014/main" id="{F6D6C45F-4300-4E35-9EF5-869A9347FF37}"/>
              </a:ext>
            </a:extLst>
          </p:cNvPr>
          <p:cNvSpPr>
            <a:spLocks xmlns:a="http://schemas.openxmlformats.org/drawingml/2006/main" noGrp="1"/>
          </p:cNvSpPr>
          <p:nvPr/>
        </p:nvSpPr>
        <p:spPr>
          <a:xfrm xmlns:a="http://schemas.openxmlformats.org/drawingml/2006/main">
            <a:off x="10332085" y="3186430"/>
            <a:ext cx="631190"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17" name="pdf-vector-0117">
            <a:extLst xmlns:a="http://schemas.openxmlformats.org/drawingml/2006/main">
              <a:ext uri="{FF2B5EF4-FFF2-40B4-BE49-F238E27FC236}">
                <a16:creationId xmlns:a16="http://schemas.microsoft.com/office/drawing/2014/main" id="{9157ADB2-3672-4C4A-A083-BE1DCA45F649}"/>
              </a:ext>
            </a:extLst>
          </p:cNvPr>
          <p:cNvSpPr>
            <a:spLocks xmlns:a="http://schemas.openxmlformats.org/drawingml/2006/main" noGrp="1"/>
          </p:cNvSpPr>
          <p:nvPr/>
        </p:nvSpPr>
        <p:spPr>
          <a:xfrm xmlns:a="http://schemas.openxmlformats.org/drawingml/2006/main">
            <a:off x="10963275" y="3186430"/>
            <a:ext cx="602615" cy="41148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18" name="pdf-vector-0118">
            <a:extLst xmlns:a="http://schemas.openxmlformats.org/drawingml/2006/main">
              <a:ext uri="{FF2B5EF4-FFF2-40B4-BE49-F238E27FC236}">
                <a16:creationId xmlns:a16="http://schemas.microsoft.com/office/drawing/2014/main" id="{B5B85C4E-CB81-4956-AD18-A41ACD64F7CE}"/>
              </a:ext>
            </a:extLst>
          </p:cNvPr>
          <p:cNvSpPr>
            <a:spLocks xmlns:a="http://schemas.openxmlformats.org/drawingml/2006/main" noGrp="1"/>
          </p:cNvSpPr>
          <p:nvPr/>
        </p:nvSpPr>
        <p:spPr>
          <a:xfrm xmlns:a="http://schemas.openxmlformats.org/drawingml/2006/main">
            <a:off x="9070975" y="3597910"/>
            <a:ext cx="60896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19" name="pdf-vector-0119">
            <a:extLst xmlns:a="http://schemas.openxmlformats.org/drawingml/2006/main">
              <a:ext uri="{FF2B5EF4-FFF2-40B4-BE49-F238E27FC236}">
                <a16:creationId xmlns:a16="http://schemas.microsoft.com/office/drawing/2014/main" id="{BD4BBF47-46F8-41A4-94C1-ABD427C9653D}"/>
              </a:ext>
            </a:extLst>
          </p:cNvPr>
          <p:cNvSpPr>
            <a:spLocks xmlns:a="http://schemas.openxmlformats.org/drawingml/2006/main" noGrp="1"/>
          </p:cNvSpPr>
          <p:nvPr/>
        </p:nvSpPr>
        <p:spPr>
          <a:xfrm xmlns:a="http://schemas.openxmlformats.org/drawingml/2006/main">
            <a:off x="9679940" y="3597910"/>
            <a:ext cx="65214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20" name="pdf-vector-0120">
            <a:extLst xmlns:a="http://schemas.openxmlformats.org/drawingml/2006/main">
              <a:ext uri="{FF2B5EF4-FFF2-40B4-BE49-F238E27FC236}">
                <a16:creationId xmlns:a16="http://schemas.microsoft.com/office/drawing/2014/main" id="{CA78C426-6D5A-4A09-B671-2A168A4B9BBD}"/>
              </a:ext>
            </a:extLst>
          </p:cNvPr>
          <p:cNvSpPr>
            <a:spLocks xmlns:a="http://schemas.openxmlformats.org/drawingml/2006/main" noGrp="1"/>
          </p:cNvSpPr>
          <p:nvPr/>
        </p:nvSpPr>
        <p:spPr>
          <a:xfrm xmlns:a="http://schemas.openxmlformats.org/drawingml/2006/main">
            <a:off x="10332085" y="3597910"/>
            <a:ext cx="631190"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21" name="pdf-vector-0121">
            <a:extLst xmlns:a="http://schemas.openxmlformats.org/drawingml/2006/main">
              <a:ext uri="{FF2B5EF4-FFF2-40B4-BE49-F238E27FC236}">
                <a16:creationId xmlns:a16="http://schemas.microsoft.com/office/drawing/2014/main" id="{20E1FA09-CB38-4684-A52E-FEA3C1822049}"/>
              </a:ext>
            </a:extLst>
          </p:cNvPr>
          <p:cNvSpPr>
            <a:spLocks xmlns:a="http://schemas.openxmlformats.org/drawingml/2006/main" noGrp="1"/>
          </p:cNvSpPr>
          <p:nvPr/>
        </p:nvSpPr>
        <p:spPr>
          <a:xfrm xmlns:a="http://schemas.openxmlformats.org/drawingml/2006/main">
            <a:off x="10963275" y="3597910"/>
            <a:ext cx="602615" cy="20574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22" name="pdf-vector-0122">
            <a:extLst xmlns:a="http://schemas.openxmlformats.org/drawingml/2006/main">
              <a:ext uri="{FF2B5EF4-FFF2-40B4-BE49-F238E27FC236}">
                <a16:creationId xmlns:a16="http://schemas.microsoft.com/office/drawing/2014/main" id="{2431BE59-EE72-469B-B896-F6C772D426FE}"/>
              </a:ext>
            </a:extLst>
          </p:cNvPr>
          <p:cNvSpPr>
            <a:spLocks xmlns:a="http://schemas.openxmlformats.org/drawingml/2006/main" noGrp="1"/>
          </p:cNvSpPr>
          <p:nvPr/>
        </p:nvSpPr>
        <p:spPr>
          <a:xfrm xmlns:a="http://schemas.openxmlformats.org/drawingml/2006/main">
            <a:off x="9070975" y="3803650"/>
            <a:ext cx="60896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23" name="pdf-vector-0123">
            <a:extLst xmlns:a="http://schemas.openxmlformats.org/drawingml/2006/main">
              <a:ext uri="{FF2B5EF4-FFF2-40B4-BE49-F238E27FC236}">
                <a16:creationId xmlns:a16="http://schemas.microsoft.com/office/drawing/2014/main" id="{1CCD4C2E-E4F8-47D1-8848-BB32AD3912B4}"/>
              </a:ext>
            </a:extLst>
          </p:cNvPr>
          <p:cNvSpPr>
            <a:spLocks xmlns:a="http://schemas.openxmlformats.org/drawingml/2006/main" noGrp="1"/>
          </p:cNvSpPr>
          <p:nvPr/>
        </p:nvSpPr>
        <p:spPr>
          <a:xfrm xmlns:a="http://schemas.openxmlformats.org/drawingml/2006/main">
            <a:off x="9679940" y="3803650"/>
            <a:ext cx="65214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24" name="pdf-vector-0124">
            <a:extLst xmlns:a="http://schemas.openxmlformats.org/drawingml/2006/main">
              <a:ext uri="{FF2B5EF4-FFF2-40B4-BE49-F238E27FC236}">
                <a16:creationId xmlns:a16="http://schemas.microsoft.com/office/drawing/2014/main" id="{8C4F042D-E339-4560-8BB4-AE8DEEB6AE25}"/>
              </a:ext>
            </a:extLst>
          </p:cNvPr>
          <p:cNvSpPr>
            <a:spLocks xmlns:a="http://schemas.openxmlformats.org/drawingml/2006/main" noGrp="1"/>
          </p:cNvSpPr>
          <p:nvPr/>
        </p:nvSpPr>
        <p:spPr>
          <a:xfrm xmlns:a="http://schemas.openxmlformats.org/drawingml/2006/main">
            <a:off x="10332085" y="3803650"/>
            <a:ext cx="631190"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25" name="pdf-vector-0125">
            <a:extLst xmlns:a="http://schemas.openxmlformats.org/drawingml/2006/main">
              <a:ext uri="{FF2B5EF4-FFF2-40B4-BE49-F238E27FC236}">
                <a16:creationId xmlns:a16="http://schemas.microsoft.com/office/drawing/2014/main" id="{14D25B64-2E78-4360-99FB-FC9026C7E1FE}"/>
              </a:ext>
            </a:extLst>
          </p:cNvPr>
          <p:cNvSpPr>
            <a:spLocks xmlns:a="http://schemas.openxmlformats.org/drawingml/2006/main" noGrp="1"/>
          </p:cNvSpPr>
          <p:nvPr/>
        </p:nvSpPr>
        <p:spPr>
          <a:xfrm xmlns:a="http://schemas.openxmlformats.org/drawingml/2006/main">
            <a:off x="10963275" y="3803650"/>
            <a:ext cx="602615" cy="41148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26" name="pdf-vector-0126">
            <a:extLst xmlns:a="http://schemas.openxmlformats.org/drawingml/2006/main">
              <a:ext uri="{FF2B5EF4-FFF2-40B4-BE49-F238E27FC236}">
                <a16:creationId xmlns:a16="http://schemas.microsoft.com/office/drawing/2014/main" id="{75D26BF3-4664-490B-BDC5-062C79416007}"/>
              </a:ext>
            </a:extLst>
          </p:cNvPr>
          <p:cNvSpPr>
            <a:spLocks xmlns:a="http://schemas.openxmlformats.org/drawingml/2006/main" noGrp="1"/>
          </p:cNvSpPr>
          <p:nvPr/>
        </p:nvSpPr>
        <p:spPr>
          <a:xfrm xmlns:a="http://schemas.openxmlformats.org/drawingml/2006/main">
            <a:off x="9679940" y="318008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127" name="pdf-vector-0127">
            <a:extLst xmlns:a="http://schemas.openxmlformats.org/drawingml/2006/main">
              <a:ext uri="{FF2B5EF4-FFF2-40B4-BE49-F238E27FC236}">
                <a16:creationId xmlns:a16="http://schemas.microsoft.com/office/drawing/2014/main" id="{DCEA1B65-5B42-4783-A4D1-BB0136E26AED}"/>
              </a:ext>
            </a:extLst>
          </p:cNvPr>
          <p:cNvSpPr>
            <a:spLocks xmlns:a="http://schemas.openxmlformats.org/drawingml/2006/main" noGrp="1"/>
          </p:cNvSpPr>
          <p:nvPr/>
        </p:nvSpPr>
        <p:spPr>
          <a:xfrm xmlns:a="http://schemas.openxmlformats.org/drawingml/2006/main">
            <a:off x="10332085" y="318008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128" name="pdf-vector-0128">
            <a:extLst xmlns:a="http://schemas.openxmlformats.org/drawingml/2006/main">
              <a:ext uri="{FF2B5EF4-FFF2-40B4-BE49-F238E27FC236}">
                <a16:creationId xmlns:a16="http://schemas.microsoft.com/office/drawing/2014/main" id="{2BF4DAEE-530F-4EA3-81F5-8FF928EEC349}"/>
              </a:ext>
            </a:extLst>
          </p:cNvPr>
          <p:cNvSpPr>
            <a:spLocks xmlns:a="http://schemas.openxmlformats.org/drawingml/2006/main" noGrp="1"/>
          </p:cNvSpPr>
          <p:nvPr/>
        </p:nvSpPr>
        <p:spPr>
          <a:xfrm xmlns:a="http://schemas.openxmlformats.org/drawingml/2006/main">
            <a:off x="10963275" y="318008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129" name="pdf-vector-0129">
            <a:extLst xmlns:a="http://schemas.openxmlformats.org/drawingml/2006/main">
              <a:ext uri="{FF2B5EF4-FFF2-40B4-BE49-F238E27FC236}">
                <a16:creationId xmlns:a16="http://schemas.microsoft.com/office/drawing/2014/main" id="{5FDF7EF7-2F49-4841-8182-FF2B79594334}"/>
              </a:ext>
            </a:extLst>
          </p:cNvPr>
          <p:cNvSpPr>
            <a:spLocks xmlns:a="http://schemas.openxmlformats.org/drawingml/2006/main" noGrp="1"/>
          </p:cNvSpPr>
          <p:nvPr/>
        </p:nvSpPr>
        <p:spPr>
          <a:xfrm xmlns:a="http://schemas.openxmlformats.org/drawingml/2006/main">
            <a:off x="9064625" y="359791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30" name="pdf-vector-0130">
            <a:extLst xmlns:a="http://schemas.openxmlformats.org/drawingml/2006/main">
              <a:ext uri="{FF2B5EF4-FFF2-40B4-BE49-F238E27FC236}">
                <a16:creationId xmlns:a16="http://schemas.microsoft.com/office/drawing/2014/main" id="{1E7E37CD-5A43-406D-8E21-FAE6F6C14DC8}"/>
              </a:ext>
            </a:extLst>
          </p:cNvPr>
          <p:cNvSpPr>
            <a:spLocks xmlns:a="http://schemas.openxmlformats.org/drawingml/2006/main" noGrp="1"/>
          </p:cNvSpPr>
          <p:nvPr/>
        </p:nvSpPr>
        <p:spPr>
          <a:xfrm xmlns:a="http://schemas.openxmlformats.org/drawingml/2006/main">
            <a:off x="9064625" y="380365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31" name="pdf-vector-0131">
            <a:extLst xmlns:a="http://schemas.openxmlformats.org/drawingml/2006/main">
              <a:ext uri="{FF2B5EF4-FFF2-40B4-BE49-F238E27FC236}">
                <a16:creationId xmlns:a16="http://schemas.microsoft.com/office/drawing/2014/main" id="{51D9EAD6-C227-488C-88D8-18AE32136FA2}"/>
              </a:ext>
            </a:extLst>
          </p:cNvPr>
          <p:cNvSpPr>
            <a:spLocks xmlns:a="http://schemas.openxmlformats.org/drawingml/2006/main" noGrp="1"/>
          </p:cNvSpPr>
          <p:nvPr/>
        </p:nvSpPr>
        <p:spPr>
          <a:xfrm xmlns:a="http://schemas.openxmlformats.org/drawingml/2006/main">
            <a:off x="9070975" y="318008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132" name="pdf-vector-0132">
            <a:extLst xmlns:a="http://schemas.openxmlformats.org/drawingml/2006/main">
              <a:ext uri="{FF2B5EF4-FFF2-40B4-BE49-F238E27FC236}">
                <a16:creationId xmlns:a16="http://schemas.microsoft.com/office/drawing/2014/main" id="{4EA7EB50-88A9-43F6-8009-770B5907D6F5}"/>
              </a:ext>
            </a:extLst>
          </p:cNvPr>
          <p:cNvSpPr>
            <a:spLocks xmlns:a="http://schemas.openxmlformats.org/drawingml/2006/main" noGrp="1"/>
          </p:cNvSpPr>
          <p:nvPr/>
        </p:nvSpPr>
        <p:spPr>
          <a:xfrm xmlns:a="http://schemas.openxmlformats.org/drawingml/2006/main">
            <a:off x="11565890" y="3180080"/>
            <a:ext cx="953" cy="1041400"/>
          </a:xfrm>
          <a:custGeom xmlns:a="http://schemas.openxmlformats.org/drawingml/2006/main">
            <a:pathLst>
              <a:path w="953" h="1041400">
                <a:moveTo>
                  <a:pt x="0" y="0"/>
                </a:moveTo>
                <a:lnTo>
                  <a:pt x="0" y="1041400"/>
                </a:lnTo>
              </a:path>
            </a:pathLst>
          </a:custGeom>
          <a:noFill xmlns:a="http://schemas.openxmlformats.org/drawingml/2006/main"/>
          <a:ln xmlns:a="http://schemas.openxmlformats.org/drawingml/2006/main" w="12700">
            <a:solidFill>
              <a:srgbClr val="C0C0C0"/>
            </a:solidFill>
            <a:prstDash val="solid"/>
          </a:ln>
        </p:spPr>
      </p:sp>
      <p:sp>
        <p:nvSpPr>
          <p:cNvPr id="133" name="pdf-vector-0133">
            <a:extLst xmlns:a="http://schemas.openxmlformats.org/drawingml/2006/main">
              <a:ext uri="{FF2B5EF4-FFF2-40B4-BE49-F238E27FC236}">
                <a16:creationId xmlns:a16="http://schemas.microsoft.com/office/drawing/2014/main" id="{5876D5C0-BA2E-4D7A-9E0B-5FF406E6FC67}"/>
              </a:ext>
            </a:extLst>
          </p:cNvPr>
          <p:cNvSpPr>
            <a:spLocks xmlns:a="http://schemas.openxmlformats.org/drawingml/2006/main" noGrp="1"/>
          </p:cNvSpPr>
          <p:nvPr/>
        </p:nvSpPr>
        <p:spPr>
          <a:xfrm xmlns:a="http://schemas.openxmlformats.org/drawingml/2006/main">
            <a:off x="9064625" y="318643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34" name="pdf-vector-0134">
            <a:extLst xmlns:a="http://schemas.openxmlformats.org/drawingml/2006/main">
              <a:ext uri="{FF2B5EF4-FFF2-40B4-BE49-F238E27FC236}">
                <a16:creationId xmlns:a16="http://schemas.microsoft.com/office/drawing/2014/main" id="{2058B3CB-D4ED-4CF0-8F41-7B0757E38095}"/>
              </a:ext>
            </a:extLst>
          </p:cNvPr>
          <p:cNvSpPr>
            <a:spLocks xmlns:a="http://schemas.openxmlformats.org/drawingml/2006/main" noGrp="1"/>
          </p:cNvSpPr>
          <p:nvPr/>
        </p:nvSpPr>
        <p:spPr>
          <a:xfrm xmlns:a="http://schemas.openxmlformats.org/drawingml/2006/main">
            <a:off x="9064625" y="421513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35" name="pdf-text-0135">
            <a:extLst xmlns:a="http://schemas.openxmlformats.org/drawingml/2006/main">
              <a:ext uri="{FF2B5EF4-FFF2-40B4-BE49-F238E27FC236}">
                <a16:creationId xmlns:a16="http://schemas.microsoft.com/office/drawing/2014/main" id="{0BF179D5-81EF-4B8E-A436-203C12BE5FE0}"/>
              </a:ext>
            </a:extLst>
          </p:cNvPr>
          <p:cNvSpPr>
            <a:spLocks xmlns:a="http://schemas.openxmlformats.org/drawingml/2006/main" noGrp="1"/>
          </p:cNvSpPr>
          <p:nvPr/>
        </p:nvSpPr>
        <p:spPr>
          <a:xfrm xmlns:a="http://schemas.openxmlformats.org/drawingml/2006/main">
            <a:off x="9260142" y="3259236"/>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平面</a:t>
            </a:r>
          </a:p>
        </p:txBody>
      </p:sp>
      <p:sp>
        <p:nvSpPr>
          <p:cNvPr id="136" name="pdf-text-0136">
            <a:extLst xmlns:a="http://schemas.openxmlformats.org/drawingml/2006/main">
              <a:ext uri="{FF2B5EF4-FFF2-40B4-BE49-F238E27FC236}">
                <a16:creationId xmlns:a16="http://schemas.microsoft.com/office/drawing/2014/main" id="{18E5797E-BED2-4135-B6FC-025CF36830DF}"/>
              </a:ext>
            </a:extLst>
          </p:cNvPr>
          <p:cNvSpPr>
            <a:spLocks xmlns:a="http://schemas.openxmlformats.org/drawingml/2006/main" noGrp="1"/>
          </p:cNvSpPr>
          <p:nvPr/>
        </p:nvSpPr>
        <p:spPr>
          <a:xfrm xmlns:a="http://schemas.openxmlformats.org/drawingml/2006/main">
            <a:off x="9203754" y="3464976"/>
            <a:ext cx="381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分辨率</a:t>
            </a:r>
          </a:p>
        </p:txBody>
      </p:sp>
      <p:sp>
        <p:nvSpPr>
          <p:cNvPr id="137" name="pdf-text-0137">
            <a:extLst xmlns:a="http://schemas.openxmlformats.org/drawingml/2006/main">
              <a:ext uri="{FF2B5EF4-FFF2-40B4-BE49-F238E27FC236}">
                <a16:creationId xmlns:a16="http://schemas.microsoft.com/office/drawing/2014/main" id="{8565A3BF-156F-47A2-8973-A18F251726BE}"/>
              </a:ext>
            </a:extLst>
          </p:cNvPr>
          <p:cNvSpPr>
            <a:spLocks xmlns:a="http://schemas.openxmlformats.org/drawingml/2006/main" noGrp="1"/>
          </p:cNvSpPr>
          <p:nvPr/>
        </p:nvSpPr>
        <p:spPr>
          <a:xfrm xmlns:a="http://schemas.openxmlformats.org/drawingml/2006/main">
            <a:off x="9899714" y="3368331"/>
            <a:ext cx="253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1um</a:t>
            </a:r>
          </a:p>
        </p:txBody>
      </p:sp>
      <p:sp>
        <p:nvSpPr>
          <p:cNvPr id="138" name="pdf-text-0138">
            <a:extLst xmlns:a="http://schemas.openxmlformats.org/drawingml/2006/main">
              <a:ext uri="{FF2B5EF4-FFF2-40B4-BE49-F238E27FC236}">
                <a16:creationId xmlns:a16="http://schemas.microsoft.com/office/drawing/2014/main" id="{334DAC66-2AAB-4C03-91E2-6F5E50AACC22}"/>
              </a:ext>
            </a:extLst>
          </p:cNvPr>
          <p:cNvSpPr>
            <a:spLocks xmlns:a="http://schemas.openxmlformats.org/drawingml/2006/main" noGrp="1"/>
          </p:cNvSpPr>
          <p:nvPr/>
        </p:nvSpPr>
        <p:spPr>
          <a:xfrm xmlns:a="http://schemas.openxmlformats.org/drawingml/2006/main">
            <a:off x="10498417" y="3265461"/>
            <a:ext cx="340641"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0.5um</a:t>
            </a:r>
          </a:p>
        </p:txBody>
      </p:sp>
      <p:sp>
        <p:nvSpPr>
          <p:cNvPr id="139" name="pdf-text-0139">
            <a:extLst xmlns:a="http://schemas.openxmlformats.org/drawingml/2006/main">
              <a:ext uri="{FF2B5EF4-FFF2-40B4-BE49-F238E27FC236}">
                <a16:creationId xmlns:a16="http://schemas.microsoft.com/office/drawing/2014/main" id="{2D7D9D4A-31F5-44DF-A99B-882EACA475A5}"/>
              </a:ext>
            </a:extLst>
          </p:cNvPr>
          <p:cNvSpPr>
            <a:spLocks xmlns:a="http://schemas.openxmlformats.org/drawingml/2006/main" noGrp="1"/>
          </p:cNvSpPr>
          <p:nvPr/>
        </p:nvSpPr>
        <p:spPr>
          <a:xfrm xmlns:a="http://schemas.openxmlformats.org/drawingml/2006/main">
            <a:off x="10445038" y="3471201"/>
            <a:ext cx="44203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(500nm)</a:t>
            </a:r>
          </a:p>
        </p:txBody>
      </p:sp>
      <p:sp>
        <p:nvSpPr>
          <p:cNvPr id="140" name="pdf-text-0140">
            <a:extLst xmlns:a="http://schemas.openxmlformats.org/drawingml/2006/main">
              <a:ext uri="{FF2B5EF4-FFF2-40B4-BE49-F238E27FC236}">
                <a16:creationId xmlns:a16="http://schemas.microsoft.com/office/drawing/2014/main" id="{CEF121B0-BAC4-406D-9AAE-46C3E0D2EB0D}"/>
              </a:ext>
            </a:extLst>
          </p:cNvPr>
          <p:cNvSpPr>
            <a:spLocks xmlns:a="http://schemas.openxmlformats.org/drawingml/2006/main" noGrp="1"/>
          </p:cNvSpPr>
          <p:nvPr/>
        </p:nvSpPr>
        <p:spPr>
          <a:xfrm xmlns:a="http://schemas.openxmlformats.org/drawingml/2006/main">
            <a:off x="11114379" y="3265461"/>
            <a:ext cx="34064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0.2um</a:t>
            </a:r>
          </a:p>
        </p:txBody>
      </p:sp>
      <p:sp>
        <p:nvSpPr>
          <p:cNvPr id="141" name="pdf-text-0141">
            <a:extLst xmlns:a="http://schemas.openxmlformats.org/drawingml/2006/main">
              <a:ext uri="{FF2B5EF4-FFF2-40B4-BE49-F238E27FC236}">
                <a16:creationId xmlns:a16="http://schemas.microsoft.com/office/drawing/2014/main" id="{87749C13-2DA2-4466-AA34-DB31F5CB1DFE}"/>
              </a:ext>
            </a:extLst>
          </p:cNvPr>
          <p:cNvSpPr>
            <a:spLocks xmlns:a="http://schemas.openxmlformats.org/drawingml/2006/main" noGrp="1"/>
          </p:cNvSpPr>
          <p:nvPr/>
        </p:nvSpPr>
        <p:spPr>
          <a:xfrm xmlns:a="http://schemas.openxmlformats.org/drawingml/2006/main">
            <a:off x="11062601" y="3471201"/>
            <a:ext cx="44203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(200nm)</a:t>
            </a:r>
          </a:p>
        </p:txBody>
      </p:sp>
      <p:sp>
        <p:nvSpPr>
          <p:cNvPr id="142" name="pdf-text-0142">
            <a:extLst xmlns:a="http://schemas.openxmlformats.org/drawingml/2006/main">
              <a:ext uri="{FF2B5EF4-FFF2-40B4-BE49-F238E27FC236}">
                <a16:creationId xmlns:a16="http://schemas.microsoft.com/office/drawing/2014/main" id="{2661615B-B76C-461F-BBBC-B2EA301FA5FC}"/>
              </a:ext>
            </a:extLst>
          </p:cNvPr>
          <p:cNvSpPr>
            <a:spLocks xmlns:a="http://schemas.openxmlformats.org/drawingml/2006/main" noGrp="1"/>
          </p:cNvSpPr>
          <p:nvPr/>
        </p:nvSpPr>
        <p:spPr>
          <a:xfrm xmlns:a="http://schemas.openxmlformats.org/drawingml/2006/main">
            <a:off x="9145842" y="3670716"/>
            <a:ext cx="4953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扫描速度</a:t>
            </a:r>
          </a:p>
        </p:txBody>
      </p:sp>
      <p:sp>
        <p:nvSpPr>
          <p:cNvPr id="143" name="pdf-text-0143">
            <a:extLst xmlns:a="http://schemas.openxmlformats.org/drawingml/2006/main">
              <a:ext uri="{FF2B5EF4-FFF2-40B4-BE49-F238E27FC236}">
                <a16:creationId xmlns:a16="http://schemas.microsoft.com/office/drawing/2014/main" id="{775E916B-F3C6-41F8-B10B-1DB07F77EA78}"/>
              </a:ext>
            </a:extLst>
          </p:cNvPr>
          <p:cNvSpPr>
            <a:spLocks xmlns:a="http://schemas.openxmlformats.org/drawingml/2006/main" noGrp="1"/>
          </p:cNvSpPr>
          <p:nvPr/>
        </p:nvSpPr>
        <p:spPr>
          <a:xfrm xmlns:a="http://schemas.openxmlformats.org/drawingml/2006/main">
            <a:off x="9823514" y="367590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1FOV/s</a:t>
            </a:r>
          </a:p>
        </p:txBody>
      </p:sp>
      <p:sp>
        <p:nvSpPr>
          <p:cNvPr id="144" name="pdf-text-0144">
            <a:extLst xmlns:a="http://schemas.openxmlformats.org/drawingml/2006/main">
              <a:ext uri="{FF2B5EF4-FFF2-40B4-BE49-F238E27FC236}">
                <a16:creationId xmlns:a16="http://schemas.microsoft.com/office/drawing/2014/main" id="{858FC9F4-7B03-4ED6-936F-D6BF2EA101A3}"/>
              </a:ext>
            </a:extLst>
          </p:cNvPr>
          <p:cNvSpPr>
            <a:spLocks xmlns:a="http://schemas.openxmlformats.org/drawingml/2006/main" noGrp="1"/>
          </p:cNvSpPr>
          <p:nvPr/>
        </p:nvSpPr>
        <p:spPr>
          <a:xfrm xmlns:a="http://schemas.openxmlformats.org/drawingml/2006/main">
            <a:off x="10464851" y="367590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1FOV/s</a:t>
            </a:r>
          </a:p>
        </p:txBody>
      </p:sp>
      <p:sp>
        <p:nvSpPr>
          <p:cNvPr id="145" name="pdf-text-0145">
            <a:extLst xmlns:a="http://schemas.openxmlformats.org/drawingml/2006/main">
              <a:ext uri="{FF2B5EF4-FFF2-40B4-BE49-F238E27FC236}">
                <a16:creationId xmlns:a16="http://schemas.microsoft.com/office/drawing/2014/main" id="{A19052E0-E08E-4A36-BE71-020B95C601A2}"/>
              </a:ext>
            </a:extLst>
          </p:cNvPr>
          <p:cNvSpPr>
            <a:spLocks xmlns:a="http://schemas.openxmlformats.org/drawingml/2006/main" noGrp="1"/>
          </p:cNvSpPr>
          <p:nvPr/>
        </p:nvSpPr>
        <p:spPr>
          <a:xfrm xmlns:a="http://schemas.openxmlformats.org/drawingml/2006/main">
            <a:off x="11082300" y="3675904"/>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1FOV/s</a:t>
            </a:r>
          </a:p>
        </p:txBody>
      </p:sp>
      <p:sp>
        <p:nvSpPr>
          <p:cNvPr id="146" name="pdf-text-0146">
            <a:extLst xmlns:a="http://schemas.openxmlformats.org/drawingml/2006/main">
              <a:ext uri="{FF2B5EF4-FFF2-40B4-BE49-F238E27FC236}">
                <a16:creationId xmlns:a16="http://schemas.microsoft.com/office/drawing/2014/main" id="{28F070E9-AD72-46CC-A0FF-E074CE2C3FC8}"/>
              </a:ext>
            </a:extLst>
          </p:cNvPr>
          <p:cNvSpPr>
            <a:spLocks xmlns:a="http://schemas.openxmlformats.org/drawingml/2006/main" noGrp="1"/>
          </p:cNvSpPr>
          <p:nvPr/>
        </p:nvSpPr>
        <p:spPr>
          <a:xfrm xmlns:a="http://schemas.openxmlformats.org/drawingml/2006/main">
            <a:off x="9188462" y="3883367"/>
            <a:ext cx="178574"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3D</a:t>
            </a:r>
          </a:p>
        </p:txBody>
      </p:sp>
      <p:sp>
        <p:nvSpPr>
          <p:cNvPr id="147" name="pdf-text-0147">
            <a:extLst xmlns:a="http://schemas.openxmlformats.org/drawingml/2006/main">
              <a:ext uri="{FF2B5EF4-FFF2-40B4-BE49-F238E27FC236}">
                <a16:creationId xmlns:a16="http://schemas.microsoft.com/office/drawing/2014/main" id="{D7A9F8AE-93DF-4B96-A53A-8FE5791236B3}"/>
              </a:ext>
            </a:extLst>
          </p:cNvPr>
          <p:cNvSpPr>
            <a:spLocks xmlns:a="http://schemas.openxmlformats.org/drawingml/2006/main" noGrp="1"/>
          </p:cNvSpPr>
          <p:nvPr/>
        </p:nvSpPr>
        <p:spPr>
          <a:xfrm xmlns:a="http://schemas.openxmlformats.org/drawingml/2006/main">
            <a:off x="9328721" y="3876456"/>
            <a:ext cx="26978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高度</a:t>
            </a:r>
          </a:p>
        </p:txBody>
      </p:sp>
      <p:sp>
        <p:nvSpPr>
          <p:cNvPr id="148" name="pdf-text-0148">
            <a:extLst xmlns:a="http://schemas.openxmlformats.org/drawingml/2006/main">
              <a:ext uri="{FF2B5EF4-FFF2-40B4-BE49-F238E27FC236}">
                <a16:creationId xmlns:a16="http://schemas.microsoft.com/office/drawing/2014/main" id="{BA247BAA-B724-42D2-9140-BAA1A9AB1081}"/>
              </a:ext>
            </a:extLst>
          </p:cNvPr>
          <p:cNvSpPr>
            <a:spLocks xmlns:a="http://schemas.openxmlformats.org/drawingml/2006/main" noGrp="1"/>
          </p:cNvSpPr>
          <p:nvPr/>
        </p:nvSpPr>
        <p:spPr>
          <a:xfrm xmlns:a="http://schemas.openxmlformats.org/drawingml/2006/main">
            <a:off x="9260142" y="4082196"/>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精度</a:t>
            </a:r>
          </a:p>
        </p:txBody>
      </p:sp>
      <p:sp>
        <p:nvSpPr>
          <p:cNvPr id="149" name="pdf-text-0149">
            <a:extLst xmlns:a="http://schemas.openxmlformats.org/drawingml/2006/main">
              <a:ext uri="{FF2B5EF4-FFF2-40B4-BE49-F238E27FC236}">
                <a16:creationId xmlns:a16="http://schemas.microsoft.com/office/drawing/2014/main" id="{8E996A36-4E0C-43C9-BAE8-48355EFF317E}"/>
              </a:ext>
            </a:extLst>
          </p:cNvPr>
          <p:cNvSpPr>
            <a:spLocks xmlns:a="http://schemas.openxmlformats.org/drawingml/2006/main" noGrp="1"/>
          </p:cNvSpPr>
          <p:nvPr/>
        </p:nvSpPr>
        <p:spPr>
          <a:xfrm xmlns:a="http://schemas.openxmlformats.org/drawingml/2006/main">
            <a:off x="9846373" y="3984514"/>
            <a:ext cx="3588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100nm</a:t>
            </a:r>
          </a:p>
        </p:txBody>
      </p:sp>
      <p:sp>
        <p:nvSpPr>
          <p:cNvPr id="150" name="pdf-text-0150">
            <a:extLst xmlns:a="http://schemas.openxmlformats.org/drawingml/2006/main">
              <a:ext uri="{FF2B5EF4-FFF2-40B4-BE49-F238E27FC236}">
                <a16:creationId xmlns:a16="http://schemas.microsoft.com/office/drawing/2014/main" id="{5F39CAE8-EF6F-4502-8E3F-D2C26795EC6E}"/>
              </a:ext>
            </a:extLst>
          </p:cNvPr>
          <p:cNvSpPr>
            <a:spLocks xmlns:a="http://schemas.openxmlformats.org/drawingml/2006/main" noGrp="1"/>
          </p:cNvSpPr>
          <p:nvPr/>
        </p:nvSpPr>
        <p:spPr>
          <a:xfrm xmlns:a="http://schemas.openxmlformats.org/drawingml/2006/main">
            <a:off x="10516629" y="3984514"/>
            <a:ext cx="3008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20nm</a:t>
            </a:r>
          </a:p>
        </p:txBody>
      </p:sp>
      <p:sp>
        <p:nvSpPr>
          <p:cNvPr id="151" name="pdf-text-0151">
            <a:extLst xmlns:a="http://schemas.openxmlformats.org/drawingml/2006/main">
              <a:ext uri="{FF2B5EF4-FFF2-40B4-BE49-F238E27FC236}">
                <a16:creationId xmlns:a16="http://schemas.microsoft.com/office/drawing/2014/main" id="{C47E7773-561D-4466-9725-A33F93D84FBC}"/>
              </a:ext>
            </a:extLst>
          </p:cNvPr>
          <p:cNvSpPr>
            <a:spLocks xmlns:a="http://schemas.openxmlformats.org/drawingml/2006/main" noGrp="1"/>
          </p:cNvSpPr>
          <p:nvPr/>
        </p:nvSpPr>
        <p:spPr>
          <a:xfrm xmlns:a="http://schemas.openxmlformats.org/drawingml/2006/main">
            <a:off x="11163109" y="3984514"/>
            <a:ext cx="2429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3nm</a:t>
            </a:r>
          </a:p>
        </p:txBody>
      </p:sp>
      <p:pic>
        <p:nvPicPr>
          <p:cNvPr id="358" name=""/>
          <p:cNvPicPr>
            <a:picLocks xmlns:a="http://schemas.openxmlformats.org/drawingml/2006/main" noChangeAspect="1"/>
          </p:cNvPicPr>
          <p:nvPr/>
        </p:nvPicPr>
        <p:blipFill>
          <a:blip xmlns:r="http://schemas.openxmlformats.org/officeDocument/2006/relationships" xmlns:a="http://schemas.openxmlformats.org/drawingml/2006/main" r:embed="R29635a8aa4b74c4a"/>
          <a:srcRect xmlns:a="http://schemas.openxmlformats.org/drawingml/2006/main" l="48" t="0" r="48" b="0"/>
          <a:stretch xmlns:a="http://schemas.openxmlformats.org/drawingml/2006/main">
            <a:fillRect l="0" t="0" r="0" b="0"/>
          </a:stretch>
        </p:blipFill>
        <p:spPr>
          <a:xfrm xmlns:a="http://schemas.openxmlformats.org/drawingml/2006/main">
            <a:off x="479425" y="4580254"/>
            <a:ext cx="783590" cy="729615"/>
          </a:xfrm>
          <a:prstGeom xmlns:a="http://schemas.openxmlformats.org/drawingml/2006/main" prst="rect">
            <a:avLst/>
          </a:prstGeom>
        </p:spPr>
      </p:pic>
      <p:pic>
        <p:nvPicPr>
          <p:cNvPr id="359" name=""/>
          <p:cNvPicPr>
            <a:picLocks xmlns:a="http://schemas.openxmlformats.org/drawingml/2006/main" noChangeAspect="1"/>
          </p:cNvPicPr>
          <p:nvPr/>
        </p:nvPicPr>
        <p:blipFill>
          <a:blip xmlns:r="http://schemas.openxmlformats.org/officeDocument/2006/relationships" xmlns:a="http://schemas.openxmlformats.org/drawingml/2006/main" r:embed="R1d64bfeccfe840cc"/>
          <a:srcRect xmlns:a="http://schemas.openxmlformats.org/drawingml/2006/main" l="0" t="342" r="0" b="342"/>
          <a:stretch xmlns:a="http://schemas.openxmlformats.org/drawingml/2006/main">
            <a:fillRect l="0" t="0" r="0" b="0"/>
          </a:stretch>
        </p:blipFill>
        <p:spPr>
          <a:xfrm xmlns:a="http://schemas.openxmlformats.org/drawingml/2006/main">
            <a:off x="1329055" y="4572000"/>
            <a:ext cx="742950" cy="737870"/>
          </a:xfrm>
          <a:prstGeom xmlns:a="http://schemas.openxmlformats.org/drawingml/2006/main" prst="rect">
            <a:avLst/>
          </a:prstGeom>
        </p:spPr>
      </p:pic>
      <p:pic>
        <p:nvPicPr>
          <p:cNvPr id="360" name=""/>
          <p:cNvPicPr>
            <a:picLocks xmlns:a="http://schemas.openxmlformats.org/drawingml/2006/main" noChangeAspect="1"/>
          </p:cNvPicPr>
          <p:nvPr/>
        </p:nvPicPr>
        <p:blipFill>
          <a:blip xmlns:r="http://schemas.openxmlformats.org/officeDocument/2006/relationships" xmlns:a="http://schemas.openxmlformats.org/drawingml/2006/main" r:embed="Rffe69d58c09b4445"/>
          <a:srcRect xmlns:a="http://schemas.openxmlformats.org/drawingml/2006/main" l="223" t="0" r="223" b="0"/>
          <a:stretch xmlns:a="http://schemas.openxmlformats.org/drawingml/2006/main">
            <a:fillRect l="0" t="0" r="0" b="0"/>
          </a:stretch>
        </p:blipFill>
        <p:spPr>
          <a:xfrm xmlns:a="http://schemas.openxmlformats.org/drawingml/2006/main">
            <a:off x="2138045" y="4572000"/>
            <a:ext cx="812800" cy="737235"/>
          </a:xfrm>
          <a:prstGeom xmlns:a="http://schemas.openxmlformats.org/drawingml/2006/main" prst="rect">
            <a:avLst/>
          </a:prstGeom>
        </p:spPr>
      </p:pic>
      <p:pic>
        <p:nvPicPr>
          <p:cNvPr id="361" name=""/>
          <p:cNvPicPr>
            <a:picLocks xmlns:a="http://schemas.openxmlformats.org/drawingml/2006/main" noChangeAspect="1"/>
          </p:cNvPicPr>
          <p:nvPr/>
        </p:nvPicPr>
        <p:blipFill>
          <a:blip xmlns:r="http://schemas.openxmlformats.org/officeDocument/2006/relationships" xmlns:a="http://schemas.openxmlformats.org/drawingml/2006/main" r:embed="R0d18c24265af4af9"/>
          <a:srcRect xmlns:a="http://schemas.openxmlformats.org/drawingml/2006/main" l="0" t="2" r="0" b="2"/>
          <a:stretch xmlns:a="http://schemas.openxmlformats.org/drawingml/2006/main">
            <a:fillRect l="0" t="0" r="0" b="0"/>
          </a:stretch>
        </p:blipFill>
        <p:spPr>
          <a:xfrm xmlns:a="http://schemas.openxmlformats.org/drawingml/2006/main">
            <a:off x="6269355" y="4580254"/>
            <a:ext cx="1141095" cy="1359535"/>
          </a:xfrm>
          <a:prstGeom xmlns:a="http://schemas.openxmlformats.org/drawingml/2006/main" prst="rect">
            <a:avLst/>
          </a:prstGeom>
        </p:spPr>
      </p:pic>
      <p:pic>
        <p:nvPicPr>
          <p:cNvPr id="362" name=""/>
          <p:cNvPicPr>
            <a:picLocks xmlns:a="http://schemas.openxmlformats.org/drawingml/2006/main" noChangeAspect="1"/>
          </p:cNvPicPr>
          <p:nvPr/>
        </p:nvPicPr>
        <p:blipFill>
          <a:blip xmlns:r="http://schemas.openxmlformats.org/officeDocument/2006/relationships" xmlns:a="http://schemas.openxmlformats.org/drawingml/2006/main" r:embed="R01a1d5fbe03740bc"/>
          <a:srcRect xmlns:a="http://schemas.openxmlformats.org/drawingml/2006/main" l="7031" t="0" r="7031" b="0"/>
          <a:stretch xmlns:a="http://schemas.openxmlformats.org/drawingml/2006/main">
            <a:fillRect l="0" t="0" r="0" b="0"/>
          </a:stretch>
        </p:blipFill>
        <p:spPr>
          <a:xfrm xmlns:a="http://schemas.openxmlformats.org/drawingml/2006/main">
            <a:off x="10413364" y="4580255"/>
            <a:ext cx="1161872" cy="1361862"/>
          </a:xfrm>
          <a:prstGeom xmlns:a="http://schemas.openxmlformats.org/drawingml/2006/main" prst="rect">
            <a:avLst/>
          </a:prstGeom>
        </p:spPr>
      </p:pic>
      <p:pic>
        <p:nvPicPr>
          <p:cNvPr id="363" name=""/>
          <p:cNvPicPr>
            <a:picLocks xmlns:a="http://schemas.openxmlformats.org/drawingml/2006/main" noChangeAspect="1"/>
          </p:cNvPicPr>
          <p:nvPr/>
        </p:nvPicPr>
        <p:blipFill>
          <a:blip xmlns:r="http://schemas.openxmlformats.org/officeDocument/2006/relationships" xmlns:a="http://schemas.openxmlformats.org/drawingml/2006/main" r:embed="R24623f6b300d4ed5"/>
          <a:srcRect xmlns:a="http://schemas.openxmlformats.org/drawingml/2006/main" l="0" t="122" r="0" b="122"/>
          <a:stretch xmlns:a="http://schemas.openxmlformats.org/drawingml/2006/main">
            <a:fillRect l="0" t="0" r="0" b="0"/>
          </a:stretch>
        </p:blipFill>
        <p:spPr>
          <a:xfrm xmlns:a="http://schemas.openxmlformats.org/drawingml/2006/main">
            <a:off x="9070973" y="4572000"/>
            <a:ext cx="1266190" cy="1348105"/>
          </a:xfrm>
          <a:prstGeom xmlns:a="http://schemas.openxmlformats.org/drawingml/2006/main" prst="rect">
            <a:avLst/>
          </a:prstGeom>
        </p:spPr>
      </p:pic>
      <p:pic>
        <p:nvPicPr>
          <p:cNvPr id="364" name=""/>
          <p:cNvPicPr>
            <a:picLocks xmlns:a="http://schemas.openxmlformats.org/drawingml/2006/main" noChangeAspect="1"/>
          </p:cNvPicPr>
          <p:nvPr/>
        </p:nvPicPr>
        <p:blipFill>
          <a:blip xmlns:r="http://schemas.openxmlformats.org/officeDocument/2006/relationships" xmlns:a="http://schemas.openxmlformats.org/drawingml/2006/main" r:embed="Rc8b515a5aa4c4b81"/>
          <a:srcRect xmlns:a="http://schemas.openxmlformats.org/drawingml/2006/main" l="84" t="0" r="84" b="0"/>
          <a:stretch xmlns:a="http://schemas.openxmlformats.org/drawingml/2006/main">
            <a:fillRect l="0" t="0" r="0" b="0"/>
          </a:stretch>
        </p:blipFill>
        <p:spPr>
          <a:xfrm xmlns:a="http://schemas.openxmlformats.org/drawingml/2006/main">
            <a:off x="474345" y="5360035"/>
            <a:ext cx="789336" cy="681189"/>
          </a:xfrm>
          <a:prstGeom xmlns:a="http://schemas.openxmlformats.org/drawingml/2006/main" prst="rect">
            <a:avLst/>
          </a:prstGeom>
        </p:spPr>
      </p:pic>
      <p:pic>
        <p:nvPicPr>
          <p:cNvPr id="365" name=""/>
          <p:cNvPicPr>
            <a:picLocks xmlns:a="http://schemas.openxmlformats.org/drawingml/2006/main" noChangeAspect="1"/>
          </p:cNvPicPr>
          <p:nvPr/>
        </p:nvPicPr>
        <p:blipFill>
          <a:blip xmlns:r="http://schemas.openxmlformats.org/officeDocument/2006/relationships" xmlns:a="http://schemas.openxmlformats.org/drawingml/2006/main" r:embed="Rbd9a7b2ad04f4f41"/>
          <a:srcRect xmlns:a="http://schemas.openxmlformats.org/drawingml/2006/main" l="0" t="145" r="0" b="145"/>
          <a:stretch xmlns:a="http://schemas.openxmlformats.org/drawingml/2006/main">
            <a:fillRect l="0" t="0" r="0" b="0"/>
          </a:stretch>
        </p:blipFill>
        <p:spPr>
          <a:xfrm xmlns:a="http://schemas.openxmlformats.org/drawingml/2006/main">
            <a:off x="1329055" y="5360035"/>
            <a:ext cx="1620252" cy="704523"/>
          </a:xfrm>
          <a:prstGeom xmlns:a="http://schemas.openxmlformats.org/drawingml/2006/main" prst="rect">
            <a:avLst/>
          </a:prstGeom>
        </p:spPr>
      </p:pic>
      <p:pic>
        <p:nvPicPr>
          <p:cNvPr id="366" name=""/>
          <p:cNvPicPr>
            <a:picLocks xmlns:a="http://schemas.openxmlformats.org/drawingml/2006/main" noChangeAspect="1"/>
          </p:cNvPicPr>
          <p:nvPr/>
        </p:nvPicPr>
        <p:blipFill>
          <a:blip xmlns:r="http://schemas.openxmlformats.org/officeDocument/2006/relationships" xmlns:a="http://schemas.openxmlformats.org/drawingml/2006/main" r:embed="Ra9533620b0f0422b">
            <a:extLst>
              <a:ext uri="{96DAC541-7B7A-43D3-8B79-37D633B846F1}">
                <asvg:svgBlip xmlns:asvg="http://schemas.microsoft.com/office/drawing/2016/SVG/main" r:embed="R0a2978a59aae4dc2"/>
              </a:ext>
            </a:extLst>
          </a:blip>
          <a:stretch xmlns:a="http://schemas.openxmlformats.org/drawingml/2006/main"/>
        </p:blipFill>
        <p:spPr>
          <a:xfrm xmlns:a="http://schemas.openxmlformats.org/drawingml/2006/main">
            <a:off x="3263900" y="1307461"/>
            <a:ext cx="2729230" cy="4982845"/>
          </a:xfrm>
          <a:prstGeom xmlns:a="http://schemas.openxmlformats.org/drawingml/2006/main" prst="rect">
            <a:avLst/>
          </a:prstGeom>
        </p:spPr>
      </p:pic>
      <p:sp>
        <p:nvSpPr>
          <p:cNvPr id="161" name="pdf-text-0161">
            <a:extLst xmlns:a="http://schemas.openxmlformats.org/drawingml/2006/main">
              <a:ext uri="{FF2B5EF4-FFF2-40B4-BE49-F238E27FC236}">
                <a16:creationId xmlns:a16="http://schemas.microsoft.com/office/drawing/2014/main" id="{8A2FDC46-95E8-46FB-950E-32572306EFEF}"/>
              </a:ext>
            </a:extLst>
          </p:cNvPr>
          <p:cNvSpPr>
            <a:spLocks xmlns:a="http://schemas.openxmlformats.org/drawingml/2006/main" noGrp="1"/>
          </p:cNvSpPr>
          <p:nvPr/>
        </p:nvSpPr>
        <p:spPr>
          <a:xfrm xmlns:a="http://schemas.openxmlformats.org/drawingml/2006/main">
            <a:off x="3454400" y="1653119"/>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白光三角</a:t>
            </a:r>
          </a:p>
        </p:txBody>
      </p:sp>
      <p:sp>
        <p:nvSpPr>
          <p:cNvPr id="162" name="pdf-text-0162">
            <a:extLst xmlns:a="http://schemas.openxmlformats.org/drawingml/2006/main">
              <a:ext uri="{FF2B5EF4-FFF2-40B4-BE49-F238E27FC236}">
                <a16:creationId xmlns:a16="http://schemas.microsoft.com/office/drawing/2014/main" id="{62054CF7-D27A-4B20-9044-DAC9CB15A602}"/>
              </a:ext>
            </a:extLst>
          </p:cNvPr>
          <p:cNvSpPr>
            <a:spLocks xmlns:a="http://schemas.openxmlformats.org/drawingml/2006/main" noGrp="1"/>
          </p:cNvSpPr>
          <p:nvPr/>
        </p:nvSpPr>
        <p:spPr>
          <a:xfrm xmlns:a="http://schemas.openxmlformats.org/drawingml/2006/main">
            <a:off x="3454400" y="1877477"/>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Arial"/>
                <a:ea typeface="Arial"/>
                <a:cs typeface="Arial"/>
              </a:defRPr>
            </a:pPr>
            <a:r>
              <a:rPr sz="1404" b="0" i="0">
                <a:solidFill>
                  <a:srgbClr val="C00000"/>
                </a:solidFill>
                <a:latin typeface="Arial"/>
                <a:ea typeface="Arial"/>
                <a:cs typeface="Arial"/>
              </a:rPr>
              <a:t>•</a:t>
            </a:r>
          </a:p>
        </p:txBody>
      </p:sp>
      <p:sp>
        <p:nvSpPr>
          <p:cNvPr id="163" name="pdf-text-0163">
            <a:extLst xmlns:a="http://schemas.openxmlformats.org/drawingml/2006/main">
              <a:ext uri="{FF2B5EF4-FFF2-40B4-BE49-F238E27FC236}">
                <a16:creationId xmlns:a16="http://schemas.microsoft.com/office/drawing/2014/main" id="{83941AB2-9721-4E01-872B-99F684B15CBB}"/>
              </a:ext>
            </a:extLst>
          </p:cNvPr>
          <p:cNvSpPr>
            <a:spLocks xmlns:a="http://schemas.openxmlformats.org/drawingml/2006/main" noGrp="1"/>
          </p:cNvSpPr>
          <p:nvPr/>
        </p:nvSpPr>
        <p:spPr>
          <a:xfrm xmlns:a="http://schemas.openxmlformats.org/drawingml/2006/main">
            <a:off x="3626646" y="1866479"/>
            <a:ext cx="39632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KaiTi"/>
                <a:ea typeface="KaiTi"/>
                <a:cs typeface="KaiTi"/>
              </a:defRPr>
            </a:pPr>
            <a:r>
              <a:rPr sz="1404" b="0" i="0">
                <a:solidFill>
                  <a:srgbClr val="C00000"/>
                </a:solidFill>
                <a:latin typeface="KaiTi"/>
                <a:ea typeface="KaiTi"/>
                <a:cs typeface="KaiTi"/>
              </a:rPr>
              <a:t>对标</a:t>
            </a:r>
          </a:p>
        </p:txBody>
      </p:sp>
      <p:sp>
        <p:nvSpPr>
          <p:cNvPr id="164" name="pdf-text-0164">
            <a:extLst xmlns:a="http://schemas.openxmlformats.org/drawingml/2006/main">
              <a:ext uri="{FF2B5EF4-FFF2-40B4-BE49-F238E27FC236}">
                <a16:creationId xmlns:a16="http://schemas.microsoft.com/office/drawing/2014/main" id="{FA1A9E53-F3A5-4EF1-87C4-FB32E5C214F1}"/>
              </a:ext>
            </a:extLst>
          </p:cNvPr>
          <p:cNvSpPr>
            <a:spLocks xmlns:a="http://schemas.openxmlformats.org/drawingml/2006/main" noGrp="1"/>
          </p:cNvSpPr>
          <p:nvPr/>
        </p:nvSpPr>
        <p:spPr>
          <a:xfrm xmlns:a="http://schemas.openxmlformats.org/drawingml/2006/main">
            <a:off x="3986293" y="1875662"/>
            <a:ext cx="5905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C00000"/>
                </a:solidFill>
                <a:latin typeface="TimesNewRomanPSMT"/>
                <a:ea typeface="TimesNewRomanPSMT"/>
                <a:cs typeface="TimesNewRomanPSMT"/>
              </a:defRPr>
            </a:pPr>
            <a:r>
              <a:rPr sz="1404" b="0" i="0">
                <a:solidFill>
                  <a:srgbClr val="C00000"/>
                </a:solidFill>
                <a:latin typeface="TimesNewRomanPSMT"/>
                <a:ea typeface="TimesNewRomanPSMT"/>
                <a:cs typeface="TimesNewRomanPSMT"/>
              </a:rPr>
              <a:t>Camtek</a:t>
            </a:r>
          </a:p>
        </p:txBody>
      </p:sp>
      <p:sp>
        <p:nvSpPr>
          <p:cNvPr id="165" name="pdf-text-0165">
            <a:extLst xmlns:a="http://schemas.openxmlformats.org/drawingml/2006/main">
              <a:ext uri="{FF2B5EF4-FFF2-40B4-BE49-F238E27FC236}">
                <a16:creationId xmlns:a16="http://schemas.microsoft.com/office/drawing/2014/main" id="{38554843-95B5-445D-AC98-FCCAC720D0E9}"/>
              </a:ext>
            </a:extLst>
          </p:cNvPr>
          <p:cNvSpPr>
            <a:spLocks xmlns:a="http://schemas.openxmlformats.org/drawingml/2006/main" noGrp="1"/>
          </p:cNvSpPr>
          <p:nvPr/>
        </p:nvSpPr>
        <p:spPr>
          <a:xfrm xmlns:a="http://schemas.openxmlformats.org/drawingml/2006/main">
            <a:off x="3454400" y="2077121"/>
            <a:ext cx="7810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Arial"/>
                <a:ea typeface="Arial"/>
                <a:cs typeface="Arial"/>
              </a:defRPr>
            </a:pPr>
            <a:r>
              <a:rPr sz="900" b="0" i="0">
                <a:solidFill>
                  <a:srgbClr val="000000"/>
                </a:solidFill>
                <a:latin typeface="Arial"/>
                <a:ea typeface="Arial"/>
                <a:cs typeface="Arial"/>
              </a:rPr>
              <a:t>•</a:t>
            </a:r>
          </a:p>
        </p:txBody>
      </p:sp>
      <p:sp>
        <p:nvSpPr>
          <p:cNvPr id="166" name="pdf-text-0166">
            <a:extLst xmlns:a="http://schemas.openxmlformats.org/drawingml/2006/main">
              <a:ext uri="{FF2B5EF4-FFF2-40B4-BE49-F238E27FC236}">
                <a16:creationId xmlns:a16="http://schemas.microsoft.com/office/drawing/2014/main" id="{77D476E9-1DAD-41D7-B96E-6EC91E6780E0}"/>
              </a:ext>
            </a:extLst>
          </p:cNvPr>
          <p:cNvSpPr>
            <a:spLocks xmlns:a="http://schemas.openxmlformats.org/drawingml/2006/main" noGrp="1"/>
          </p:cNvSpPr>
          <p:nvPr/>
        </p:nvSpPr>
        <p:spPr>
          <a:xfrm xmlns:a="http://schemas.openxmlformats.org/drawingml/2006/main">
            <a:off x="3626650" y="2070071"/>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高速、高精度</a:t>
            </a:r>
          </a:p>
        </p:txBody>
      </p:sp>
      <p:sp>
        <p:nvSpPr>
          <p:cNvPr id="167" name="pdf-vector-0167">
            <a:extLst xmlns:a="http://schemas.openxmlformats.org/drawingml/2006/main">
              <a:ext uri="{FF2B5EF4-FFF2-40B4-BE49-F238E27FC236}">
                <a16:creationId xmlns:a16="http://schemas.microsoft.com/office/drawing/2014/main" id="{1C17C511-5F0F-4C27-9F02-073A81093A1E}"/>
              </a:ext>
            </a:extLst>
          </p:cNvPr>
          <p:cNvSpPr>
            <a:spLocks xmlns:a="http://schemas.openxmlformats.org/drawingml/2006/main" noGrp="1"/>
          </p:cNvSpPr>
          <p:nvPr/>
        </p:nvSpPr>
        <p:spPr>
          <a:xfrm xmlns:a="http://schemas.openxmlformats.org/drawingml/2006/main">
            <a:off x="3380740" y="3167380"/>
            <a:ext cx="608965" cy="41783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68" name="pdf-vector-0168">
            <a:extLst xmlns:a="http://schemas.openxmlformats.org/drawingml/2006/main">
              <a:ext uri="{FF2B5EF4-FFF2-40B4-BE49-F238E27FC236}">
                <a16:creationId xmlns:a16="http://schemas.microsoft.com/office/drawing/2014/main" id="{36F9FC04-1336-4699-B379-113134765685}"/>
              </a:ext>
            </a:extLst>
          </p:cNvPr>
          <p:cNvSpPr>
            <a:spLocks xmlns:a="http://schemas.openxmlformats.org/drawingml/2006/main" noGrp="1"/>
          </p:cNvSpPr>
          <p:nvPr/>
        </p:nvSpPr>
        <p:spPr>
          <a:xfrm xmlns:a="http://schemas.openxmlformats.org/drawingml/2006/main">
            <a:off x="3989705" y="3167380"/>
            <a:ext cx="652145" cy="41783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69" name="pdf-vector-0169">
            <a:extLst xmlns:a="http://schemas.openxmlformats.org/drawingml/2006/main">
              <a:ext uri="{FF2B5EF4-FFF2-40B4-BE49-F238E27FC236}">
                <a16:creationId xmlns:a16="http://schemas.microsoft.com/office/drawing/2014/main" id="{4E3E10E5-5AF0-4003-8633-94BAD3C44425}"/>
              </a:ext>
            </a:extLst>
          </p:cNvPr>
          <p:cNvSpPr>
            <a:spLocks xmlns:a="http://schemas.openxmlformats.org/drawingml/2006/main" noGrp="1"/>
          </p:cNvSpPr>
          <p:nvPr/>
        </p:nvSpPr>
        <p:spPr>
          <a:xfrm xmlns:a="http://schemas.openxmlformats.org/drawingml/2006/main">
            <a:off x="4641850" y="3167380"/>
            <a:ext cx="631190" cy="41783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70" name="pdf-vector-0170">
            <a:extLst xmlns:a="http://schemas.openxmlformats.org/drawingml/2006/main">
              <a:ext uri="{FF2B5EF4-FFF2-40B4-BE49-F238E27FC236}">
                <a16:creationId xmlns:a16="http://schemas.microsoft.com/office/drawing/2014/main" id="{CE9E3029-D9BB-48A4-BAFB-BE990876D675}"/>
              </a:ext>
            </a:extLst>
          </p:cNvPr>
          <p:cNvSpPr>
            <a:spLocks xmlns:a="http://schemas.openxmlformats.org/drawingml/2006/main" noGrp="1"/>
          </p:cNvSpPr>
          <p:nvPr/>
        </p:nvSpPr>
        <p:spPr>
          <a:xfrm xmlns:a="http://schemas.openxmlformats.org/drawingml/2006/main">
            <a:off x="5273040" y="3167380"/>
            <a:ext cx="602615" cy="417830"/>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71" name="pdf-vector-0171">
            <a:extLst xmlns:a="http://schemas.openxmlformats.org/drawingml/2006/main">
              <a:ext uri="{FF2B5EF4-FFF2-40B4-BE49-F238E27FC236}">
                <a16:creationId xmlns:a16="http://schemas.microsoft.com/office/drawing/2014/main" id="{B7505771-E725-4444-B239-AA465FF39C40}"/>
              </a:ext>
            </a:extLst>
          </p:cNvPr>
          <p:cNvSpPr>
            <a:spLocks xmlns:a="http://schemas.openxmlformats.org/drawingml/2006/main" noGrp="1"/>
          </p:cNvSpPr>
          <p:nvPr/>
        </p:nvSpPr>
        <p:spPr>
          <a:xfrm xmlns:a="http://schemas.openxmlformats.org/drawingml/2006/main">
            <a:off x="3380740" y="3585210"/>
            <a:ext cx="608965" cy="20891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72" name="pdf-vector-0172">
            <a:extLst xmlns:a="http://schemas.openxmlformats.org/drawingml/2006/main">
              <a:ext uri="{FF2B5EF4-FFF2-40B4-BE49-F238E27FC236}">
                <a16:creationId xmlns:a16="http://schemas.microsoft.com/office/drawing/2014/main" id="{3E8ABB38-D1AD-4AFB-85F6-0F73D3F74798}"/>
              </a:ext>
            </a:extLst>
          </p:cNvPr>
          <p:cNvSpPr>
            <a:spLocks xmlns:a="http://schemas.openxmlformats.org/drawingml/2006/main" noGrp="1"/>
          </p:cNvSpPr>
          <p:nvPr/>
        </p:nvSpPr>
        <p:spPr>
          <a:xfrm xmlns:a="http://schemas.openxmlformats.org/drawingml/2006/main">
            <a:off x="3989705" y="3585210"/>
            <a:ext cx="652145" cy="20891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73" name="pdf-vector-0173">
            <a:extLst xmlns:a="http://schemas.openxmlformats.org/drawingml/2006/main">
              <a:ext uri="{FF2B5EF4-FFF2-40B4-BE49-F238E27FC236}">
                <a16:creationId xmlns:a16="http://schemas.microsoft.com/office/drawing/2014/main" id="{08F547AA-708A-443D-9480-36D036FAA4A1}"/>
              </a:ext>
            </a:extLst>
          </p:cNvPr>
          <p:cNvSpPr>
            <a:spLocks xmlns:a="http://schemas.openxmlformats.org/drawingml/2006/main" noGrp="1"/>
          </p:cNvSpPr>
          <p:nvPr/>
        </p:nvSpPr>
        <p:spPr>
          <a:xfrm xmlns:a="http://schemas.openxmlformats.org/drawingml/2006/main">
            <a:off x="4641850" y="3585210"/>
            <a:ext cx="631190" cy="20891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74" name="pdf-vector-0174">
            <a:extLst xmlns:a="http://schemas.openxmlformats.org/drawingml/2006/main">
              <a:ext uri="{FF2B5EF4-FFF2-40B4-BE49-F238E27FC236}">
                <a16:creationId xmlns:a16="http://schemas.microsoft.com/office/drawing/2014/main" id="{84FA9527-80D6-4E25-B802-3801A06A5744}"/>
              </a:ext>
            </a:extLst>
          </p:cNvPr>
          <p:cNvSpPr>
            <a:spLocks xmlns:a="http://schemas.openxmlformats.org/drawingml/2006/main" noGrp="1"/>
          </p:cNvSpPr>
          <p:nvPr/>
        </p:nvSpPr>
        <p:spPr>
          <a:xfrm xmlns:a="http://schemas.openxmlformats.org/drawingml/2006/main">
            <a:off x="5273040" y="3585210"/>
            <a:ext cx="602615" cy="208915"/>
          </a:xfrm>
          <a:prstGeom xmlns:a="http://schemas.openxmlformats.org/drawingml/2006/main" prst="rect">
            <a:avLst/>
          </a:prstGeom>
          <a:solidFill xmlns:a="http://schemas.openxmlformats.org/drawingml/2006/main">
            <a:srgbClr val="DBEEF4"/>
          </a:solidFill>
          <a:ln xmlns:a="http://schemas.openxmlformats.org/drawingml/2006/main" w="0">
            <a:noFill/>
            <a:prstDash val="solid"/>
          </a:ln>
        </p:spPr>
      </p:sp>
      <p:sp>
        <p:nvSpPr>
          <p:cNvPr id="175" name="pdf-vector-0175">
            <a:extLst xmlns:a="http://schemas.openxmlformats.org/drawingml/2006/main">
              <a:ext uri="{FF2B5EF4-FFF2-40B4-BE49-F238E27FC236}">
                <a16:creationId xmlns:a16="http://schemas.microsoft.com/office/drawing/2014/main" id="{CFD95881-54AC-443C-B8C9-77227A527EA5}"/>
              </a:ext>
            </a:extLst>
          </p:cNvPr>
          <p:cNvSpPr>
            <a:spLocks xmlns:a="http://schemas.openxmlformats.org/drawingml/2006/main" noGrp="1"/>
          </p:cNvSpPr>
          <p:nvPr/>
        </p:nvSpPr>
        <p:spPr>
          <a:xfrm xmlns:a="http://schemas.openxmlformats.org/drawingml/2006/main">
            <a:off x="3380740" y="3794125"/>
            <a:ext cx="608965" cy="41783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76" name="pdf-vector-0176">
            <a:extLst xmlns:a="http://schemas.openxmlformats.org/drawingml/2006/main">
              <a:ext uri="{FF2B5EF4-FFF2-40B4-BE49-F238E27FC236}">
                <a16:creationId xmlns:a16="http://schemas.microsoft.com/office/drawing/2014/main" id="{ACA39E34-0B81-4CF4-A9EC-F88E36206DE1}"/>
              </a:ext>
            </a:extLst>
          </p:cNvPr>
          <p:cNvSpPr>
            <a:spLocks xmlns:a="http://schemas.openxmlformats.org/drawingml/2006/main" noGrp="1"/>
          </p:cNvSpPr>
          <p:nvPr/>
        </p:nvSpPr>
        <p:spPr>
          <a:xfrm xmlns:a="http://schemas.openxmlformats.org/drawingml/2006/main">
            <a:off x="3989705" y="3794125"/>
            <a:ext cx="652145" cy="41783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77" name="pdf-vector-0177">
            <a:extLst xmlns:a="http://schemas.openxmlformats.org/drawingml/2006/main">
              <a:ext uri="{FF2B5EF4-FFF2-40B4-BE49-F238E27FC236}">
                <a16:creationId xmlns:a16="http://schemas.microsoft.com/office/drawing/2014/main" id="{138BFEF8-2038-496A-A6CE-D37BEDCD2132}"/>
              </a:ext>
            </a:extLst>
          </p:cNvPr>
          <p:cNvSpPr>
            <a:spLocks xmlns:a="http://schemas.openxmlformats.org/drawingml/2006/main" noGrp="1"/>
          </p:cNvSpPr>
          <p:nvPr/>
        </p:nvSpPr>
        <p:spPr>
          <a:xfrm xmlns:a="http://schemas.openxmlformats.org/drawingml/2006/main">
            <a:off x="4641850" y="3794125"/>
            <a:ext cx="631190" cy="41783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78" name="pdf-vector-0178">
            <a:extLst xmlns:a="http://schemas.openxmlformats.org/drawingml/2006/main">
              <a:ext uri="{FF2B5EF4-FFF2-40B4-BE49-F238E27FC236}">
                <a16:creationId xmlns:a16="http://schemas.microsoft.com/office/drawing/2014/main" id="{480CBECF-07A1-436C-A40A-E5E91E286F90}"/>
              </a:ext>
            </a:extLst>
          </p:cNvPr>
          <p:cNvSpPr>
            <a:spLocks xmlns:a="http://schemas.openxmlformats.org/drawingml/2006/main" noGrp="1"/>
          </p:cNvSpPr>
          <p:nvPr/>
        </p:nvSpPr>
        <p:spPr>
          <a:xfrm xmlns:a="http://schemas.openxmlformats.org/drawingml/2006/main">
            <a:off x="5273040" y="3794125"/>
            <a:ext cx="602615" cy="417830"/>
          </a:xfrm>
          <a:prstGeom xmlns:a="http://schemas.openxmlformats.org/drawingml/2006/main" prst="rect">
            <a:avLst/>
          </a:prstGeom>
          <a:solidFill xmlns:a="http://schemas.openxmlformats.org/drawingml/2006/main">
            <a:srgbClr val="5BC0D9"/>
          </a:solidFill>
          <a:ln xmlns:a="http://schemas.openxmlformats.org/drawingml/2006/main" w="0">
            <a:noFill/>
            <a:prstDash val="solid"/>
          </a:ln>
        </p:spPr>
      </p:sp>
      <p:sp>
        <p:nvSpPr>
          <p:cNvPr id="179" name="pdf-vector-0179">
            <a:extLst xmlns:a="http://schemas.openxmlformats.org/drawingml/2006/main">
              <a:ext uri="{FF2B5EF4-FFF2-40B4-BE49-F238E27FC236}">
                <a16:creationId xmlns:a16="http://schemas.microsoft.com/office/drawing/2014/main" id="{0B079D75-E387-43BD-B5CD-31E9AE598918}"/>
              </a:ext>
            </a:extLst>
          </p:cNvPr>
          <p:cNvSpPr>
            <a:spLocks xmlns:a="http://schemas.openxmlformats.org/drawingml/2006/main" noGrp="1"/>
          </p:cNvSpPr>
          <p:nvPr/>
        </p:nvSpPr>
        <p:spPr>
          <a:xfrm xmlns:a="http://schemas.openxmlformats.org/drawingml/2006/main">
            <a:off x="3989705" y="3161030"/>
            <a:ext cx="953" cy="1057275"/>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12700">
            <a:solidFill>
              <a:srgbClr val="C0C0C0"/>
            </a:solidFill>
            <a:prstDash val="solid"/>
          </a:ln>
        </p:spPr>
      </p:sp>
      <p:sp>
        <p:nvSpPr>
          <p:cNvPr id="180" name="pdf-vector-0180">
            <a:extLst xmlns:a="http://schemas.openxmlformats.org/drawingml/2006/main">
              <a:ext uri="{FF2B5EF4-FFF2-40B4-BE49-F238E27FC236}">
                <a16:creationId xmlns:a16="http://schemas.microsoft.com/office/drawing/2014/main" id="{D668D9B0-1C63-4729-A3EC-8FDF33D1BBBA}"/>
              </a:ext>
            </a:extLst>
          </p:cNvPr>
          <p:cNvSpPr>
            <a:spLocks xmlns:a="http://schemas.openxmlformats.org/drawingml/2006/main" noGrp="1"/>
          </p:cNvSpPr>
          <p:nvPr/>
        </p:nvSpPr>
        <p:spPr>
          <a:xfrm xmlns:a="http://schemas.openxmlformats.org/drawingml/2006/main">
            <a:off x="4641850" y="3161030"/>
            <a:ext cx="953" cy="1057275"/>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12700">
            <a:solidFill>
              <a:srgbClr val="C0C0C0"/>
            </a:solidFill>
            <a:prstDash val="solid"/>
          </a:ln>
        </p:spPr>
      </p:sp>
      <p:sp>
        <p:nvSpPr>
          <p:cNvPr id="181" name="pdf-vector-0181">
            <a:extLst xmlns:a="http://schemas.openxmlformats.org/drawingml/2006/main">
              <a:ext uri="{FF2B5EF4-FFF2-40B4-BE49-F238E27FC236}">
                <a16:creationId xmlns:a16="http://schemas.microsoft.com/office/drawing/2014/main" id="{B71F5FB1-8452-4183-9D4F-AE9F5FF4E79F}"/>
              </a:ext>
            </a:extLst>
          </p:cNvPr>
          <p:cNvSpPr>
            <a:spLocks xmlns:a="http://schemas.openxmlformats.org/drawingml/2006/main" noGrp="1"/>
          </p:cNvSpPr>
          <p:nvPr/>
        </p:nvSpPr>
        <p:spPr>
          <a:xfrm xmlns:a="http://schemas.openxmlformats.org/drawingml/2006/main">
            <a:off x="5273040" y="3161030"/>
            <a:ext cx="953" cy="1057275"/>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12700">
            <a:solidFill>
              <a:srgbClr val="C0C0C0"/>
            </a:solidFill>
            <a:prstDash val="solid"/>
          </a:ln>
        </p:spPr>
      </p:sp>
      <p:sp>
        <p:nvSpPr>
          <p:cNvPr id="182" name="pdf-vector-0182">
            <a:extLst xmlns:a="http://schemas.openxmlformats.org/drawingml/2006/main">
              <a:ext uri="{FF2B5EF4-FFF2-40B4-BE49-F238E27FC236}">
                <a16:creationId xmlns:a16="http://schemas.microsoft.com/office/drawing/2014/main" id="{0C6765CD-F7FD-4643-A12B-391AC01282F3}"/>
              </a:ext>
            </a:extLst>
          </p:cNvPr>
          <p:cNvSpPr>
            <a:spLocks xmlns:a="http://schemas.openxmlformats.org/drawingml/2006/main" noGrp="1"/>
          </p:cNvSpPr>
          <p:nvPr/>
        </p:nvSpPr>
        <p:spPr>
          <a:xfrm xmlns:a="http://schemas.openxmlformats.org/drawingml/2006/main">
            <a:off x="3374390" y="358521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83" name="pdf-vector-0183">
            <a:extLst xmlns:a="http://schemas.openxmlformats.org/drawingml/2006/main">
              <a:ext uri="{FF2B5EF4-FFF2-40B4-BE49-F238E27FC236}">
                <a16:creationId xmlns:a16="http://schemas.microsoft.com/office/drawing/2014/main" id="{D728706C-B2F3-4770-B624-5945B1D03E58}"/>
              </a:ext>
            </a:extLst>
          </p:cNvPr>
          <p:cNvSpPr>
            <a:spLocks xmlns:a="http://schemas.openxmlformats.org/drawingml/2006/main" noGrp="1"/>
          </p:cNvSpPr>
          <p:nvPr/>
        </p:nvSpPr>
        <p:spPr>
          <a:xfrm xmlns:a="http://schemas.openxmlformats.org/drawingml/2006/main">
            <a:off x="3374390" y="3794125"/>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84" name="pdf-vector-0184">
            <a:extLst xmlns:a="http://schemas.openxmlformats.org/drawingml/2006/main">
              <a:ext uri="{FF2B5EF4-FFF2-40B4-BE49-F238E27FC236}">
                <a16:creationId xmlns:a16="http://schemas.microsoft.com/office/drawing/2014/main" id="{AEF56C29-4367-4BA4-AB33-A6A07CE2B299}"/>
              </a:ext>
            </a:extLst>
          </p:cNvPr>
          <p:cNvSpPr>
            <a:spLocks xmlns:a="http://schemas.openxmlformats.org/drawingml/2006/main" noGrp="1"/>
          </p:cNvSpPr>
          <p:nvPr/>
        </p:nvSpPr>
        <p:spPr>
          <a:xfrm xmlns:a="http://schemas.openxmlformats.org/drawingml/2006/main">
            <a:off x="3380740" y="3161030"/>
            <a:ext cx="953" cy="1057275"/>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12700">
            <a:solidFill>
              <a:srgbClr val="C0C0C0"/>
            </a:solidFill>
            <a:prstDash val="solid"/>
          </a:ln>
        </p:spPr>
      </p:sp>
      <p:sp>
        <p:nvSpPr>
          <p:cNvPr id="185" name="pdf-vector-0185">
            <a:extLst xmlns:a="http://schemas.openxmlformats.org/drawingml/2006/main">
              <a:ext uri="{FF2B5EF4-FFF2-40B4-BE49-F238E27FC236}">
                <a16:creationId xmlns:a16="http://schemas.microsoft.com/office/drawing/2014/main" id="{424AE73A-B171-4458-BEE6-9BB1CCB46BD6}"/>
              </a:ext>
            </a:extLst>
          </p:cNvPr>
          <p:cNvSpPr>
            <a:spLocks xmlns:a="http://schemas.openxmlformats.org/drawingml/2006/main" noGrp="1"/>
          </p:cNvSpPr>
          <p:nvPr/>
        </p:nvSpPr>
        <p:spPr>
          <a:xfrm xmlns:a="http://schemas.openxmlformats.org/drawingml/2006/main">
            <a:off x="5875655" y="3161030"/>
            <a:ext cx="953" cy="1057275"/>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12700">
            <a:solidFill>
              <a:srgbClr val="C0C0C0"/>
            </a:solidFill>
            <a:prstDash val="solid"/>
          </a:ln>
        </p:spPr>
      </p:sp>
      <p:sp>
        <p:nvSpPr>
          <p:cNvPr id="186" name="pdf-vector-0186">
            <a:extLst xmlns:a="http://schemas.openxmlformats.org/drawingml/2006/main">
              <a:ext uri="{FF2B5EF4-FFF2-40B4-BE49-F238E27FC236}">
                <a16:creationId xmlns:a16="http://schemas.microsoft.com/office/drawing/2014/main" id="{51CBFED1-0B7C-41C4-B274-62E3CB761E79}"/>
              </a:ext>
            </a:extLst>
          </p:cNvPr>
          <p:cNvSpPr>
            <a:spLocks xmlns:a="http://schemas.openxmlformats.org/drawingml/2006/main" noGrp="1"/>
          </p:cNvSpPr>
          <p:nvPr/>
        </p:nvSpPr>
        <p:spPr>
          <a:xfrm xmlns:a="http://schemas.openxmlformats.org/drawingml/2006/main">
            <a:off x="3374390" y="3167380"/>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87" name="pdf-vector-0187">
            <a:extLst xmlns:a="http://schemas.openxmlformats.org/drawingml/2006/main">
              <a:ext uri="{FF2B5EF4-FFF2-40B4-BE49-F238E27FC236}">
                <a16:creationId xmlns:a16="http://schemas.microsoft.com/office/drawing/2014/main" id="{D23D6BFD-3A47-40F0-A628-F0FAF241A8A8}"/>
              </a:ext>
            </a:extLst>
          </p:cNvPr>
          <p:cNvSpPr>
            <a:spLocks xmlns:a="http://schemas.openxmlformats.org/drawingml/2006/main" noGrp="1"/>
          </p:cNvSpPr>
          <p:nvPr/>
        </p:nvSpPr>
        <p:spPr>
          <a:xfrm xmlns:a="http://schemas.openxmlformats.org/drawingml/2006/main">
            <a:off x="3374390" y="4211955"/>
            <a:ext cx="2507615" cy="953"/>
          </a:xfrm>
          <a:custGeom xmlns:a="http://schemas.openxmlformats.org/drawingml/2006/main">
            <a:pathLst>
              <a:path w="2507615" h="953">
                <a:moveTo>
                  <a:pt x="0" y="0"/>
                </a:moveTo>
                <a:lnTo>
                  <a:pt x="2507615" y="0"/>
                </a:lnTo>
              </a:path>
            </a:pathLst>
          </a:custGeom>
          <a:noFill xmlns:a="http://schemas.openxmlformats.org/drawingml/2006/main"/>
          <a:ln xmlns:a="http://schemas.openxmlformats.org/drawingml/2006/main" w="12700">
            <a:solidFill>
              <a:srgbClr val="C0C0C0"/>
            </a:solidFill>
            <a:prstDash val="solid"/>
          </a:ln>
        </p:spPr>
      </p:sp>
      <p:sp>
        <p:nvSpPr>
          <p:cNvPr id="188" name="pdf-text-0188">
            <a:extLst xmlns:a="http://schemas.openxmlformats.org/drawingml/2006/main">
              <a:ext uri="{FF2B5EF4-FFF2-40B4-BE49-F238E27FC236}">
                <a16:creationId xmlns:a16="http://schemas.microsoft.com/office/drawing/2014/main" id="{1C7FA701-B09A-47F3-8730-EF8F890A3D08}"/>
              </a:ext>
            </a:extLst>
          </p:cNvPr>
          <p:cNvSpPr>
            <a:spLocks xmlns:a="http://schemas.openxmlformats.org/drawingml/2006/main" noGrp="1"/>
          </p:cNvSpPr>
          <p:nvPr/>
        </p:nvSpPr>
        <p:spPr>
          <a:xfrm xmlns:a="http://schemas.openxmlformats.org/drawingml/2006/main">
            <a:off x="3569907" y="3243361"/>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平面</a:t>
            </a:r>
          </a:p>
        </p:txBody>
      </p:sp>
      <p:sp>
        <p:nvSpPr>
          <p:cNvPr id="189" name="pdf-text-0189">
            <a:extLst xmlns:a="http://schemas.openxmlformats.org/drawingml/2006/main">
              <a:ext uri="{FF2B5EF4-FFF2-40B4-BE49-F238E27FC236}">
                <a16:creationId xmlns:a16="http://schemas.microsoft.com/office/drawing/2014/main" id="{2C6E62CD-947C-4836-B0C3-1DD8F1067B29}"/>
              </a:ext>
            </a:extLst>
          </p:cNvPr>
          <p:cNvSpPr>
            <a:spLocks xmlns:a="http://schemas.openxmlformats.org/drawingml/2006/main" noGrp="1"/>
          </p:cNvSpPr>
          <p:nvPr/>
        </p:nvSpPr>
        <p:spPr>
          <a:xfrm xmlns:a="http://schemas.openxmlformats.org/drawingml/2006/main">
            <a:off x="3513518" y="3449101"/>
            <a:ext cx="381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分辨率</a:t>
            </a:r>
          </a:p>
        </p:txBody>
      </p:sp>
      <p:sp>
        <p:nvSpPr>
          <p:cNvPr id="190" name="pdf-text-0190">
            <a:extLst xmlns:a="http://schemas.openxmlformats.org/drawingml/2006/main">
              <a:ext uri="{FF2B5EF4-FFF2-40B4-BE49-F238E27FC236}">
                <a16:creationId xmlns:a16="http://schemas.microsoft.com/office/drawing/2014/main" id="{CBDB360B-C606-4C24-8105-9173C060CF3A}"/>
              </a:ext>
            </a:extLst>
          </p:cNvPr>
          <p:cNvSpPr>
            <a:spLocks xmlns:a="http://schemas.openxmlformats.org/drawingml/2006/main" noGrp="1"/>
          </p:cNvSpPr>
          <p:nvPr/>
        </p:nvSpPr>
        <p:spPr>
          <a:xfrm xmlns:a="http://schemas.openxmlformats.org/drawingml/2006/main">
            <a:off x="4180522" y="3352456"/>
            <a:ext cx="311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15um</a:t>
            </a:r>
          </a:p>
        </p:txBody>
      </p:sp>
      <p:sp>
        <p:nvSpPr>
          <p:cNvPr id="191" name="pdf-text-0191">
            <a:extLst xmlns:a="http://schemas.openxmlformats.org/drawingml/2006/main">
              <a:ext uri="{FF2B5EF4-FFF2-40B4-BE49-F238E27FC236}">
                <a16:creationId xmlns:a16="http://schemas.microsoft.com/office/drawing/2014/main" id="{53DAA475-FC1E-4752-873F-695AFF39B092}"/>
              </a:ext>
            </a:extLst>
          </p:cNvPr>
          <p:cNvSpPr>
            <a:spLocks xmlns:a="http://schemas.openxmlformats.org/drawingml/2006/main" noGrp="1"/>
          </p:cNvSpPr>
          <p:nvPr/>
        </p:nvSpPr>
        <p:spPr>
          <a:xfrm xmlns:a="http://schemas.openxmlformats.org/drawingml/2006/main">
            <a:off x="4821860" y="3352456"/>
            <a:ext cx="311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10um</a:t>
            </a:r>
          </a:p>
        </p:txBody>
      </p:sp>
      <p:sp>
        <p:nvSpPr>
          <p:cNvPr id="192" name="pdf-text-0192">
            <a:extLst xmlns:a="http://schemas.openxmlformats.org/drawingml/2006/main">
              <a:ext uri="{FF2B5EF4-FFF2-40B4-BE49-F238E27FC236}">
                <a16:creationId xmlns:a16="http://schemas.microsoft.com/office/drawing/2014/main" id="{CB92D3CC-7ACB-47E6-A381-600038681E3A}"/>
              </a:ext>
            </a:extLst>
          </p:cNvPr>
          <p:cNvSpPr>
            <a:spLocks xmlns:a="http://schemas.openxmlformats.org/drawingml/2006/main" noGrp="1"/>
          </p:cNvSpPr>
          <p:nvPr/>
        </p:nvSpPr>
        <p:spPr>
          <a:xfrm xmlns:a="http://schemas.openxmlformats.org/drawingml/2006/main">
            <a:off x="5468340" y="3352456"/>
            <a:ext cx="253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5um</a:t>
            </a:r>
          </a:p>
        </p:txBody>
      </p:sp>
      <p:sp>
        <p:nvSpPr>
          <p:cNvPr id="193" name="pdf-text-0193">
            <a:extLst xmlns:a="http://schemas.openxmlformats.org/drawingml/2006/main">
              <a:ext uri="{FF2B5EF4-FFF2-40B4-BE49-F238E27FC236}">
                <a16:creationId xmlns:a16="http://schemas.microsoft.com/office/drawing/2014/main" id="{E6FC1A07-9FF0-4B81-979F-0A6C04AD559E}"/>
              </a:ext>
            </a:extLst>
          </p:cNvPr>
          <p:cNvSpPr>
            <a:spLocks xmlns:a="http://schemas.openxmlformats.org/drawingml/2006/main" noGrp="1"/>
          </p:cNvSpPr>
          <p:nvPr/>
        </p:nvSpPr>
        <p:spPr>
          <a:xfrm xmlns:a="http://schemas.openxmlformats.org/drawingml/2006/main">
            <a:off x="3455607" y="3659603"/>
            <a:ext cx="4953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扫描速度</a:t>
            </a:r>
          </a:p>
        </p:txBody>
      </p:sp>
      <p:sp>
        <p:nvSpPr>
          <p:cNvPr id="194" name="pdf-text-0194">
            <a:extLst xmlns:a="http://schemas.openxmlformats.org/drawingml/2006/main">
              <a:ext uri="{FF2B5EF4-FFF2-40B4-BE49-F238E27FC236}">
                <a16:creationId xmlns:a16="http://schemas.microsoft.com/office/drawing/2014/main" id="{4C9458F8-FC1F-448E-B7EB-DE00BBE29C1A}"/>
              </a:ext>
            </a:extLst>
          </p:cNvPr>
          <p:cNvSpPr>
            <a:spLocks xmlns:a="http://schemas.openxmlformats.org/drawingml/2006/main" noGrp="1"/>
          </p:cNvSpPr>
          <p:nvPr/>
        </p:nvSpPr>
        <p:spPr>
          <a:xfrm xmlns:a="http://schemas.openxmlformats.org/drawingml/2006/main">
            <a:off x="4133278" y="3664791"/>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2FOV/s</a:t>
            </a:r>
          </a:p>
        </p:txBody>
      </p:sp>
      <p:sp>
        <p:nvSpPr>
          <p:cNvPr id="195" name="pdf-text-0195">
            <a:extLst xmlns:a="http://schemas.openxmlformats.org/drawingml/2006/main">
              <a:ext uri="{FF2B5EF4-FFF2-40B4-BE49-F238E27FC236}">
                <a16:creationId xmlns:a16="http://schemas.microsoft.com/office/drawing/2014/main" id="{1CDA24B5-137B-4EE4-8F4F-5EBA8B548E59}"/>
              </a:ext>
            </a:extLst>
          </p:cNvPr>
          <p:cNvSpPr>
            <a:spLocks xmlns:a="http://schemas.openxmlformats.org/drawingml/2006/main" noGrp="1"/>
          </p:cNvSpPr>
          <p:nvPr/>
        </p:nvSpPr>
        <p:spPr>
          <a:xfrm xmlns:a="http://schemas.openxmlformats.org/drawingml/2006/main">
            <a:off x="4774616" y="3664791"/>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2FOV/s</a:t>
            </a:r>
          </a:p>
        </p:txBody>
      </p:sp>
      <p:sp>
        <p:nvSpPr>
          <p:cNvPr id="196" name="pdf-text-0196">
            <a:extLst xmlns:a="http://schemas.openxmlformats.org/drawingml/2006/main">
              <a:ext uri="{FF2B5EF4-FFF2-40B4-BE49-F238E27FC236}">
                <a16:creationId xmlns:a16="http://schemas.microsoft.com/office/drawing/2014/main" id="{61328F46-D613-4A60-857D-7C6215F4D964}"/>
              </a:ext>
            </a:extLst>
          </p:cNvPr>
          <p:cNvSpPr>
            <a:spLocks xmlns:a="http://schemas.openxmlformats.org/drawingml/2006/main" noGrp="1"/>
          </p:cNvSpPr>
          <p:nvPr/>
        </p:nvSpPr>
        <p:spPr>
          <a:xfrm xmlns:a="http://schemas.openxmlformats.org/drawingml/2006/main">
            <a:off x="5392064" y="3664791"/>
            <a:ext cx="402603"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2FOV/s</a:t>
            </a:r>
          </a:p>
        </p:txBody>
      </p:sp>
      <p:sp>
        <p:nvSpPr>
          <p:cNvPr id="197" name="pdf-text-0197">
            <a:extLst xmlns:a="http://schemas.openxmlformats.org/drawingml/2006/main">
              <a:ext uri="{FF2B5EF4-FFF2-40B4-BE49-F238E27FC236}">
                <a16:creationId xmlns:a16="http://schemas.microsoft.com/office/drawing/2014/main" id="{AD6258D7-97E5-4099-88D0-53327A4269D9}"/>
              </a:ext>
            </a:extLst>
          </p:cNvPr>
          <p:cNvSpPr>
            <a:spLocks xmlns:a="http://schemas.openxmlformats.org/drawingml/2006/main" noGrp="1"/>
          </p:cNvSpPr>
          <p:nvPr/>
        </p:nvSpPr>
        <p:spPr>
          <a:xfrm xmlns:a="http://schemas.openxmlformats.org/drawingml/2006/main">
            <a:off x="3498228" y="3877055"/>
            <a:ext cx="178574"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1" i="0">
                <a:solidFill>
                  <a:srgbClr val="000000"/>
                </a:solidFill>
                <a:latin typeface="TimesNewRomanPSMT"/>
                <a:ea typeface="TimesNewRomanPSMT"/>
                <a:cs typeface="TimesNewRomanPSMT"/>
              </a:defRPr>
            </a:pPr>
            <a:r>
              <a:rPr sz="900" b="1" i="0">
                <a:solidFill>
                  <a:srgbClr val="000000"/>
                </a:solidFill>
                <a:latin typeface="TimesNewRomanPSMT"/>
                <a:ea typeface="TimesNewRomanPSMT"/>
                <a:cs typeface="TimesNewRomanPSMT"/>
              </a:rPr>
              <a:t>3D</a:t>
            </a:r>
          </a:p>
        </p:txBody>
      </p:sp>
      <p:sp>
        <p:nvSpPr>
          <p:cNvPr id="198" name="pdf-text-0198">
            <a:extLst xmlns:a="http://schemas.openxmlformats.org/drawingml/2006/main">
              <a:ext uri="{FF2B5EF4-FFF2-40B4-BE49-F238E27FC236}">
                <a16:creationId xmlns:a16="http://schemas.microsoft.com/office/drawing/2014/main" id="{5DB19DCA-8E2C-46B7-A776-F25D79D920ED}"/>
              </a:ext>
            </a:extLst>
          </p:cNvPr>
          <p:cNvSpPr>
            <a:spLocks xmlns:a="http://schemas.openxmlformats.org/drawingml/2006/main" noGrp="1"/>
          </p:cNvSpPr>
          <p:nvPr/>
        </p:nvSpPr>
        <p:spPr>
          <a:xfrm xmlns:a="http://schemas.openxmlformats.org/drawingml/2006/main">
            <a:off x="3638487" y="3870106"/>
            <a:ext cx="269786"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高度</a:t>
            </a:r>
          </a:p>
        </p:txBody>
      </p:sp>
      <p:sp>
        <p:nvSpPr>
          <p:cNvPr id="199" name="pdf-text-0199">
            <a:extLst xmlns:a="http://schemas.openxmlformats.org/drawingml/2006/main">
              <a:ext uri="{FF2B5EF4-FFF2-40B4-BE49-F238E27FC236}">
                <a16:creationId xmlns:a16="http://schemas.microsoft.com/office/drawing/2014/main" id="{581AFC17-D8E9-4690-8094-75A8F08A46E0}"/>
              </a:ext>
            </a:extLst>
          </p:cNvPr>
          <p:cNvSpPr>
            <a:spLocks xmlns:a="http://schemas.openxmlformats.org/drawingml/2006/main" noGrp="1"/>
          </p:cNvSpPr>
          <p:nvPr/>
        </p:nvSpPr>
        <p:spPr>
          <a:xfrm xmlns:a="http://schemas.openxmlformats.org/drawingml/2006/main">
            <a:off x="3569907" y="4075846"/>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KaiTi"/>
                <a:ea typeface="KaiTi"/>
                <a:cs typeface="KaiTi"/>
              </a:defRPr>
            </a:pPr>
            <a:r>
              <a:rPr sz="900" b="0" i="0">
                <a:solidFill>
                  <a:srgbClr val="000000"/>
                </a:solidFill>
                <a:latin typeface="KaiTi"/>
                <a:ea typeface="KaiTi"/>
                <a:cs typeface="KaiTi"/>
              </a:rPr>
              <a:t>精度</a:t>
            </a:r>
          </a:p>
        </p:txBody>
      </p:sp>
      <p:sp>
        <p:nvSpPr>
          <p:cNvPr id="200" name="pdf-text-0200">
            <a:extLst xmlns:a="http://schemas.openxmlformats.org/drawingml/2006/main">
              <a:ext uri="{FF2B5EF4-FFF2-40B4-BE49-F238E27FC236}">
                <a16:creationId xmlns:a16="http://schemas.microsoft.com/office/drawing/2014/main" id="{444B0732-01AB-43FE-B225-A63869D77EEF}"/>
              </a:ext>
            </a:extLst>
          </p:cNvPr>
          <p:cNvSpPr>
            <a:spLocks xmlns:a="http://schemas.openxmlformats.org/drawingml/2006/main" noGrp="1"/>
          </p:cNvSpPr>
          <p:nvPr/>
        </p:nvSpPr>
        <p:spPr>
          <a:xfrm xmlns:a="http://schemas.openxmlformats.org/drawingml/2006/main">
            <a:off x="4214051" y="3978164"/>
            <a:ext cx="2429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1um</a:t>
            </a:r>
          </a:p>
        </p:txBody>
      </p:sp>
      <p:sp>
        <p:nvSpPr>
          <p:cNvPr id="201" name="pdf-text-0201">
            <a:extLst xmlns:a="http://schemas.openxmlformats.org/drawingml/2006/main">
              <a:ext uri="{FF2B5EF4-FFF2-40B4-BE49-F238E27FC236}">
                <a16:creationId xmlns:a16="http://schemas.microsoft.com/office/drawing/2014/main" id="{BD8E3214-8E48-4EC7-AF7F-69153CB52817}"/>
              </a:ext>
            </a:extLst>
          </p:cNvPr>
          <p:cNvSpPr>
            <a:spLocks xmlns:a="http://schemas.openxmlformats.org/drawingml/2006/main" noGrp="1"/>
          </p:cNvSpPr>
          <p:nvPr/>
        </p:nvSpPr>
        <p:spPr>
          <a:xfrm xmlns:a="http://schemas.openxmlformats.org/drawingml/2006/main">
            <a:off x="4855388" y="3978164"/>
            <a:ext cx="2429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1um</a:t>
            </a:r>
          </a:p>
        </p:txBody>
      </p:sp>
      <p:sp>
        <p:nvSpPr>
          <p:cNvPr id="202" name="pdf-text-0202">
            <a:extLst xmlns:a="http://schemas.openxmlformats.org/drawingml/2006/main">
              <a:ext uri="{FF2B5EF4-FFF2-40B4-BE49-F238E27FC236}">
                <a16:creationId xmlns:a16="http://schemas.microsoft.com/office/drawing/2014/main" id="{61D4F6F2-3134-4707-AA28-AD54E034F910}"/>
              </a:ext>
            </a:extLst>
          </p:cNvPr>
          <p:cNvSpPr>
            <a:spLocks xmlns:a="http://schemas.openxmlformats.org/drawingml/2006/main" noGrp="1"/>
          </p:cNvSpPr>
          <p:nvPr/>
        </p:nvSpPr>
        <p:spPr>
          <a:xfrm xmlns:a="http://schemas.openxmlformats.org/drawingml/2006/main">
            <a:off x="5472837" y="3978164"/>
            <a:ext cx="2429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00" b="0" i="0">
                <a:solidFill>
                  <a:srgbClr val="000000"/>
                </a:solidFill>
                <a:latin typeface="TimesNewRomanPSMT"/>
                <a:ea typeface="TimesNewRomanPSMT"/>
                <a:cs typeface="TimesNewRomanPSMT"/>
              </a:defRPr>
            </a:pPr>
            <a:r>
              <a:rPr sz="900" b="0" i="0">
                <a:solidFill>
                  <a:srgbClr val="000000"/>
                </a:solidFill>
                <a:latin typeface="TimesNewRomanPSMT"/>
                <a:ea typeface="TimesNewRomanPSMT"/>
                <a:cs typeface="TimesNewRomanPSMT"/>
              </a:rPr>
              <a:t>1um</a:t>
            </a:r>
          </a:p>
        </p:txBody>
      </p:sp>
      <p:pic>
        <p:nvPicPr>
          <p:cNvPr id="409" name=""/>
          <p:cNvPicPr>
            <a:picLocks xmlns:a="http://schemas.openxmlformats.org/drawingml/2006/main" noChangeAspect="1"/>
          </p:cNvPicPr>
          <p:nvPr/>
        </p:nvPicPr>
        <p:blipFill>
          <a:blip xmlns:r="http://schemas.openxmlformats.org/officeDocument/2006/relationships" xmlns:a="http://schemas.openxmlformats.org/drawingml/2006/main" r:embed="R49a007a0b45a4896"/>
          <a:srcRect xmlns:a="http://schemas.openxmlformats.org/drawingml/2006/main" l="0" t="6" r="0" b="6"/>
          <a:stretch xmlns:a="http://schemas.openxmlformats.org/drawingml/2006/main">
            <a:fillRect l="0" t="0" r="0" b="0"/>
          </a:stretch>
        </p:blipFill>
        <p:spPr>
          <a:xfrm xmlns:a="http://schemas.openxmlformats.org/drawingml/2006/main">
            <a:off x="7539354" y="4544695"/>
            <a:ext cx="1249045" cy="1395095"/>
          </a:xfrm>
          <a:prstGeom xmlns:a="http://schemas.openxmlformats.org/drawingml/2006/main" prst="rect">
            <a:avLst/>
          </a:prstGeom>
        </p:spPr>
      </p:pic>
      <p:pic>
        <p:nvPicPr>
          <p:cNvPr id="410" name=""/>
          <p:cNvPicPr>
            <a:picLocks xmlns:a="http://schemas.openxmlformats.org/drawingml/2006/main" noChangeAspect="1"/>
          </p:cNvPicPr>
          <p:nvPr/>
        </p:nvPicPr>
        <p:blipFill>
          <a:blip xmlns:r="http://schemas.openxmlformats.org/officeDocument/2006/relationships" xmlns:a="http://schemas.openxmlformats.org/drawingml/2006/main" r:embed="Rc3df30a2153e40a9"/>
          <a:srcRect xmlns:a="http://schemas.openxmlformats.org/drawingml/2006/main" l="3866" t="0" r="3866" b="0"/>
          <a:stretch xmlns:a="http://schemas.openxmlformats.org/drawingml/2006/main">
            <a:fillRect l="0" t="0" r="0" b="0"/>
          </a:stretch>
        </p:blipFill>
        <p:spPr>
          <a:xfrm xmlns:a="http://schemas.openxmlformats.org/drawingml/2006/main">
            <a:off x="3386454" y="4608196"/>
            <a:ext cx="1235247" cy="1331872"/>
          </a:xfrm>
          <a:prstGeom xmlns:a="http://schemas.openxmlformats.org/drawingml/2006/main" prst="rect">
            <a:avLst/>
          </a:prstGeom>
        </p:spPr>
      </p:pic>
      <p:pic>
        <p:nvPicPr>
          <p:cNvPr id="411" name=""/>
          <p:cNvPicPr>
            <a:picLocks xmlns:a="http://schemas.openxmlformats.org/drawingml/2006/main" noChangeAspect="1"/>
          </p:cNvPicPr>
          <p:nvPr/>
        </p:nvPicPr>
        <p:blipFill>
          <a:blip xmlns:r="http://schemas.openxmlformats.org/officeDocument/2006/relationships" xmlns:a="http://schemas.openxmlformats.org/drawingml/2006/main" r:embed="R11db3796cda141a0"/>
          <a:srcRect xmlns:a="http://schemas.openxmlformats.org/drawingml/2006/main" l="4216" t="0" r="4216" b="0"/>
          <a:stretch xmlns:a="http://schemas.openxmlformats.org/drawingml/2006/main">
            <a:fillRect l="0" t="0" r="0" b="0"/>
          </a:stretch>
        </p:blipFill>
        <p:spPr>
          <a:xfrm xmlns:a="http://schemas.openxmlformats.org/drawingml/2006/main">
            <a:off x="4678044" y="4608196"/>
            <a:ext cx="1234039" cy="1331168"/>
          </a:xfrm>
          <a:prstGeom xmlns:a="http://schemas.openxmlformats.org/drawingml/2006/main" prst="rect">
            <a:avLst/>
          </a:prstGeom>
        </p:spPr>
      </p:pic>
      <p:pic>
        <p:nvPicPr>
          <p:cNvPr id="412" name=""/>
          <p:cNvPicPr>
            <a:picLocks xmlns:a="http://schemas.openxmlformats.org/drawingml/2006/main" noChangeAspect="1"/>
          </p:cNvPicPr>
          <p:nvPr/>
        </p:nvPicPr>
        <p:blipFill>
          <a:blip xmlns:r="http://schemas.openxmlformats.org/officeDocument/2006/relationships" xmlns:a="http://schemas.openxmlformats.org/drawingml/2006/main" r:embed="R537ab2b5d0a9426f"/>
          <a:srcRect xmlns:a="http://schemas.openxmlformats.org/drawingml/2006/main" l="54" t="0" r="54" b="0"/>
          <a:stretch xmlns:a="http://schemas.openxmlformats.org/drawingml/2006/main">
            <a:fillRect l="0" t="0" r="0" b="0"/>
          </a:stretch>
        </p:blipFill>
        <p:spPr>
          <a:xfrm xmlns:a="http://schemas.openxmlformats.org/drawingml/2006/main">
            <a:off x="4586606" y="1542416"/>
            <a:ext cx="1354450" cy="1112694"/>
          </a:xfrm>
          <a:prstGeom xmlns:a="http://schemas.openxmlformats.org/drawingml/2006/main" prst="rect">
            <a:avLst/>
          </a:prstGeom>
        </p:spPr>
      </p:pic>
    </p:spTree>
    <p:extLst>
      <p:ext uri="{BB962C8B-B14F-4D97-AF65-F5344CB8AC3E}">
        <p14:creationId xmlns:p14="http://schemas.microsoft.com/office/powerpoint/2010/main" val="21357463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pdf-vector-0001">
            <a:extLst xmlns:a="http://schemas.openxmlformats.org/drawingml/2006/main">
              <a:ext uri="{FF2B5EF4-FFF2-40B4-BE49-F238E27FC236}">
                <a16:creationId xmlns:a16="http://schemas.microsoft.com/office/drawing/2014/main" id="{714AA060-DFB5-45C2-A7BF-20207D2874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ea66195b89a4b68"/>
          <a:srcRect xmlns:a="http://schemas.openxmlformats.org/drawingml/2006/main" l="0" t="0" r="0" b="0"/>
          <a:stretch xmlns:a="http://schemas.openxmlformats.org/drawingml/2006/main">
            <a:fillRect l="0" t="0" r="0" b="0"/>
          </a:stretch>
        </p:blipFill>
        <p:spPr>
          <a:xfrm xmlns:a="http://schemas.openxmlformats.org/drawingml/2006/main">
            <a:off x="838200" y="1054100"/>
            <a:ext cx="2895600" cy="3810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9b1b165822041ae"/>
          <a:srcRect xmlns:a="http://schemas.openxmlformats.org/drawingml/2006/main" l="0" t="0" r="0" b="0"/>
          <a:stretch xmlns:a="http://schemas.openxmlformats.org/drawingml/2006/main">
            <a:fillRect l="0" t="0" r="0" b="0"/>
          </a:stretch>
        </p:blipFill>
        <p:spPr>
          <a:xfrm xmlns:a="http://schemas.openxmlformats.org/drawingml/2006/main">
            <a:off x="8559800" y="1041400"/>
            <a:ext cx="2895600" cy="38100"/>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5acc0e5ff646444c"/>
          <a:srcRect xmlns:a="http://schemas.openxmlformats.org/drawingml/2006/main" l="0" t="0" r="0" b="0"/>
          <a:stretch xmlns:a="http://schemas.openxmlformats.org/drawingml/2006/main">
            <a:fillRect l="0" t="0" r="0" b="0"/>
          </a:stretch>
        </p:blipFill>
        <p:spPr>
          <a:xfrm xmlns:a="http://schemas.openxmlformats.org/drawingml/2006/main">
            <a:off x="5473700" y="2032000"/>
            <a:ext cx="1257300" cy="482600"/>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3e2505865314a9d"/>
          <a:srcRect xmlns:a="http://schemas.openxmlformats.org/drawingml/2006/main" l="0" t="0" r="0" b="0"/>
          <a:stretch xmlns:a="http://schemas.openxmlformats.org/drawingml/2006/main">
            <a:fillRect l="0" t="0" r="0" b="0"/>
          </a:stretch>
        </p:blipFill>
        <p:spPr>
          <a:xfrm xmlns:a="http://schemas.openxmlformats.org/drawingml/2006/main">
            <a:off x="5232400" y="3860800"/>
            <a:ext cx="1993900" cy="48260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f371123129df486e"/>
          <a:srcRect xmlns:a="http://schemas.openxmlformats.org/drawingml/2006/main" l="0" t="0" r="0" b="0"/>
          <a:stretch xmlns:a="http://schemas.openxmlformats.org/drawingml/2006/main">
            <a:fillRect l="0" t="0" r="0" b="0"/>
          </a:stretch>
        </p:blipFill>
        <p:spPr>
          <a:xfrm xmlns:a="http://schemas.openxmlformats.org/drawingml/2006/main">
            <a:off x="3454400" y="5168900"/>
            <a:ext cx="5346700" cy="482600"/>
          </a:xfrm>
          <a:prstGeom xmlns:a="http://schemas.openxmlformats.org/drawingml/2006/main" prst="rect">
            <a:avLst/>
          </a:prstGeom>
        </p:spPr>
      </p:pic>
      <p:sp>
        <p:nvSpPr>
          <p:cNvPr id="7" name="pdf-vector-0007">
            <a:extLst xmlns:a="http://schemas.openxmlformats.org/drawingml/2006/main">
              <a:ext uri="{FF2B5EF4-FFF2-40B4-BE49-F238E27FC236}">
                <a16:creationId xmlns:a16="http://schemas.microsoft.com/office/drawing/2014/main" id="{FB2DDCE1-274F-4355-B495-06538C07BC9B}"/>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C899592B-E614-44C4-8423-2A86F659C1EA}"/>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9" name="pdf-text-0009">
            <a:extLst xmlns:a="http://schemas.openxmlformats.org/drawingml/2006/main">
              <a:ext uri="{FF2B5EF4-FFF2-40B4-BE49-F238E27FC236}">
                <a16:creationId xmlns:a16="http://schemas.microsoft.com/office/drawing/2014/main" id="{E42A8138-0541-4909-9A50-FF5C32124B87}"/>
              </a:ext>
            </a:extLst>
          </p:cNvPr>
          <p:cNvSpPr>
            <a:spLocks xmlns:a="http://schemas.openxmlformats.org/drawingml/2006/main" noGrp="1"/>
          </p:cNvSpPr>
          <p:nvPr/>
        </p:nvSpPr>
        <p:spPr>
          <a:xfrm xmlns:a="http://schemas.openxmlformats.org/drawingml/2006/main">
            <a:off x="594510" y="330993"/>
            <a:ext cx="938174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技术优势（2）：非监督AI算法大幅提升复杂半导体器件缺陷检测能力</a:t>
            </a:r>
          </a:p>
        </p:txBody>
      </p:sp>
      <p:sp>
        <p:nvSpPr>
          <p:cNvPr id="10" name="pdf-text-0010">
            <a:extLst xmlns:a="http://schemas.openxmlformats.org/drawingml/2006/main">
              <a:ext uri="{FF2B5EF4-FFF2-40B4-BE49-F238E27FC236}">
                <a16:creationId xmlns:a16="http://schemas.microsoft.com/office/drawing/2014/main" id="{609B1AEE-BE1D-4385-9156-2787970C11FF}"/>
              </a:ext>
            </a:extLst>
          </p:cNvPr>
          <p:cNvSpPr>
            <a:spLocks xmlns:a="http://schemas.openxmlformats.org/drawingml/2006/main" noGrp="1"/>
          </p:cNvSpPr>
          <p:nvPr/>
        </p:nvSpPr>
        <p:spPr>
          <a:xfrm xmlns:a="http://schemas.openxmlformats.org/drawingml/2006/main">
            <a:off x="4099051" y="1017468"/>
            <a:ext cx="4133440"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212121"/>
                </a:solidFill>
                <a:latin typeface="KaiTi"/>
                <a:ea typeface="KaiTi"/>
                <a:cs typeface="KaiTi"/>
              </a:defRPr>
            </a:pPr>
            <a:r>
              <a:rPr sz="1596" b="0" i="0">
                <a:solidFill>
                  <a:srgbClr val="212121"/>
                </a:solidFill>
                <a:latin typeface="KaiTi"/>
                <a:ea typeface="KaiTi"/>
                <a:cs typeface="KaiTi"/>
              </a:rPr>
              <a:t>非监督AI算法可检测复杂半导体器件外观缺陷</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ddaff4758ecc4057"/>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12" name="pdf-vector-0012">
            <a:extLst xmlns:a="http://schemas.openxmlformats.org/drawingml/2006/main">
              <a:ext uri="{FF2B5EF4-FFF2-40B4-BE49-F238E27FC236}">
                <a16:creationId xmlns:a16="http://schemas.microsoft.com/office/drawing/2014/main" id="{7A335723-0BD5-4FEF-B4D9-E9737DCDBE3F}"/>
              </a:ext>
            </a:extLst>
          </p:cNvPr>
          <p:cNvSpPr>
            <a:spLocks xmlns:a="http://schemas.openxmlformats.org/drawingml/2006/main" noGrp="1"/>
          </p:cNvSpPr>
          <p:nvPr/>
        </p:nvSpPr>
        <p:spPr>
          <a:xfrm xmlns:a="http://schemas.openxmlformats.org/drawingml/2006/main">
            <a:off x="3217934" y="2469941"/>
            <a:ext cx="298006" cy="321462"/>
          </a:xfrm>
          <a:custGeom xmlns:a="http://schemas.openxmlformats.org/drawingml/2006/main">
            <a:pathLst>
              <a:path w="298006" h="321462">
                <a:moveTo>
                  <a:pt x="65507" y="321462"/>
                </a:moveTo>
                <a:lnTo>
                  <a:pt x="298006" y="106667"/>
                </a:lnTo>
                <a:lnTo>
                  <a:pt x="0" y="0"/>
                </a:lnTo>
                <a:lnTo>
                  <a:pt x="65507" y="321462"/>
                </a:lnTo>
                <a:close/>
              </a:path>
            </a:pathLst>
          </a:custGeom>
          <a:solidFill xmlns:a="http://schemas.openxmlformats.org/drawingml/2006/main">
            <a:srgbClr val="C0C0C0"/>
          </a:solidFill>
          <a:ln xmlns:a="http://schemas.openxmlformats.org/drawingml/2006/main" w="0">
            <a:noFill/>
            <a:prstDash val="solid"/>
          </a:ln>
        </p:spPr>
      </p:sp>
      <p:sp>
        <p:nvSpPr>
          <p:cNvPr id="13" name="pdf-vector-0013">
            <a:extLst xmlns:a="http://schemas.openxmlformats.org/drawingml/2006/main">
              <a:ext uri="{FF2B5EF4-FFF2-40B4-BE49-F238E27FC236}">
                <a16:creationId xmlns:a16="http://schemas.microsoft.com/office/drawing/2014/main" id="{094396F3-7DAA-4C52-AF97-1634998831D1}"/>
              </a:ext>
            </a:extLst>
          </p:cNvPr>
          <p:cNvSpPr>
            <a:spLocks xmlns:a="http://schemas.openxmlformats.org/drawingml/2006/main" noGrp="1"/>
          </p:cNvSpPr>
          <p:nvPr/>
        </p:nvSpPr>
        <p:spPr>
          <a:xfrm xmlns:a="http://schemas.openxmlformats.org/drawingml/2006/main">
            <a:off x="3083462" y="3424291"/>
            <a:ext cx="295694" cy="265125"/>
          </a:xfrm>
          <a:custGeom xmlns:a="http://schemas.openxmlformats.org/drawingml/2006/main">
            <a:pathLst>
              <a:path w="295694" h="265125">
                <a:moveTo>
                  <a:pt x="0" y="265125"/>
                </a:moveTo>
                <a:lnTo>
                  <a:pt x="295694" y="260045"/>
                </a:lnTo>
                <a:lnTo>
                  <a:pt x="154851" y="0"/>
                </a:lnTo>
                <a:lnTo>
                  <a:pt x="0" y="265125"/>
                </a:lnTo>
                <a:close/>
              </a:path>
            </a:pathLst>
          </a:custGeom>
          <a:solidFill xmlns:a="http://schemas.openxmlformats.org/drawingml/2006/main">
            <a:srgbClr val="C0C0C0"/>
          </a:solidFill>
          <a:ln xmlns:a="http://schemas.openxmlformats.org/drawingml/2006/main" w="0">
            <a:noFill/>
            <a:prstDash val="solid"/>
          </a:ln>
        </p:spPr>
      </p:sp>
      <p:sp>
        <p:nvSpPr>
          <p:cNvPr id="14" name="pdf-vector-0014">
            <a:extLst xmlns:a="http://schemas.openxmlformats.org/drawingml/2006/main">
              <a:ext uri="{FF2B5EF4-FFF2-40B4-BE49-F238E27FC236}">
                <a16:creationId xmlns:a16="http://schemas.microsoft.com/office/drawing/2014/main" id="{40B8652A-F6DA-44F1-B749-649EC6F41BDD}"/>
              </a:ext>
            </a:extLst>
          </p:cNvPr>
          <p:cNvSpPr>
            <a:spLocks xmlns:a="http://schemas.openxmlformats.org/drawingml/2006/main" noGrp="1"/>
          </p:cNvSpPr>
          <p:nvPr/>
        </p:nvSpPr>
        <p:spPr>
          <a:xfrm xmlns:a="http://schemas.openxmlformats.org/drawingml/2006/main">
            <a:off x="2094326" y="4132099"/>
            <a:ext cx="321018" cy="310604"/>
          </a:xfrm>
          <a:custGeom xmlns:a="http://schemas.openxmlformats.org/drawingml/2006/main">
            <a:pathLst>
              <a:path w="321018" h="310604">
                <a:moveTo>
                  <a:pt x="0" y="47752"/>
                </a:moveTo>
                <a:lnTo>
                  <a:pt x="203162" y="310604"/>
                </a:lnTo>
                <a:lnTo>
                  <a:pt x="321018" y="0"/>
                </a:lnTo>
                <a:lnTo>
                  <a:pt x="0" y="47752"/>
                </a:lnTo>
                <a:close/>
              </a:path>
            </a:pathLst>
          </a:custGeom>
          <a:solidFill xmlns:a="http://schemas.openxmlformats.org/drawingml/2006/main">
            <a:srgbClr val="C0C0C0"/>
          </a:solidFill>
          <a:ln xmlns:a="http://schemas.openxmlformats.org/drawingml/2006/main" w="0">
            <a:noFill/>
            <a:prstDash val="solid"/>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f489cf46eed44de4">
            <a:extLst>
              <a:ext uri="{96DAC541-7B7A-43D3-8B79-37D633B846F1}">
                <asvg:svgBlip xmlns:asvg="http://schemas.microsoft.com/office/drawing/2016/SVG/main" r:embed="R6200de1f4d07437a"/>
              </a:ext>
            </a:extLst>
          </a:blip>
          <a:stretch xmlns:a="http://schemas.openxmlformats.org/drawingml/2006/main"/>
        </p:blipFill>
        <p:spPr>
          <a:xfrm xmlns:a="http://schemas.openxmlformats.org/drawingml/2006/main">
            <a:off x="3695544" y="1530350"/>
            <a:ext cx="1527023" cy="1518488"/>
          </a:xfrm>
          <a:prstGeom xmlns:a="http://schemas.openxmlformats.org/drawingml/2006/main" prst="rect">
            <a:avLst/>
          </a:prstGeom>
        </p:spPr>
      </p:pic>
      <p:sp>
        <p:nvSpPr>
          <p:cNvPr id="16" name="pdf-text-0016">
            <a:extLst xmlns:a="http://schemas.openxmlformats.org/drawingml/2006/main">
              <a:ext uri="{FF2B5EF4-FFF2-40B4-BE49-F238E27FC236}">
                <a16:creationId xmlns:a16="http://schemas.microsoft.com/office/drawing/2014/main" id="{EAE440F7-C0C8-40CD-9E18-D61A723EC713}"/>
              </a:ext>
            </a:extLst>
          </p:cNvPr>
          <p:cNvSpPr>
            <a:spLocks xmlns:a="http://schemas.openxmlformats.org/drawingml/2006/main" noGrp="1"/>
          </p:cNvSpPr>
          <p:nvPr/>
        </p:nvSpPr>
        <p:spPr>
          <a:xfrm xmlns:a="http://schemas.openxmlformats.org/drawingml/2006/main">
            <a:off x="4052971" y="1967212"/>
            <a:ext cx="85038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需收集数</a:t>
            </a:r>
          </a:p>
        </p:txBody>
      </p:sp>
      <p:sp>
        <p:nvSpPr>
          <p:cNvPr id="17" name="pdf-text-0017">
            <a:extLst xmlns:a="http://schemas.openxmlformats.org/drawingml/2006/main">
              <a:ext uri="{FF2B5EF4-FFF2-40B4-BE49-F238E27FC236}">
                <a16:creationId xmlns:a16="http://schemas.microsoft.com/office/drawing/2014/main" id="{066EFD69-F234-4D76-86F6-6034156AA73A}"/>
              </a:ext>
            </a:extLst>
          </p:cNvPr>
          <p:cNvSpPr>
            <a:spLocks xmlns:a="http://schemas.openxmlformats.org/drawingml/2006/main" noGrp="1"/>
          </p:cNvSpPr>
          <p:nvPr/>
        </p:nvSpPr>
        <p:spPr>
          <a:xfrm xmlns:a="http://schemas.openxmlformats.org/drawingml/2006/main">
            <a:off x="4052971" y="2211050"/>
            <a:ext cx="85038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千张不良</a:t>
            </a:r>
          </a:p>
        </p:txBody>
      </p:sp>
      <p:sp>
        <p:nvSpPr>
          <p:cNvPr id="18" name="pdf-text-0018">
            <a:extLst xmlns:a="http://schemas.openxmlformats.org/drawingml/2006/main">
              <a:ext uri="{FF2B5EF4-FFF2-40B4-BE49-F238E27FC236}">
                <a16:creationId xmlns:a16="http://schemas.microsoft.com/office/drawing/2014/main" id="{104CB2F2-E6CD-45D4-B46A-D640944BC176}"/>
              </a:ext>
            </a:extLst>
          </p:cNvPr>
          <p:cNvSpPr>
            <a:spLocks xmlns:a="http://schemas.openxmlformats.org/drawingml/2006/main" noGrp="1"/>
          </p:cNvSpPr>
          <p:nvPr/>
        </p:nvSpPr>
        <p:spPr>
          <a:xfrm xmlns:a="http://schemas.openxmlformats.org/drawingml/2006/main">
            <a:off x="4255663" y="2454889"/>
            <a:ext cx="445004"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图片</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2b43894fd254af1">
            <a:extLst>
              <a:ext uri="{96DAC541-7B7A-43D3-8B79-37D633B846F1}">
                <asvg:svgBlip xmlns:asvg="http://schemas.microsoft.com/office/drawing/2016/SVG/main" r:embed="R178ef44e8cd14056"/>
              </a:ext>
            </a:extLst>
          </a:blip>
          <a:stretch xmlns:a="http://schemas.openxmlformats.org/drawingml/2006/main"/>
        </p:blipFill>
        <p:spPr>
          <a:xfrm xmlns:a="http://schemas.openxmlformats.org/drawingml/2006/main">
            <a:off x="3442774" y="3382683"/>
            <a:ext cx="1561427" cy="1518488"/>
          </a:xfrm>
          <a:prstGeom xmlns:a="http://schemas.openxmlformats.org/drawingml/2006/main" prst="rect">
            <a:avLst/>
          </a:prstGeom>
        </p:spPr>
      </p:pic>
      <p:sp>
        <p:nvSpPr>
          <p:cNvPr id="20" name="pdf-text-0020">
            <a:extLst xmlns:a="http://schemas.openxmlformats.org/drawingml/2006/main">
              <a:ext uri="{FF2B5EF4-FFF2-40B4-BE49-F238E27FC236}">
                <a16:creationId xmlns:a16="http://schemas.microsoft.com/office/drawing/2014/main" id="{05680563-5103-4C95-9085-FAA120A15821}"/>
              </a:ext>
            </a:extLst>
          </p:cNvPr>
          <p:cNvSpPr>
            <a:spLocks xmlns:a="http://schemas.openxmlformats.org/drawingml/2006/main" noGrp="1"/>
          </p:cNvSpPr>
          <p:nvPr/>
        </p:nvSpPr>
        <p:spPr>
          <a:xfrm xmlns:a="http://schemas.openxmlformats.org/drawingml/2006/main">
            <a:off x="3817661" y="3819545"/>
            <a:ext cx="85038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经常需要</a:t>
            </a:r>
          </a:p>
        </p:txBody>
      </p:sp>
      <p:sp>
        <p:nvSpPr>
          <p:cNvPr id="21" name="pdf-text-0021">
            <a:extLst xmlns:a="http://schemas.openxmlformats.org/drawingml/2006/main">
              <a:ext uri="{FF2B5EF4-FFF2-40B4-BE49-F238E27FC236}">
                <a16:creationId xmlns:a16="http://schemas.microsoft.com/office/drawing/2014/main" id="{63240C8A-1C07-4908-91CB-8772C40EAE18}"/>
              </a:ext>
            </a:extLst>
          </p:cNvPr>
          <p:cNvSpPr>
            <a:spLocks xmlns:a="http://schemas.openxmlformats.org/drawingml/2006/main" noGrp="1"/>
          </p:cNvSpPr>
          <p:nvPr/>
        </p:nvSpPr>
        <p:spPr>
          <a:xfrm xmlns:a="http://schemas.openxmlformats.org/drawingml/2006/main">
            <a:off x="3817661" y="4063383"/>
            <a:ext cx="85038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专人收集</a:t>
            </a:r>
          </a:p>
        </p:txBody>
      </p:sp>
      <p:sp>
        <p:nvSpPr>
          <p:cNvPr id="22" name="pdf-text-0022">
            <a:extLst xmlns:a="http://schemas.openxmlformats.org/drawingml/2006/main">
              <a:ext uri="{FF2B5EF4-FFF2-40B4-BE49-F238E27FC236}">
                <a16:creationId xmlns:a16="http://schemas.microsoft.com/office/drawing/2014/main" id="{1A4E80A8-1E33-4F44-85DC-A61B513D1D1A}"/>
              </a:ext>
            </a:extLst>
          </p:cNvPr>
          <p:cNvSpPr>
            <a:spLocks xmlns:a="http://schemas.openxmlformats.org/drawingml/2006/main" noGrp="1"/>
          </p:cNvSpPr>
          <p:nvPr/>
        </p:nvSpPr>
        <p:spPr>
          <a:xfrm xmlns:a="http://schemas.openxmlformats.org/drawingml/2006/main">
            <a:off x="4020353" y="4307222"/>
            <a:ext cx="445004"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图片</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f255ce4493524dc5">
            <a:extLst>
              <a:ext uri="{96DAC541-7B7A-43D3-8B79-37D633B846F1}">
                <asvg:svgBlip xmlns:asvg="http://schemas.microsoft.com/office/drawing/2016/SVG/main" r:embed="R44c09aeec7ff45da"/>
              </a:ext>
            </a:extLst>
          </a:blip>
          <a:stretch xmlns:a="http://schemas.openxmlformats.org/drawingml/2006/main"/>
        </p:blipFill>
        <p:spPr>
          <a:xfrm xmlns:a="http://schemas.openxmlformats.org/drawingml/2006/main">
            <a:off x="1703350" y="4574972"/>
            <a:ext cx="1527022" cy="1518488"/>
          </a:xfrm>
          <a:prstGeom xmlns:a="http://schemas.openxmlformats.org/drawingml/2006/main" prst="rect">
            <a:avLst/>
          </a:prstGeom>
        </p:spPr>
      </p:pic>
      <p:sp>
        <p:nvSpPr>
          <p:cNvPr id="24" name="pdf-text-0024">
            <a:extLst xmlns:a="http://schemas.openxmlformats.org/drawingml/2006/main">
              <a:ext uri="{FF2B5EF4-FFF2-40B4-BE49-F238E27FC236}">
                <a16:creationId xmlns:a16="http://schemas.microsoft.com/office/drawing/2014/main" id="{9376DD25-0684-41D8-82BB-6505F4725F58}"/>
              </a:ext>
            </a:extLst>
          </p:cNvPr>
          <p:cNvSpPr>
            <a:spLocks xmlns:a="http://schemas.openxmlformats.org/drawingml/2006/main" noGrp="1"/>
          </p:cNvSpPr>
          <p:nvPr/>
        </p:nvSpPr>
        <p:spPr>
          <a:xfrm xmlns:a="http://schemas.openxmlformats.org/drawingml/2006/main">
            <a:off x="2060777" y="5011833"/>
            <a:ext cx="85038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收集时间</a:t>
            </a:r>
          </a:p>
        </p:txBody>
      </p:sp>
      <p:sp>
        <p:nvSpPr>
          <p:cNvPr id="25" name="pdf-text-0025">
            <a:extLst xmlns:a="http://schemas.openxmlformats.org/drawingml/2006/main">
              <a:ext uri="{FF2B5EF4-FFF2-40B4-BE49-F238E27FC236}">
                <a16:creationId xmlns:a16="http://schemas.microsoft.com/office/drawing/2014/main" id="{6FE3BAD7-F9E1-4BC7-9622-D7CA4A7CA9D9}"/>
              </a:ext>
            </a:extLst>
          </p:cNvPr>
          <p:cNvSpPr>
            <a:spLocks xmlns:a="http://schemas.openxmlformats.org/drawingml/2006/main" noGrp="1"/>
          </p:cNvSpPr>
          <p:nvPr/>
        </p:nvSpPr>
        <p:spPr>
          <a:xfrm xmlns:a="http://schemas.openxmlformats.org/drawingml/2006/main">
            <a:off x="2060777" y="5255672"/>
            <a:ext cx="85038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经常需要</a:t>
            </a:r>
          </a:p>
        </p:txBody>
      </p:sp>
      <p:sp>
        <p:nvSpPr>
          <p:cNvPr id="26" name="pdf-text-0026">
            <a:extLst xmlns:a="http://schemas.openxmlformats.org/drawingml/2006/main">
              <a:ext uri="{FF2B5EF4-FFF2-40B4-BE49-F238E27FC236}">
                <a16:creationId xmlns:a16="http://schemas.microsoft.com/office/drawing/2014/main" id="{FA431E3C-66A5-475D-8641-A4ED0DAF932F}"/>
              </a:ext>
            </a:extLst>
          </p:cNvPr>
          <p:cNvSpPr>
            <a:spLocks xmlns:a="http://schemas.openxmlformats.org/drawingml/2006/main" noGrp="1"/>
          </p:cNvSpPr>
          <p:nvPr/>
        </p:nvSpPr>
        <p:spPr>
          <a:xfrm xmlns:a="http://schemas.openxmlformats.org/drawingml/2006/main">
            <a:off x="2161312" y="5499510"/>
            <a:ext cx="647697"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3B3838"/>
                </a:solidFill>
                <a:latin typeface="KaiTi"/>
                <a:ea typeface="KaiTi"/>
                <a:cs typeface="KaiTi"/>
              </a:defRPr>
            </a:pPr>
            <a:r>
              <a:rPr sz="1596" b="0" i="0">
                <a:solidFill>
                  <a:srgbClr val="3B3838"/>
                </a:solidFill>
                <a:latin typeface="KaiTi"/>
                <a:ea typeface="KaiTi"/>
                <a:cs typeface="KaiTi"/>
              </a:rPr>
              <a:t>数十天</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bc42323056cd471b">
            <a:extLst>
              <a:ext uri="{96DAC541-7B7A-43D3-8B79-37D633B846F1}">
                <asvg:svgBlip xmlns:asvg="http://schemas.microsoft.com/office/drawing/2016/SVG/main" r:embed="R92507c86caa84a92"/>
              </a:ext>
            </a:extLst>
          </a:blip>
          <a:stretch xmlns:a="http://schemas.openxmlformats.org/drawingml/2006/main"/>
        </p:blipFill>
        <p:spPr>
          <a:xfrm xmlns:a="http://schemas.openxmlformats.org/drawingml/2006/main">
            <a:off x="1175381" y="2028306"/>
            <a:ext cx="1696783" cy="1767078"/>
          </a:xfrm>
          <a:prstGeom xmlns:a="http://schemas.openxmlformats.org/drawingml/2006/main" prst="rect">
            <a:avLst/>
          </a:prstGeom>
        </p:spPr>
      </p:pic>
      <p:sp>
        <p:nvSpPr>
          <p:cNvPr id="28" name="pdf-text-0028">
            <a:extLst xmlns:a="http://schemas.openxmlformats.org/drawingml/2006/main">
              <a:ext uri="{FF2B5EF4-FFF2-40B4-BE49-F238E27FC236}">
                <a16:creationId xmlns:a16="http://schemas.microsoft.com/office/drawing/2014/main" id="{1F41EE47-7C34-4AA9-A654-51831BDE5E6D}"/>
              </a:ext>
            </a:extLst>
          </p:cNvPr>
          <p:cNvSpPr>
            <a:spLocks xmlns:a="http://schemas.openxmlformats.org/drawingml/2006/main" noGrp="1"/>
          </p:cNvSpPr>
          <p:nvPr/>
        </p:nvSpPr>
        <p:spPr>
          <a:xfrm xmlns:a="http://schemas.openxmlformats.org/drawingml/2006/main">
            <a:off x="1566511" y="2685473"/>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3B3838"/>
                </a:solidFill>
                <a:latin typeface="KaiTi"/>
                <a:ea typeface="KaiTi"/>
                <a:cs typeface="KaiTi"/>
              </a:defRPr>
            </a:pPr>
            <a:r>
              <a:rPr sz="1800" b="0" i="0">
                <a:solidFill>
                  <a:srgbClr val="3B3838"/>
                </a:solidFill>
                <a:latin typeface="KaiTi"/>
                <a:ea typeface="KaiTi"/>
                <a:cs typeface="KaiTi"/>
              </a:rPr>
              <a:t>传统有监</a:t>
            </a:r>
          </a:p>
        </p:txBody>
      </p:sp>
      <p:sp>
        <p:nvSpPr>
          <p:cNvPr id="29" name="pdf-text-0029">
            <a:extLst xmlns:a="http://schemas.openxmlformats.org/drawingml/2006/main">
              <a:ext uri="{FF2B5EF4-FFF2-40B4-BE49-F238E27FC236}">
                <a16:creationId xmlns:a16="http://schemas.microsoft.com/office/drawing/2014/main" id="{15B08660-2FF7-439F-9877-0A8391C7FE99}"/>
              </a:ext>
            </a:extLst>
          </p:cNvPr>
          <p:cNvSpPr>
            <a:spLocks xmlns:a="http://schemas.openxmlformats.org/drawingml/2006/main" noGrp="1"/>
          </p:cNvSpPr>
          <p:nvPr/>
        </p:nvSpPr>
        <p:spPr>
          <a:xfrm xmlns:a="http://schemas.openxmlformats.org/drawingml/2006/main">
            <a:off x="1566511" y="2959793"/>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3B3838"/>
                </a:solidFill>
                <a:latin typeface="KaiTi"/>
                <a:ea typeface="KaiTi"/>
                <a:cs typeface="KaiTi"/>
              </a:defRPr>
            </a:pPr>
            <a:r>
              <a:rPr sz="1800" b="0" i="0">
                <a:solidFill>
                  <a:srgbClr val="3B3838"/>
                </a:solidFill>
                <a:latin typeface="KaiTi"/>
                <a:ea typeface="KaiTi"/>
                <a:cs typeface="KaiTi"/>
              </a:rPr>
              <a:t>督AI网络</a:t>
            </a:r>
          </a:p>
        </p:txBody>
      </p:sp>
      <p:sp>
        <p:nvSpPr>
          <p:cNvPr id="30" name="pdf-vector-0030">
            <a:extLst xmlns:a="http://schemas.openxmlformats.org/drawingml/2006/main">
              <a:ext uri="{FF2B5EF4-FFF2-40B4-BE49-F238E27FC236}">
                <a16:creationId xmlns:a16="http://schemas.microsoft.com/office/drawing/2014/main" id="{B0DEE3E9-8505-4FC7-B517-01FE4BB89B02}"/>
              </a:ext>
            </a:extLst>
          </p:cNvPr>
          <p:cNvSpPr>
            <a:spLocks xmlns:a="http://schemas.openxmlformats.org/drawingml/2006/main" noGrp="1"/>
          </p:cNvSpPr>
          <p:nvPr/>
        </p:nvSpPr>
        <p:spPr>
          <a:xfrm xmlns:a="http://schemas.openxmlformats.org/drawingml/2006/main">
            <a:off x="8794467" y="2418150"/>
            <a:ext cx="275971" cy="323037"/>
          </a:xfrm>
          <a:custGeom xmlns:a="http://schemas.openxmlformats.org/drawingml/2006/main">
            <a:pathLst>
              <a:path w="275971" h="323037">
                <a:moveTo>
                  <a:pt x="0" y="155118"/>
                </a:moveTo>
                <a:lnTo>
                  <a:pt x="275971" y="323037"/>
                </a:lnTo>
                <a:lnTo>
                  <a:pt x="273965" y="0"/>
                </a:lnTo>
                <a:lnTo>
                  <a:pt x="0" y="155118"/>
                </a:lnTo>
                <a:close/>
              </a:path>
            </a:pathLst>
          </a:custGeom>
          <a:solidFill xmlns:a="http://schemas.openxmlformats.org/drawingml/2006/main">
            <a:srgbClr val="F2655C"/>
          </a:solidFill>
          <a:ln xmlns:a="http://schemas.openxmlformats.org/drawingml/2006/main" w="0">
            <a:noFill/>
            <a:prstDash val="solid"/>
          </a:ln>
        </p:spPr>
      </p:sp>
      <p:sp>
        <p:nvSpPr>
          <p:cNvPr id="31" name="pdf-vector-0031">
            <a:extLst xmlns:a="http://schemas.openxmlformats.org/drawingml/2006/main">
              <a:ext uri="{FF2B5EF4-FFF2-40B4-BE49-F238E27FC236}">
                <a16:creationId xmlns:a16="http://schemas.microsoft.com/office/drawing/2014/main" id="{E80AD728-D909-40AE-AA42-4DF62F08DDF1}"/>
              </a:ext>
            </a:extLst>
          </p:cNvPr>
          <p:cNvSpPr>
            <a:spLocks xmlns:a="http://schemas.openxmlformats.org/drawingml/2006/main" noGrp="1"/>
          </p:cNvSpPr>
          <p:nvPr/>
        </p:nvSpPr>
        <p:spPr>
          <a:xfrm xmlns:a="http://schemas.openxmlformats.org/drawingml/2006/main">
            <a:off x="8991248" y="3424291"/>
            <a:ext cx="295681" cy="265125"/>
          </a:xfrm>
          <a:custGeom xmlns:a="http://schemas.openxmlformats.org/drawingml/2006/main">
            <a:pathLst>
              <a:path w="295681" h="265125">
                <a:moveTo>
                  <a:pt x="0" y="265125"/>
                </a:moveTo>
                <a:lnTo>
                  <a:pt x="295681" y="260045"/>
                </a:lnTo>
                <a:lnTo>
                  <a:pt x="154851" y="0"/>
                </a:lnTo>
                <a:lnTo>
                  <a:pt x="0" y="265125"/>
                </a:lnTo>
                <a:close/>
              </a:path>
            </a:pathLst>
          </a:custGeom>
          <a:solidFill xmlns:a="http://schemas.openxmlformats.org/drawingml/2006/main">
            <a:srgbClr val="F2655C"/>
          </a:solidFill>
          <a:ln xmlns:a="http://schemas.openxmlformats.org/drawingml/2006/main" w="0">
            <a:noFill/>
            <a:prstDash val="solid"/>
          </a:ln>
        </p:spPr>
      </p:sp>
      <p:sp>
        <p:nvSpPr>
          <p:cNvPr id="32" name="pdf-vector-0032">
            <a:extLst xmlns:a="http://schemas.openxmlformats.org/drawingml/2006/main">
              <a:ext uri="{FF2B5EF4-FFF2-40B4-BE49-F238E27FC236}">
                <a16:creationId xmlns:a16="http://schemas.microsoft.com/office/drawing/2014/main" id="{003DB87B-6880-4DB5-8605-6DD1F1F71B9B}"/>
              </a:ext>
            </a:extLst>
          </p:cNvPr>
          <p:cNvSpPr>
            <a:spLocks xmlns:a="http://schemas.openxmlformats.org/drawingml/2006/main" noGrp="1"/>
          </p:cNvSpPr>
          <p:nvPr/>
        </p:nvSpPr>
        <p:spPr>
          <a:xfrm xmlns:a="http://schemas.openxmlformats.org/drawingml/2006/main">
            <a:off x="10244838" y="4116221"/>
            <a:ext cx="312686" cy="322771"/>
          </a:xfrm>
          <a:custGeom xmlns:a="http://schemas.openxmlformats.org/drawingml/2006/main">
            <a:pathLst>
              <a:path w="312686" h="322771">
                <a:moveTo>
                  <a:pt x="0" y="0"/>
                </a:moveTo>
                <a:lnTo>
                  <a:pt x="78689" y="322771"/>
                </a:lnTo>
                <a:lnTo>
                  <a:pt x="312686" y="86944"/>
                </a:lnTo>
                <a:lnTo>
                  <a:pt x="0" y="0"/>
                </a:lnTo>
                <a:close/>
              </a:path>
            </a:pathLst>
          </a:custGeom>
          <a:solidFill xmlns:a="http://schemas.openxmlformats.org/drawingml/2006/main">
            <a:srgbClr val="F2655C"/>
          </a:solidFill>
          <a:ln xmlns:a="http://schemas.openxmlformats.org/drawingml/2006/main" w="0">
            <a:noFill/>
            <a:prstDash val="solid"/>
          </a:ln>
        </p:spPr>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f97dce89e5e245dc">
            <a:extLst>
              <a:ext uri="{96DAC541-7B7A-43D3-8B79-37D633B846F1}">
                <asvg:svgBlip xmlns:asvg="http://schemas.microsoft.com/office/drawing/2016/SVG/main" r:embed="R7c034a10092a4732"/>
              </a:ext>
            </a:extLst>
          </a:blip>
          <a:stretch xmlns:a="http://schemas.openxmlformats.org/drawingml/2006/main"/>
        </p:blipFill>
        <p:spPr>
          <a:xfrm xmlns:a="http://schemas.openxmlformats.org/drawingml/2006/main">
            <a:off x="6992688" y="1530350"/>
            <a:ext cx="1527022" cy="1518488"/>
          </a:xfrm>
          <a:prstGeom xmlns:a="http://schemas.openxmlformats.org/drawingml/2006/main" prst="rect">
            <a:avLst/>
          </a:prstGeom>
        </p:spPr>
      </p:pic>
      <p:sp>
        <p:nvSpPr>
          <p:cNvPr id="34" name="pdf-text-0034">
            <a:extLst xmlns:a="http://schemas.openxmlformats.org/drawingml/2006/main">
              <a:ext uri="{FF2B5EF4-FFF2-40B4-BE49-F238E27FC236}">
                <a16:creationId xmlns:a16="http://schemas.microsoft.com/office/drawing/2014/main" id="{4E04E5AF-BA1C-4E1E-819B-69FAE08DE802}"/>
              </a:ext>
            </a:extLst>
          </p:cNvPr>
          <p:cNvSpPr>
            <a:spLocks xmlns:a="http://schemas.openxmlformats.org/drawingml/2006/main" noGrp="1"/>
          </p:cNvSpPr>
          <p:nvPr/>
        </p:nvSpPr>
        <p:spPr>
          <a:xfrm xmlns:a="http://schemas.openxmlformats.org/drawingml/2006/main">
            <a:off x="7350113" y="1967212"/>
            <a:ext cx="85038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仅需数十</a:t>
            </a:r>
          </a:p>
        </p:txBody>
      </p:sp>
      <p:sp>
        <p:nvSpPr>
          <p:cNvPr id="35" name="pdf-text-0035">
            <a:extLst xmlns:a="http://schemas.openxmlformats.org/drawingml/2006/main">
              <a:ext uri="{FF2B5EF4-FFF2-40B4-BE49-F238E27FC236}">
                <a16:creationId xmlns:a16="http://schemas.microsoft.com/office/drawing/2014/main" id="{5D309A43-AAF7-4347-BBA0-228E49BCACFE}"/>
              </a:ext>
            </a:extLst>
          </p:cNvPr>
          <p:cNvSpPr>
            <a:spLocks xmlns:a="http://schemas.openxmlformats.org/drawingml/2006/main" noGrp="1"/>
          </p:cNvSpPr>
          <p:nvPr/>
        </p:nvSpPr>
        <p:spPr>
          <a:xfrm xmlns:a="http://schemas.openxmlformats.org/drawingml/2006/main">
            <a:off x="7350113" y="2211050"/>
            <a:ext cx="85038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张良品图</a:t>
            </a:r>
          </a:p>
        </p:txBody>
      </p:sp>
      <p:sp>
        <p:nvSpPr>
          <p:cNvPr id="36" name="pdf-text-0036">
            <a:extLst xmlns:a="http://schemas.openxmlformats.org/drawingml/2006/main">
              <a:ext uri="{FF2B5EF4-FFF2-40B4-BE49-F238E27FC236}">
                <a16:creationId xmlns:a16="http://schemas.microsoft.com/office/drawing/2014/main" id="{D3C2F243-591F-4FF5-A493-3CDF70CED975}"/>
              </a:ext>
            </a:extLst>
          </p:cNvPr>
          <p:cNvSpPr>
            <a:spLocks xmlns:a="http://schemas.openxmlformats.org/drawingml/2006/main" noGrp="1"/>
          </p:cNvSpPr>
          <p:nvPr/>
        </p:nvSpPr>
        <p:spPr>
          <a:xfrm xmlns:a="http://schemas.openxmlformats.org/drawingml/2006/main">
            <a:off x="7654962" y="2454889"/>
            <a:ext cx="240792"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片</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37584859106142f6">
            <a:extLst>
              <a:ext uri="{96DAC541-7B7A-43D3-8B79-37D633B846F1}">
                <asvg:svgBlip xmlns:asvg="http://schemas.microsoft.com/office/drawing/2016/SVG/main" r:embed="R9d21905da1604b2f"/>
              </a:ext>
            </a:extLst>
          </a:blip>
          <a:stretch xmlns:a="http://schemas.openxmlformats.org/drawingml/2006/main"/>
        </p:blipFill>
        <p:spPr>
          <a:xfrm xmlns:a="http://schemas.openxmlformats.org/drawingml/2006/main">
            <a:off x="7385287" y="3382683"/>
            <a:ext cx="1561427" cy="1518488"/>
          </a:xfrm>
          <a:prstGeom xmlns:a="http://schemas.openxmlformats.org/drawingml/2006/main" prst="rect">
            <a:avLst/>
          </a:prstGeom>
        </p:spPr>
      </p:pic>
      <p:sp>
        <p:nvSpPr>
          <p:cNvPr id="38" name="pdf-text-0038">
            <a:extLst xmlns:a="http://schemas.openxmlformats.org/drawingml/2006/main">
              <a:ext uri="{FF2B5EF4-FFF2-40B4-BE49-F238E27FC236}">
                <a16:creationId xmlns:a16="http://schemas.microsoft.com/office/drawing/2014/main" id="{85358446-376B-463C-9811-86B655274B90}"/>
              </a:ext>
            </a:extLst>
          </p:cNvPr>
          <p:cNvSpPr>
            <a:spLocks xmlns:a="http://schemas.openxmlformats.org/drawingml/2006/main" noGrp="1"/>
          </p:cNvSpPr>
          <p:nvPr/>
        </p:nvSpPr>
        <p:spPr>
          <a:xfrm xmlns:a="http://schemas.openxmlformats.org/drawingml/2006/main">
            <a:off x="7708357" y="3941465"/>
            <a:ext cx="952546"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AOI操作员</a:t>
            </a:r>
          </a:p>
        </p:txBody>
      </p:sp>
      <p:sp>
        <p:nvSpPr>
          <p:cNvPr id="39" name="pdf-text-0039">
            <a:extLst xmlns:a="http://schemas.openxmlformats.org/drawingml/2006/main">
              <a:ext uri="{FF2B5EF4-FFF2-40B4-BE49-F238E27FC236}">
                <a16:creationId xmlns:a16="http://schemas.microsoft.com/office/drawing/2014/main" id="{2DD64025-5C1C-4E86-B63F-F931EA04BC69}"/>
              </a:ext>
            </a:extLst>
          </p:cNvPr>
          <p:cNvSpPr>
            <a:spLocks xmlns:a="http://schemas.openxmlformats.org/drawingml/2006/main" noGrp="1"/>
          </p:cNvSpPr>
          <p:nvPr/>
        </p:nvSpPr>
        <p:spPr>
          <a:xfrm xmlns:a="http://schemas.openxmlformats.org/drawingml/2006/main">
            <a:off x="7760246" y="4185303"/>
            <a:ext cx="85038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现场收集</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1c045a4d8bcf4555">
            <a:extLst>
              <a:ext uri="{96DAC541-7B7A-43D3-8B79-37D633B846F1}">
                <asvg:svgBlip xmlns:asvg="http://schemas.microsoft.com/office/drawing/2016/SVG/main" r:embed="Ra8e21458b1124833"/>
              </a:ext>
            </a:extLst>
          </a:blip>
          <a:stretch xmlns:a="http://schemas.openxmlformats.org/drawingml/2006/main"/>
        </p:blipFill>
        <p:spPr>
          <a:xfrm xmlns:a="http://schemas.openxmlformats.org/drawingml/2006/main">
            <a:off x="9029005" y="4574972"/>
            <a:ext cx="1527022" cy="1518488"/>
          </a:xfrm>
          <a:prstGeom xmlns:a="http://schemas.openxmlformats.org/drawingml/2006/main" prst="rect">
            <a:avLst/>
          </a:prstGeom>
        </p:spPr>
      </p:pic>
      <p:sp>
        <p:nvSpPr>
          <p:cNvPr id="41" name="pdf-text-0041">
            <a:extLst xmlns:a="http://schemas.openxmlformats.org/drawingml/2006/main">
              <a:ext uri="{FF2B5EF4-FFF2-40B4-BE49-F238E27FC236}">
                <a16:creationId xmlns:a16="http://schemas.microsoft.com/office/drawing/2014/main" id="{72BDEF86-486D-4ABD-93BA-FF1E793D8509}"/>
              </a:ext>
            </a:extLst>
          </p:cNvPr>
          <p:cNvSpPr>
            <a:spLocks xmlns:a="http://schemas.openxmlformats.org/drawingml/2006/main" noGrp="1"/>
          </p:cNvSpPr>
          <p:nvPr/>
        </p:nvSpPr>
        <p:spPr>
          <a:xfrm xmlns:a="http://schemas.openxmlformats.org/drawingml/2006/main">
            <a:off x="9386432" y="5133754"/>
            <a:ext cx="850389"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收集时间</a:t>
            </a:r>
          </a:p>
        </p:txBody>
      </p:sp>
      <p:sp>
        <p:nvSpPr>
          <p:cNvPr id="42" name="pdf-text-0042">
            <a:extLst xmlns:a="http://schemas.openxmlformats.org/drawingml/2006/main">
              <a:ext uri="{FF2B5EF4-FFF2-40B4-BE49-F238E27FC236}">
                <a16:creationId xmlns:a16="http://schemas.microsoft.com/office/drawing/2014/main" id="{ED355469-294A-46BA-899E-E8AE58B34950}"/>
              </a:ext>
            </a:extLst>
          </p:cNvPr>
          <p:cNvSpPr>
            <a:spLocks xmlns:a="http://schemas.openxmlformats.org/drawingml/2006/main" noGrp="1"/>
          </p:cNvSpPr>
          <p:nvPr/>
        </p:nvSpPr>
        <p:spPr>
          <a:xfrm xmlns:a="http://schemas.openxmlformats.org/drawingml/2006/main">
            <a:off x="9436699" y="5377592"/>
            <a:ext cx="749853"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FFFFFF"/>
                </a:solidFill>
                <a:latin typeface="KaiTi"/>
                <a:ea typeface="KaiTi"/>
                <a:cs typeface="KaiTi"/>
              </a:defRPr>
            </a:pPr>
            <a:r>
              <a:rPr sz="1596" b="0" i="0">
                <a:solidFill>
                  <a:srgbClr val="FFFFFF"/>
                </a:solidFill>
                <a:latin typeface="KaiTi"/>
                <a:ea typeface="KaiTi"/>
                <a:cs typeface="KaiTi"/>
              </a:rPr>
              <a:t>&lt;10分钟</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367ac59fd7d64526">
            <a:extLst>
              <a:ext uri="{96DAC541-7B7A-43D3-8B79-37D633B846F1}">
                <asvg:svgBlip xmlns:asvg="http://schemas.microsoft.com/office/drawing/2016/SVG/main" r:embed="R46261aed956b42e7"/>
              </a:ext>
            </a:extLst>
          </a:blip>
          <a:stretch xmlns:a="http://schemas.openxmlformats.org/drawingml/2006/main"/>
        </p:blipFill>
        <p:spPr>
          <a:xfrm xmlns:a="http://schemas.openxmlformats.org/drawingml/2006/main">
            <a:off x="9618282" y="2028306"/>
            <a:ext cx="1696783" cy="1767078"/>
          </a:xfrm>
          <a:prstGeom xmlns:a="http://schemas.openxmlformats.org/drawingml/2006/main" prst="rect">
            <a:avLst/>
          </a:prstGeom>
        </p:spPr>
      </p:pic>
      <p:sp>
        <p:nvSpPr>
          <p:cNvPr id="44" name="pdf-text-0044">
            <a:extLst xmlns:a="http://schemas.openxmlformats.org/drawingml/2006/main">
              <a:ext uri="{FF2B5EF4-FFF2-40B4-BE49-F238E27FC236}">
                <a16:creationId xmlns:a16="http://schemas.microsoft.com/office/drawing/2014/main" id="{0011B687-FC8C-45D0-B048-91114AA1C5AE}"/>
              </a:ext>
            </a:extLst>
          </p:cNvPr>
          <p:cNvSpPr>
            <a:spLocks xmlns:a="http://schemas.openxmlformats.org/drawingml/2006/main" noGrp="1"/>
          </p:cNvSpPr>
          <p:nvPr/>
        </p:nvSpPr>
        <p:spPr>
          <a:xfrm xmlns:a="http://schemas.openxmlformats.org/drawingml/2006/main">
            <a:off x="10009411" y="2685473"/>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无监督AI</a:t>
            </a:r>
          </a:p>
        </p:txBody>
      </p:sp>
      <p:sp>
        <p:nvSpPr>
          <p:cNvPr id="45" name="pdf-text-0045">
            <a:extLst xmlns:a="http://schemas.openxmlformats.org/drawingml/2006/main">
              <a:ext uri="{FF2B5EF4-FFF2-40B4-BE49-F238E27FC236}">
                <a16:creationId xmlns:a16="http://schemas.microsoft.com/office/drawing/2014/main" id="{D9DC0DC1-AD7B-4111-9D48-FC64BA0FF958}"/>
              </a:ext>
            </a:extLst>
          </p:cNvPr>
          <p:cNvSpPr>
            <a:spLocks xmlns:a="http://schemas.openxmlformats.org/drawingml/2006/main" noGrp="1"/>
          </p:cNvSpPr>
          <p:nvPr/>
        </p:nvSpPr>
        <p:spPr>
          <a:xfrm xmlns:a="http://schemas.openxmlformats.org/drawingml/2006/main">
            <a:off x="10238011" y="2959793"/>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网络</a:t>
            </a:r>
          </a:p>
        </p:txBody>
      </p:sp>
      <p:sp>
        <p:nvSpPr>
          <p:cNvPr id="46" name="pdf-text-0046">
            <a:extLst xmlns:a="http://schemas.openxmlformats.org/drawingml/2006/main">
              <a:ext uri="{FF2B5EF4-FFF2-40B4-BE49-F238E27FC236}">
                <a16:creationId xmlns:a16="http://schemas.microsoft.com/office/drawing/2014/main" id="{B9D7C800-A7E3-47D4-A507-6D48CB57DE48}"/>
              </a:ext>
            </a:extLst>
          </p:cNvPr>
          <p:cNvSpPr>
            <a:spLocks xmlns:a="http://schemas.openxmlformats.org/drawingml/2006/main" noGrp="1"/>
          </p:cNvSpPr>
          <p:nvPr/>
        </p:nvSpPr>
        <p:spPr>
          <a:xfrm xmlns:a="http://schemas.openxmlformats.org/drawingml/2006/main">
            <a:off x="1824989" y="6314882"/>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非监督AI算法仅需良品样本训练，训练成本下降100倍，缺陷漏失率、误报率下降90%以上</a:t>
            </a:r>
          </a:p>
        </p:txBody>
      </p:sp>
    </p:spTree>
    <p:extLst>
      <p:ext uri="{BB962C8B-B14F-4D97-AF65-F5344CB8AC3E}">
        <p14:creationId xmlns:p14="http://schemas.microsoft.com/office/powerpoint/2010/main" val="17089868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pdf-vector-0001">
            <a:extLst xmlns:a="http://schemas.openxmlformats.org/drawingml/2006/main">
              <a:ext uri="{FF2B5EF4-FFF2-40B4-BE49-F238E27FC236}">
                <a16:creationId xmlns:a16="http://schemas.microsoft.com/office/drawing/2014/main" id="{A0EDB4AF-6E0E-456E-A6C6-0D94E03035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d53643871e7445f4"/>
          <a:srcRect xmlns:a="http://schemas.openxmlformats.org/drawingml/2006/main" l="0" t="0" r="0" b="0"/>
          <a:stretch xmlns:a="http://schemas.openxmlformats.org/drawingml/2006/main">
            <a:fillRect l="0" t="0" r="0" b="0"/>
          </a:stretch>
        </p:blipFill>
        <p:spPr>
          <a:xfrm xmlns:a="http://schemas.openxmlformats.org/drawingml/2006/main">
            <a:off x="838200" y="1054100"/>
            <a:ext cx="2895600" cy="38100"/>
          </a:xfrm>
          <a:prstGeom xmlns:a="http://schemas.openxmlformats.org/drawingml/2006/main" prst="rect">
            <a:avLst/>
          </a:prstGeom>
        </p:spPr>
      </p:pic>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b417ab44fb8c4b65"/>
          <a:srcRect xmlns:a="http://schemas.openxmlformats.org/drawingml/2006/main" l="0" t="0" r="0" b="0"/>
          <a:stretch xmlns:a="http://schemas.openxmlformats.org/drawingml/2006/main">
            <a:fillRect l="0" t="0" r="0" b="0"/>
          </a:stretch>
        </p:blipFill>
        <p:spPr>
          <a:xfrm xmlns:a="http://schemas.openxmlformats.org/drawingml/2006/main">
            <a:off x="8559800" y="1041400"/>
            <a:ext cx="2895600" cy="38100"/>
          </a:xfrm>
          <a:prstGeom xmlns:a="http://schemas.openxmlformats.org/drawingml/2006/main" prst="rect">
            <a:avLst/>
          </a:prstGeom>
        </p:spPr>
      </p:pic>
      <p:sp>
        <p:nvSpPr>
          <p:cNvPr id="4" name="pdf-vector-0004">
            <a:extLst xmlns:a="http://schemas.openxmlformats.org/drawingml/2006/main">
              <a:ext uri="{FF2B5EF4-FFF2-40B4-BE49-F238E27FC236}">
                <a16:creationId xmlns:a16="http://schemas.microsoft.com/office/drawing/2014/main" id="{14100448-C917-4136-8DF4-9792CFF77070}"/>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5" name="pdf-vector-0005">
            <a:extLst xmlns:a="http://schemas.openxmlformats.org/drawingml/2006/main">
              <a:ext uri="{FF2B5EF4-FFF2-40B4-BE49-F238E27FC236}">
                <a16:creationId xmlns:a16="http://schemas.microsoft.com/office/drawing/2014/main" id="{15075C15-0940-4610-A700-9AF1CEBF054E}"/>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6" name="pdf-text-0006">
            <a:extLst xmlns:a="http://schemas.openxmlformats.org/drawingml/2006/main">
              <a:ext uri="{FF2B5EF4-FFF2-40B4-BE49-F238E27FC236}">
                <a16:creationId xmlns:a16="http://schemas.microsoft.com/office/drawing/2014/main" id="{9BD645CF-6417-4F30-8BA1-ADFFE601DF53}"/>
              </a:ext>
            </a:extLst>
          </p:cNvPr>
          <p:cNvSpPr>
            <a:spLocks xmlns:a="http://schemas.openxmlformats.org/drawingml/2006/main" noGrp="1"/>
          </p:cNvSpPr>
          <p:nvPr/>
        </p:nvSpPr>
        <p:spPr>
          <a:xfrm xmlns:a="http://schemas.openxmlformats.org/drawingml/2006/main">
            <a:off x="4074667" y="1009450"/>
            <a:ext cx="649318"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212121"/>
                </a:solidFill>
                <a:latin typeface="KaiTi"/>
                <a:ea typeface="KaiTi"/>
                <a:cs typeface="KaiTi"/>
              </a:defRPr>
            </a:pPr>
            <a:r>
              <a:rPr sz="1596" b="0" i="0">
                <a:solidFill>
                  <a:srgbClr val="212121"/>
                </a:solidFill>
                <a:latin typeface="KaiTi"/>
                <a:ea typeface="KaiTi"/>
                <a:cs typeface="KaiTi"/>
              </a:rPr>
              <a:t>非监督</a:t>
            </a:r>
          </a:p>
        </p:txBody>
      </p:sp>
      <p:sp>
        <p:nvSpPr>
          <p:cNvPr id="7" name="pdf-text-0007">
            <a:extLst xmlns:a="http://schemas.openxmlformats.org/drawingml/2006/main">
              <a:ext uri="{FF2B5EF4-FFF2-40B4-BE49-F238E27FC236}">
                <a16:creationId xmlns:a16="http://schemas.microsoft.com/office/drawing/2014/main" id="{AF1C195E-8292-4C83-A662-EC4A24AC2D6F}"/>
              </a:ext>
            </a:extLst>
          </p:cNvPr>
          <p:cNvSpPr>
            <a:spLocks xmlns:a="http://schemas.openxmlformats.org/drawingml/2006/main" noGrp="1"/>
          </p:cNvSpPr>
          <p:nvPr/>
        </p:nvSpPr>
        <p:spPr>
          <a:xfrm xmlns:a="http://schemas.openxmlformats.org/drawingml/2006/main">
            <a:off x="4687316" y="1008411"/>
            <a:ext cx="263291"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1" i="0">
                <a:solidFill>
                  <a:srgbClr val="212121"/>
                </a:solidFill>
                <a:latin typeface="TimesNewRomanPSMT"/>
                <a:ea typeface="TimesNewRomanPSMT"/>
                <a:cs typeface="TimesNewRomanPSMT"/>
              </a:defRPr>
            </a:pPr>
            <a:r>
              <a:rPr sz="1596" b="1" i="0">
                <a:solidFill>
                  <a:srgbClr val="212121"/>
                </a:solidFill>
                <a:latin typeface="TimesNewRomanPSMT"/>
                <a:ea typeface="TimesNewRomanPSMT"/>
                <a:cs typeface="TimesNewRomanPSMT"/>
              </a:rPr>
              <a:t>AI</a:t>
            </a:r>
          </a:p>
        </p:txBody>
      </p:sp>
      <p:sp>
        <p:nvSpPr>
          <p:cNvPr id="8" name="pdf-text-0008">
            <a:extLst xmlns:a="http://schemas.openxmlformats.org/drawingml/2006/main">
              <a:ext uri="{FF2B5EF4-FFF2-40B4-BE49-F238E27FC236}">
                <a16:creationId xmlns:a16="http://schemas.microsoft.com/office/drawing/2014/main" id="{0889F68B-1681-4F4E-A5AC-E8DEB9214D65}"/>
              </a:ext>
            </a:extLst>
          </p:cNvPr>
          <p:cNvSpPr>
            <a:spLocks xmlns:a="http://schemas.openxmlformats.org/drawingml/2006/main" noGrp="1"/>
          </p:cNvSpPr>
          <p:nvPr/>
        </p:nvSpPr>
        <p:spPr>
          <a:xfrm xmlns:a="http://schemas.openxmlformats.org/drawingml/2006/main">
            <a:off x="4912867" y="1009450"/>
            <a:ext cx="3290315" cy="2533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96" b="0" i="0">
                <a:solidFill>
                  <a:srgbClr val="212121"/>
                </a:solidFill>
                <a:latin typeface="KaiTi"/>
                <a:ea typeface="KaiTi"/>
                <a:cs typeface="KaiTi"/>
              </a:defRPr>
            </a:pPr>
            <a:r>
              <a:rPr sz="1596" b="0" i="0">
                <a:solidFill>
                  <a:srgbClr val="212121"/>
                </a:solidFill>
                <a:latin typeface="KaiTi"/>
                <a:ea typeface="KaiTi"/>
                <a:cs typeface="KaiTi"/>
              </a:rPr>
              <a:t>算法可检测复杂半导体器件外观缺陷</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cdcd25ebce114970"/>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188c0b54285f4f7c"/>
          <a:srcRect xmlns:a="http://schemas.openxmlformats.org/drawingml/2006/main" l="0" t="178" r="0" b="178"/>
          <a:stretch xmlns:a="http://schemas.openxmlformats.org/drawingml/2006/main">
            <a:fillRect l="0" t="0" r="0" b="0"/>
          </a:stretch>
        </p:blipFill>
        <p:spPr>
          <a:xfrm xmlns:a="http://schemas.openxmlformats.org/drawingml/2006/main">
            <a:off x="3631310" y="3799585"/>
            <a:ext cx="8423147" cy="2807207"/>
          </a:xfrm>
          <a:prstGeom xmlns:a="http://schemas.openxmlformats.org/drawingml/2006/main" prst="rect">
            <a:avLst/>
          </a:prstGeom>
        </p:spPr>
      </p:pic>
      <p:sp>
        <p:nvSpPr>
          <p:cNvPr id="11" name="pdf-text-0011">
            <a:extLst xmlns:a="http://schemas.openxmlformats.org/drawingml/2006/main">
              <a:ext uri="{FF2B5EF4-FFF2-40B4-BE49-F238E27FC236}">
                <a16:creationId xmlns:a16="http://schemas.microsoft.com/office/drawing/2014/main" id="{B0E84412-6333-4D44-8087-05217866D7BD}"/>
              </a:ext>
            </a:extLst>
          </p:cNvPr>
          <p:cNvSpPr>
            <a:spLocks xmlns:a="http://schemas.openxmlformats.org/drawingml/2006/main" noGrp="1"/>
          </p:cNvSpPr>
          <p:nvPr/>
        </p:nvSpPr>
        <p:spPr>
          <a:xfrm xmlns:a="http://schemas.openxmlformats.org/drawingml/2006/main">
            <a:off x="9226728" y="3960950"/>
            <a:ext cx="63855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Microsoft YaHei"/>
                <a:ea typeface="Microsoft YaHei"/>
                <a:cs typeface="Microsoft YaHei"/>
              </a:defRPr>
            </a:pPr>
            <a:r>
              <a:rPr sz="1200" b="1" i="0">
                <a:solidFill>
                  <a:srgbClr val="000000"/>
                </a:solidFill>
                <a:latin typeface="Microsoft YaHei"/>
                <a:ea typeface="Microsoft YaHei"/>
                <a:cs typeface="Microsoft YaHei"/>
              </a:rPr>
              <a:t>人工复判</a:t>
            </a:r>
          </a:p>
        </p:txBody>
      </p:sp>
      <p:sp>
        <p:nvSpPr>
          <p:cNvPr id="12" name="pdf-text-0012">
            <a:extLst xmlns:a="http://schemas.openxmlformats.org/drawingml/2006/main">
              <a:ext uri="{FF2B5EF4-FFF2-40B4-BE49-F238E27FC236}">
                <a16:creationId xmlns:a16="http://schemas.microsoft.com/office/drawing/2014/main" id="{FA83CC6A-C9BB-4263-BC8B-CE3DB563C088}"/>
              </a:ext>
            </a:extLst>
          </p:cNvPr>
          <p:cNvSpPr>
            <a:spLocks xmlns:a="http://schemas.openxmlformats.org/drawingml/2006/main" noGrp="1"/>
          </p:cNvSpPr>
          <p:nvPr/>
        </p:nvSpPr>
        <p:spPr>
          <a:xfrm xmlns:a="http://schemas.openxmlformats.org/drawingml/2006/main">
            <a:off x="9249587" y="4139258"/>
            <a:ext cx="75641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Microsoft YaHei"/>
                <a:ea typeface="Microsoft YaHei"/>
                <a:cs typeface="Microsoft YaHei"/>
              </a:defRPr>
            </a:pPr>
            <a:r>
              <a:rPr sz="1200" b="1" i="0">
                <a:solidFill>
                  <a:srgbClr val="000000"/>
                </a:solidFill>
                <a:latin typeface="Microsoft YaHei"/>
                <a:ea typeface="Microsoft YaHei"/>
                <a:cs typeface="Microsoft YaHei"/>
              </a:rPr>
              <a:t>RepairPC</a:t>
            </a:r>
          </a:p>
        </p:txBody>
      </p:sp>
      <p:sp>
        <p:nvSpPr>
          <p:cNvPr id="13" name="pdf-text-0013">
            <a:extLst xmlns:a="http://schemas.openxmlformats.org/drawingml/2006/main">
              <a:ext uri="{FF2B5EF4-FFF2-40B4-BE49-F238E27FC236}">
                <a16:creationId xmlns:a16="http://schemas.microsoft.com/office/drawing/2014/main" id="{8C4F1724-8197-4492-B133-B0CC116D1055}"/>
              </a:ext>
            </a:extLst>
          </p:cNvPr>
          <p:cNvSpPr>
            <a:spLocks xmlns:a="http://schemas.openxmlformats.org/drawingml/2006/main" noGrp="1"/>
          </p:cNvSpPr>
          <p:nvPr/>
        </p:nvSpPr>
        <p:spPr>
          <a:xfrm xmlns:a="http://schemas.openxmlformats.org/drawingml/2006/main">
            <a:off x="11343563" y="4607619"/>
            <a:ext cx="312417"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121212"/>
                </a:solidFill>
                <a:latin typeface="Microsoft YaHei"/>
                <a:ea typeface="Microsoft YaHei"/>
                <a:cs typeface="Microsoft YaHei"/>
              </a:defRPr>
            </a:pPr>
            <a:r>
              <a:rPr sz="1104" b="0" i="0">
                <a:solidFill>
                  <a:srgbClr val="121212"/>
                </a:solidFill>
                <a:latin typeface="Microsoft YaHei"/>
                <a:ea typeface="Microsoft YaHei"/>
                <a:cs typeface="Microsoft YaHei"/>
              </a:rPr>
              <a:t>修复</a:t>
            </a:r>
          </a:p>
        </p:txBody>
      </p:sp>
      <p:sp>
        <p:nvSpPr>
          <p:cNvPr id="14" name="pdf-text-0014">
            <a:extLst xmlns:a="http://schemas.openxmlformats.org/drawingml/2006/main">
              <a:ext uri="{FF2B5EF4-FFF2-40B4-BE49-F238E27FC236}">
                <a16:creationId xmlns:a16="http://schemas.microsoft.com/office/drawing/2014/main" id="{491025F2-D3F1-4466-974E-0A68F8977784}"/>
              </a:ext>
            </a:extLst>
          </p:cNvPr>
          <p:cNvSpPr>
            <a:spLocks xmlns:a="http://schemas.openxmlformats.org/drawingml/2006/main" noGrp="1"/>
          </p:cNvSpPr>
          <p:nvPr/>
        </p:nvSpPr>
        <p:spPr>
          <a:xfrm xmlns:a="http://schemas.openxmlformats.org/drawingml/2006/main">
            <a:off x="9737200" y="5482376"/>
            <a:ext cx="1993162"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121212"/>
                </a:solidFill>
                <a:latin typeface="Microsoft YaHei"/>
                <a:ea typeface="Microsoft YaHei"/>
                <a:cs typeface="Microsoft YaHei"/>
              </a:defRPr>
            </a:pPr>
            <a:r>
              <a:rPr sz="1104" b="0" i="0">
                <a:solidFill>
                  <a:srgbClr val="121212"/>
                </a:solidFill>
                <a:latin typeface="Microsoft YaHei"/>
                <a:ea typeface="Microsoft YaHei"/>
                <a:cs typeface="Microsoft YaHei"/>
              </a:rPr>
              <a:t>过滤人工疏漏，确保训练集质量</a:t>
            </a:r>
          </a:p>
        </p:txBody>
      </p:sp>
      <p:sp>
        <p:nvSpPr>
          <p:cNvPr id="15" name="pdf-text-0015">
            <a:extLst xmlns:a="http://schemas.openxmlformats.org/drawingml/2006/main">
              <a:ext uri="{FF2B5EF4-FFF2-40B4-BE49-F238E27FC236}">
                <a16:creationId xmlns:a16="http://schemas.microsoft.com/office/drawing/2014/main" id="{00CCF42B-735F-446E-88EE-43F51765073F}"/>
              </a:ext>
            </a:extLst>
          </p:cNvPr>
          <p:cNvSpPr>
            <a:spLocks xmlns:a="http://schemas.openxmlformats.org/drawingml/2006/main" noGrp="1"/>
          </p:cNvSpPr>
          <p:nvPr/>
        </p:nvSpPr>
        <p:spPr>
          <a:xfrm xmlns:a="http://schemas.openxmlformats.org/drawingml/2006/main">
            <a:off x="8738919" y="6148500"/>
            <a:ext cx="1010303"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1" i="0">
                <a:solidFill>
                  <a:srgbClr val="00B050"/>
                </a:solidFill>
                <a:latin typeface="Microsoft YaHei"/>
                <a:ea typeface="Microsoft YaHei"/>
                <a:cs typeface="Microsoft YaHei"/>
              </a:defRPr>
            </a:pPr>
            <a:r>
              <a:rPr sz="1104" b="1" i="0">
                <a:solidFill>
                  <a:srgbClr val="00B050"/>
                </a:solidFill>
                <a:latin typeface="Microsoft YaHei"/>
                <a:ea typeface="Microsoft YaHei"/>
                <a:cs typeface="Microsoft YaHei"/>
              </a:rPr>
              <a:t>正确的训练数据</a:t>
            </a:r>
          </a:p>
        </p:txBody>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c3588e61ea4345e8"/>
          <a:srcRect xmlns:a="http://schemas.openxmlformats.org/drawingml/2006/main" l="0" t="0" r="0" b="0"/>
          <a:stretch xmlns:a="http://schemas.openxmlformats.org/drawingml/2006/main">
            <a:fillRect l="0" t="0" r="0" b="0"/>
          </a:stretch>
        </p:blipFill>
        <p:spPr>
          <a:xfrm xmlns:a="http://schemas.openxmlformats.org/drawingml/2006/main">
            <a:off x="9302496" y="5274564"/>
            <a:ext cx="423671" cy="423672"/>
          </a:xfrm>
          <a:prstGeom xmlns:a="http://schemas.openxmlformats.org/drawingml/2006/main" prst="rect">
            <a:avLst/>
          </a:prstGeom>
        </p:spPr>
      </p:pic>
      <p:sp>
        <p:nvSpPr>
          <p:cNvPr id="17" name="pdf-vector-0017">
            <a:extLst xmlns:a="http://schemas.openxmlformats.org/drawingml/2006/main">
              <a:ext uri="{FF2B5EF4-FFF2-40B4-BE49-F238E27FC236}">
                <a16:creationId xmlns:a16="http://schemas.microsoft.com/office/drawing/2014/main" id="{CFE9F64A-64B2-4735-AEA5-3B32D0CA3A60}"/>
              </a:ext>
            </a:extLst>
          </p:cNvPr>
          <p:cNvSpPr>
            <a:spLocks xmlns:a="http://schemas.openxmlformats.org/drawingml/2006/main" noGrp="1"/>
          </p:cNvSpPr>
          <p:nvPr/>
        </p:nvSpPr>
        <p:spPr>
          <a:xfrm xmlns:a="http://schemas.openxmlformats.org/drawingml/2006/main">
            <a:off x="3988435" y="3429635"/>
            <a:ext cx="2351405" cy="381635"/>
          </a:xfrm>
          <a:prstGeom xmlns:a="http://schemas.openxmlformats.org/drawingml/2006/main" prst="rect">
            <a:avLst/>
          </a:prstGeom>
          <a:solidFill xmlns:a="http://schemas.openxmlformats.org/drawingml/2006/main">
            <a:srgbClr val="229AC4"/>
          </a:solidFill>
          <a:ln xmlns:a="http://schemas.openxmlformats.org/drawingml/2006/main" w="0">
            <a:noFill/>
            <a:prstDash val="solid"/>
          </a:ln>
        </p:spPr>
      </p:sp>
      <p:sp>
        <p:nvSpPr>
          <p:cNvPr id="18" name="pdf-text-0018">
            <a:extLst xmlns:a="http://schemas.openxmlformats.org/drawingml/2006/main">
              <a:ext uri="{FF2B5EF4-FFF2-40B4-BE49-F238E27FC236}">
                <a16:creationId xmlns:a16="http://schemas.microsoft.com/office/drawing/2014/main" id="{36EA0C1A-6D3E-4906-A571-7A0EF5ECC17E}"/>
              </a:ext>
            </a:extLst>
          </p:cNvPr>
          <p:cNvSpPr>
            <a:spLocks xmlns:a="http://schemas.openxmlformats.org/drawingml/2006/main" noGrp="1"/>
          </p:cNvSpPr>
          <p:nvPr/>
        </p:nvSpPr>
        <p:spPr>
          <a:xfrm xmlns:a="http://schemas.openxmlformats.org/drawingml/2006/main">
            <a:off x="4443730" y="3526472"/>
            <a:ext cx="420624"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00" b="0" i="0">
                <a:solidFill>
                  <a:srgbClr val="FFFFFF"/>
                </a:solidFill>
                <a:latin typeface="SimSun"/>
                <a:ea typeface="SimSun"/>
                <a:cs typeface="SimSun"/>
              </a:defRPr>
            </a:pPr>
            <a:r>
              <a:rPr sz="1500" b="0" i="0">
                <a:solidFill>
                  <a:srgbClr val="FFFFFF"/>
                </a:solidFill>
                <a:latin typeface="SimSun"/>
                <a:ea typeface="SimSun"/>
                <a:cs typeface="SimSun"/>
              </a:rPr>
              <a:t>轻蜓</a:t>
            </a:r>
          </a:p>
        </p:txBody>
      </p:sp>
      <p:sp>
        <p:nvSpPr>
          <p:cNvPr id="19" name="pdf-text-0019">
            <a:extLst xmlns:a="http://schemas.openxmlformats.org/drawingml/2006/main">
              <a:ext uri="{FF2B5EF4-FFF2-40B4-BE49-F238E27FC236}">
                <a16:creationId xmlns:a16="http://schemas.microsoft.com/office/drawing/2014/main" id="{C9F7F537-E815-43F9-A339-747C33F6CB68}"/>
              </a:ext>
            </a:extLst>
          </p:cNvPr>
          <p:cNvSpPr>
            <a:spLocks xmlns:a="http://schemas.openxmlformats.org/drawingml/2006/main" noGrp="1"/>
          </p:cNvSpPr>
          <p:nvPr/>
        </p:nvSpPr>
        <p:spPr>
          <a:xfrm xmlns:a="http://schemas.openxmlformats.org/drawingml/2006/main">
            <a:off x="4827778" y="3540538"/>
            <a:ext cx="231648"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00" b="1" i="0">
                <a:solidFill>
                  <a:srgbClr val="FFFFFF"/>
                </a:solidFill>
                <a:latin typeface="CenturyGothic"/>
                <a:ea typeface="CenturyGothic"/>
                <a:cs typeface="CenturyGothic"/>
              </a:defRPr>
            </a:pPr>
            <a:r>
              <a:rPr sz="1500" b="1" i="0">
                <a:solidFill>
                  <a:srgbClr val="FFFFFF"/>
                </a:solidFill>
                <a:latin typeface="CenturyGothic"/>
                <a:ea typeface="CenturyGothic"/>
                <a:cs typeface="CenturyGothic"/>
              </a:rPr>
              <a:t>AI</a:t>
            </a:r>
          </a:p>
        </p:txBody>
      </p:sp>
      <p:sp>
        <p:nvSpPr>
          <p:cNvPr id="20" name="pdf-text-0020">
            <a:extLst xmlns:a="http://schemas.openxmlformats.org/drawingml/2006/main">
              <a:ext uri="{FF2B5EF4-FFF2-40B4-BE49-F238E27FC236}">
                <a16:creationId xmlns:a16="http://schemas.microsoft.com/office/drawing/2014/main" id="{5B741E4B-9107-4999-A9FB-C634EDE4E0CC}"/>
              </a:ext>
            </a:extLst>
          </p:cNvPr>
          <p:cNvSpPr>
            <a:spLocks xmlns:a="http://schemas.openxmlformats.org/drawingml/2006/main" noGrp="1"/>
          </p:cNvSpPr>
          <p:nvPr/>
        </p:nvSpPr>
        <p:spPr>
          <a:xfrm xmlns:a="http://schemas.openxmlformats.org/drawingml/2006/main">
            <a:off x="5021326" y="3526472"/>
            <a:ext cx="803148"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500" b="0" i="0">
                <a:solidFill>
                  <a:srgbClr val="FFFFFF"/>
                </a:solidFill>
                <a:latin typeface="SimSun"/>
                <a:ea typeface="SimSun"/>
                <a:cs typeface="SimSun"/>
              </a:defRPr>
            </a:pPr>
            <a:r>
              <a:rPr sz="1500" b="0" i="0">
                <a:solidFill>
                  <a:srgbClr val="FFFFFF"/>
                </a:solidFill>
                <a:latin typeface="SimSun"/>
                <a:ea typeface="SimSun"/>
                <a:cs typeface="SimSun"/>
              </a:rPr>
              <a:t>复判流程</a:t>
            </a:r>
          </a:p>
        </p:txBody>
      </p:sp>
      <p:sp>
        <p:nvSpPr>
          <p:cNvPr id="21" name="pdf-vector-0021">
            <a:extLst xmlns:a="http://schemas.openxmlformats.org/drawingml/2006/main">
              <a:ext uri="{FF2B5EF4-FFF2-40B4-BE49-F238E27FC236}">
                <a16:creationId xmlns:a16="http://schemas.microsoft.com/office/drawing/2014/main" id="{3D080EAE-2740-4ED5-8428-11BD879B0C99}"/>
              </a:ext>
            </a:extLst>
          </p:cNvPr>
          <p:cNvSpPr>
            <a:spLocks xmlns:a="http://schemas.openxmlformats.org/drawingml/2006/main" noGrp="1"/>
          </p:cNvSpPr>
          <p:nvPr/>
        </p:nvSpPr>
        <p:spPr>
          <a:xfrm xmlns:a="http://schemas.openxmlformats.org/drawingml/2006/main">
            <a:off x="3116706" y="2833116"/>
            <a:ext cx="1481963" cy="2094738"/>
          </a:xfrm>
          <a:custGeom xmlns:a="http://schemas.openxmlformats.org/drawingml/2006/main">
            <a:pathLst>
              <a:path w="1481963" h="2094738">
                <a:moveTo>
                  <a:pt x="0" y="0"/>
                </a:moveTo>
                <a:lnTo>
                  <a:pt x="415430" y="0"/>
                </a:lnTo>
                <a:lnTo>
                  <a:pt x="415430" y="210871"/>
                </a:lnTo>
                <a:lnTo>
                  <a:pt x="415430" y="255333"/>
                </a:lnTo>
                <a:lnTo>
                  <a:pt x="415430" y="1737144"/>
                </a:lnTo>
                <a:lnTo>
                  <a:pt x="1243762" y="1737144"/>
                </a:lnTo>
                <a:lnTo>
                  <a:pt x="1243762" y="1617739"/>
                </a:lnTo>
                <a:lnTo>
                  <a:pt x="1481963" y="1856549"/>
                </a:lnTo>
                <a:lnTo>
                  <a:pt x="1243762" y="2094738"/>
                </a:lnTo>
                <a:lnTo>
                  <a:pt x="1243762" y="1975967"/>
                </a:lnTo>
                <a:lnTo>
                  <a:pt x="381762" y="1975967"/>
                </a:lnTo>
                <a:lnTo>
                  <a:pt x="381762" y="1973428"/>
                </a:lnTo>
                <a:lnTo>
                  <a:pt x="134036" y="1973428"/>
                </a:lnTo>
                <a:lnTo>
                  <a:pt x="134036" y="255333"/>
                </a:lnTo>
                <a:lnTo>
                  <a:pt x="0" y="255333"/>
                </a:lnTo>
                <a:lnTo>
                  <a:pt x="0" y="0"/>
                </a:lnTo>
                <a:close/>
              </a:path>
            </a:pathLst>
          </a:custGeom>
          <a:solidFill xmlns:a="http://schemas.openxmlformats.org/drawingml/2006/main">
            <a:srgbClr val="229AC4"/>
          </a:solidFill>
          <a:ln xmlns:a="http://schemas.openxmlformats.org/drawingml/2006/main" w="1143">
            <a:solidFill>
              <a:srgbClr val="229AC4"/>
            </a:solidFill>
            <a:prstDash val="solid"/>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682787b64e6f481f"/>
          <a:srcRect xmlns:a="http://schemas.openxmlformats.org/drawingml/2006/main" l="0" t="1056" r="0" b="1056"/>
          <a:stretch xmlns:a="http://schemas.openxmlformats.org/drawingml/2006/main">
            <a:fillRect l="0" t="0" r="0" b="0"/>
          </a:stretch>
        </p:blipFill>
        <p:spPr>
          <a:xfrm xmlns:a="http://schemas.openxmlformats.org/drawingml/2006/main">
            <a:off x="10117834" y="2392869"/>
            <a:ext cx="1868995" cy="297180"/>
          </a:xfrm>
          <a:prstGeom xmlns:a="http://schemas.openxmlformats.org/drawingml/2006/main" prst="rect">
            <a:avLst/>
          </a:prstGeom>
        </p:spPr>
      </p:pic>
      <p:sp>
        <p:nvSpPr>
          <p:cNvPr id="23" name="pdf-vector-0023">
            <a:extLst xmlns:a="http://schemas.openxmlformats.org/drawingml/2006/main">
              <a:ext uri="{FF2B5EF4-FFF2-40B4-BE49-F238E27FC236}">
                <a16:creationId xmlns:a16="http://schemas.microsoft.com/office/drawing/2014/main" id="{DEDFD365-18E3-4966-8692-9E413466B8B1}"/>
              </a:ext>
            </a:extLst>
          </p:cNvPr>
          <p:cNvSpPr>
            <a:spLocks xmlns:a="http://schemas.openxmlformats.org/drawingml/2006/main" noGrp="1"/>
          </p:cNvSpPr>
          <p:nvPr/>
        </p:nvSpPr>
        <p:spPr>
          <a:xfrm xmlns:a="http://schemas.openxmlformats.org/drawingml/2006/main">
            <a:off x="3321557" y="2133219"/>
            <a:ext cx="5804789" cy="489839"/>
          </a:xfrm>
          <a:custGeom xmlns:a="http://schemas.openxmlformats.org/drawingml/2006/main">
            <a:pathLst>
              <a:path w="5804789" h="489839">
                <a:moveTo>
                  <a:pt x="0" y="121983"/>
                </a:moveTo>
                <a:lnTo>
                  <a:pt x="5559666" y="121983"/>
                </a:lnTo>
                <a:lnTo>
                  <a:pt x="5559666" y="0"/>
                </a:lnTo>
                <a:lnTo>
                  <a:pt x="5804789" y="244602"/>
                </a:lnTo>
                <a:lnTo>
                  <a:pt x="5559666" y="489839"/>
                </a:lnTo>
                <a:lnTo>
                  <a:pt x="5559666" y="367220"/>
                </a:lnTo>
                <a:lnTo>
                  <a:pt x="0" y="367220"/>
                </a:lnTo>
                <a:lnTo>
                  <a:pt x="0" y="121983"/>
                </a:lnTo>
                <a:close/>
              </a:path>
            </a:pathLst>
          </a:custGeom>
          <a:solidFill xmlns:a="http://schemas.openxmlformats.org/drawingml/2006/main">
            <a:srgbClr val="F6AB00">
              <a:alpha val="50000"/>
            </a:srgbClr>
          </a:solidFill>
          <a:ln xmlns:a="http://schemas.openxmlformats.org/drawingml/2006/main" w="0">
            <a:noFill/>
            <a:prstDash val="solid"/>
          </a:ln>
        </p:spPr>
      </p:sp>
      <p:sp>
        <p:nvSpPr>
          <p:cNvPr id="24" name="pdf-vector-0024">
            <a:extLst xmlns:a="http://schemas.openxmlformats.org/drawingml/2006/main">
              <a:ext uri="{FF2B5EF4-FFF2-40B4-BE49-F238E27FC236}">
                <a16:creationId xmlns:a16="http://schemas.microsoft.com/office/drawing/2014/main" id="{DE670DCB-A8FA-44D3-B9AE-60F7DDF12BCA}"/>
              </a:ext>
            </a:extLst>
          </p:cNvPr>
          <p:cNvSpPr>
            <a:spLocks xmlns:a="http://schemas.openxmlformats.org/drawingml/2006/main" noGrp="1"/>
          </p:cNvSpPr>
          <p:nvPr/>
        </p:nvSpPr>
        <p:spPr>
          <a:xfrm xmlns:a="http://schemas.openxmlformats.org/drawingml/2006/main">
            <a:off x="3628390" y="1615313"/>
            <a:ext cx="953" cy="1381443"/>
          </a:xfrm>
          <a:custGeom xmlns:a="http://schemas.openxmlformats.org/drawingml/2006/main">
            <a:pathLst>
              <a:path w="953" h="1381443">
                <a:moveTo>
                  <a:pt x="0" y="0"/>
                </a:moveTo>
                <a:lnTo>
                  <a:pt x="0" y="1381443"/>
                </a:lnTo>
              </a:path>
            </a:pathLst>
          </a:custGeom>
          <a:noFill xmlns:a="http://schemas.openxmlformats.org/drawingml/2006/main"/>
          <a:ln xmlns:a="http://schemas.openxmlformats.org/drawingml/2006/main" w="25400">
            <a:solidFill>
              <a:srgbClr val="FFC000"/>
            </a:solidFill>
            <a:prstDash val="solid"/>
          </a:ln>
        </p:spPr>
      </p:sp>
      <p:sp>
        <p:nvSpPr>
          <p:cNvPr id="25" name="pdf-vector-0025">
            <a:extLst xmlns:a="http://schemas.openxmlformats.org/drawingml/2006/main">
              <a:ext uri="{FF2B5EF4-FFF2-40B4-BE49-F238E27FC236}">
                <a16:creationId xmlns:a16="http://schemas.microsoft.com/office/drawing/2014/main" id="{FA077E2E-4EDA-4104-B559-1EB88BA7EEFB}"/>
              </a:ext>
            </a:extLst>
          </p:cNvPr>
          <p:cNvSpPr>
            <a:spLocks xmlns:a="http://schemas.openxmlformats.org/drawingml/2006/main" noGrp="1"/>
          </p:cNvSpPr>
          <p:nvPr/>
        </p:nvSpPr>
        <p:spPr>
          <a:xfrm xmlns:a="http://schemas.openxmlformats.org/drawingml/2006/main">
            <a:off x="12063094" y="1615313"/>
            <a:ext cx="953" cy="1381443"/>
          </a:xfrm>
          <a:custGeom xmlns:a="http://schemas.openxmlformats.org/drawingml/2006/main">
            <a:pathLst>
              <a:path w="953" h="1381443">
                <a:moveTo>
                  <a:pt x="0" y="0"/>
                </a:moveTo>
                <a:lnTo>
                  <a:pt x="0" y="1381443"/>
                </a:lnTo>
              </a:path>
            </a:pathLst>
          </a:custGeom>
          <a:noFill xmlns:a="http://schemas.openxmlformats.org/drawingml/2006/main"/>
          <a:ln xmlns:a="http://schemas.openxmlformats.org/drawingml/2006/main" w="25400">
            <a:solidFill>
              <a:srgbClr val="FFC000"/>
            </a:solidFill>
            <a:prstDash val="solid"/>
          </a:ln>
        </p:spPr>
      </p:sp>
      <p:sp>
        <p:nvSpPr>
          <p:cNvPr id="26" name="pdf-vector-0026">
            <a:extLst xmlns:a="http://schemas.openxmlformats.org/drawingml/2006/main">
              <a:ext uri="{FF2B5EF4-FFF2-40B4-BE49-F238E27FC236}">
                <a16:creationId xmlns:a16="http://schemas.microsoft.com/office/drawing/2014/main" id="{71903C24-0CBF-444A-A27D-BEBAF093AE17}"/>
              </a:ext>
            </a:extLst>
          </p:cNvPr>
          <p:cNvSpPr>
            <a:spLocks xmlns:a="http://schemas.openxmlformats.org/drawingml/2006/main" noGrp="1"/>
          </p:cNvSpPr>
          <p:nvPr/>
        </p:nvSpPr>
        <p:spPr>
          <a:xfrm xmlns:a="http://schemas.openxmlformats.org/drawingml/2006/main">
            <a:off x="3615690" y="1623249"/>
            <a:ext cx="8460105" cy="953"/>
          </a:xfrm>
          <a:custGeom xmlns:a="http://schemas.openxmlformats.org/drawingml/2006/main">
            <a:pathLst>
              <a:path w="8460105" h="953">
                <a:moveTo>
                  <a:pt x="0" y="0"/>
                </a:moveTo>
                <a:lnTo>
                  <a:pt x="8460105" y="0"/>
                </a:lnTo>
              </a:path>
            </a:pathLst>
          </a:custGeom>
          <a:noFill xmlns:a="http://schemas.openxmlformats.org/drawingml/2006/main"/>
          <a:ln xmlns:a="http://schemas.openxmlformats.org/drawingml/2006/main" w="15875">
            <a:solidFill>
              <a:srgbClr val="FFC000"/>
            </a:solidFill>
            <a:prstDash val="solid"/>
          </a:ln>
        </p:spPr>
      </p:sp>
      <p:sp>
        <p:nvSpPr>
          <p:cNvPr id="27" name="pdf-vector-0027">
            <a:extLst xmlns:a="http://schemas.openxmlformats.org/drawingml/2006/main">
              <a:ext uri="{FF2B5EF4-FFF2-40B4-BE49-F238E27FC236}">
                <a16:creationId xmlns:a16="http://schemas.microsoft.com/office/drawing/2014/main" id="{3F956D36-EFFB-4E14-B1CD-F90A27735D8D}"/>
              </a:ext>
            </a:extLst>
          </p:cNvPr>
          <p:cNvSpPr>
            <a:spLocks xmlns:a="http://schemas.openxmlformats.org/drawingml/2006/main" noGrp="1"/>
          </p:cNvSpPr>
          <p:nvPr/>
        </p:nvSpPr>
        <p:spPr>
          <a:xfrm xmlns:a="http://schemas.openxmlformats.org/drawingml/2006/main">
            <a:off x="3615690" y="2984054"/>
            <a:ext cx="8460105" cy="953"/>
          </a:xfrm>
          <a:custGeom xmlns:a="http://schemas.openxmlformats.org/drawingml/2006/main">
            <a:pathLst>
              <a:path w="8460105" h="953">
                <a:moveTo>
                  <a:pt x="0" y="0"/>
                </a:moveTo>
                <a:lnTo>
                  <a:pt x="8460105" y="0"/>
                </a:lnTo>
              </a:path>
            </a:pathLst>
          </a:custGeom>
          <a:noFill xmlns:a="http://schemas.openxmlformats.org/drawingml/2006/main"/>
          <a:ln xmlns:a="http://schemas.openxmlformats.org/drawingml/2006/main" w="25400">
            <a:solidFill>
              <a:srgbClr val="FFC000"/>
            </a:solidFill>
            <a:prstDash val="solid"/>
          </a:ln>
        </p:spPr>
      </p:sp>
      <p:sp>
        <p:nvSpPr>
          <p:cNvPr id="28" name="pdf-text-0028">
            <a:extLst xmlns:a="http://schemas.openxmlformats.org/drawingml/2006/main">
              <a:ext uri="{FF2B5EF4-FFF2-40B4-BE49-F238E27FC236}">
                <a16:creationId xmlns:a16="http://schemas.microsoft.com/office/drawing/2014/main" id="{85ECF22E-2800-42C8-B26B-5B8BC8A34075}"/>
              </a:ext>
            </a:extLst>
          </p:cNvPr>
          <p:cNvSpPr>
            <a:spLocks xmlns:a="http://schemas.openxmlformats.org/drawingml/2006/main" noGrp="1"/>
          </p:cNvSpPr>
          <p:nvPr/>
        </p:nvSpPr>
        <p:spPr>
          <a:xfrm xmlns:a="http://schemas.openxmlformats.org/drawingml/2006/main">
            <a:off x="5765038" y="1904959"/>
            <a:ext cx="260756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121212"/>
                </a:solidFill>
                <a:latin typeface="Microsoft YaHei"/>
                <a:ea typeface="Microsoft YaHei"/>
                <a:cs typeface="Microsoft YaHei"/>
              </a:defRPr>
            </a:pPr>
            <a:r>
              <a:rPr sz="1200" b="1" i="0">
                <a:solidFill>
                  <a:srgbClr val="121212"/>
                </a:solidFill>
                <a:latin typeface="Microsoft YaHei"/>
                <a:ea typeface="Microsoft YaHei"/>
                <a:cs typeface="Microsoft YaHei"/>
              </a:rPr>
              <a:t>AOI设备误判板耗费大量人工复判工作</a:t>
            </a:r>
          </a:p>
        </p:txBody>
      </p:sp>
      <p:sp>
        <p:nvSpPr>
          <p:cNvPr id="29" name="pdf-text-0029">
            <a:extLst xmlns:a="http://schemas.openxmlformats.org/drawingml/2006/main">
              <a:ext uri="{FF2B5EF4-FFF2-40B4-BE49-F238E27FC236}">
                <a16:creationId xmlns:a16="http://schemas.microsoft.com/office/drawing/2014/main" id="{5FD4FA57-A4DC-48EB-BEC5-E644FC68421C}"/>
              </a:ext>
            </a:extLst>
          </p:cNvPr>
          <p:cNvSpPr>
            <a:spLocks xmlns:a="http://schemas.openxmlformats.org/drawingml/2006/main" noGrp="1"/>
          </p:cNvSpPr>
          <p:nvPr/>
        </p:nvSpPr>
        <p:spPr>
          <a:xfrm xmlns:a="http://schemas.openxmlformats.org/drawingml/2006/main">
            <a:off x="3666490" y="2299528"/>
            <a:ext cx="53836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Microsoft YaHei"/>
                <a:ea typeface="Microsoft YaHei"/>
                <a:cs typeface="Microsoft YaHei"/>
              </a:defRPr>
            </a:pPr>
            <a:r>
              <a:rPr sz="1200" b="0" i="0">
                <a:solidFill>
                  <a:srgbClr val="000000"/>
                </a:solidFill>
                <a:latin typeface="Microsoft YaHei"/>
                <a:ea typeface="Microsoft YaHei"/>
                <a:cs typeface="Microsoft YaHei"/>
              </a:rPr>
              <a:t>Output</a:t>
            </a:r>
          </a:p>
        </p:txBody>
      </p:sp>
      <p:sp>
        <p:nvSpPr>
          <p:cNvPr id="30" name="pdf-text-0030">
            <a:extLst xmlns:a="http://schemas.openxmlformats.org/drawingml/2006/main">
              <a:ext uri="{FF2B5EF4-FFF2-40B4-BE49-F238E27FC236}">
                <a16:creationId xmlns:a16="http://schemas.microsoft.com/office/drawing/2014/main" id="{199C1FB5-E968-420B-BB83-8184685123C2}"/>
              </a:ext>
            </a:extLst>
          </p:cNvPr>
          <p:cNvSpPr>
            <a:spLocks xmlns:a="http://schemas.openxmlformats.org/drawingml/2006/main" noGrp="1"/>
          </p:cNvSpPr>
          <p:nvPr/>
        </p:nvSpPr>
        <p:spPr>
          <a:xfrm xmlns:a="http://schemas.openxmlformats.org/drawingml/2006/main">
            <a:off x="9110066" y="1725127"/>
            <a:ext cx="63855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000000"/>
                </a:solidFill>
                <a:latin typeface="Microsoft YaHei"/>
                <a:ea typeface="Microsoft YaHei"/>
                <a:cs typeface="Microsoft YaHei"/>
              </a:defRPr>
            </a:pPr>
            <a:r>
              <a:rPr sz="1200" b="1" i="0">
                <a:solidFill>
                  <a:srgbClr val="000000"/>
                </a:solidFill>
                <a:latin typeface="Microsoft YaHei"/>
                <a:ea typeface="Microsoft YaHei"/>
                <a:cs typeface="Microsoft YaHei"/>
              </a:rPr>
              <a:t>人工复判</a:t>
            </a:r>
          </a:p>
        </p:txBody>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bb712d003c2d44a2"/>
          <a:srcRect xmlns:a="http://schemas.openxmlformats.org/drawingml/2006/main" l="0" t="73" r="0" b="73"/>
          <a:stretch xmlns:a="http://schemas.openxmlformats.org/drawingml/2006/main">
            <a:fillRect l="0" t="0" r="0" b="0"/>
          </a:stretch>
        </p:blipFill>
        <p:spPr>
          <a:xfrm xmlns:a="http://schemas.openxmlformats.org/drawingml/2006/main">
            <a:off x="189865" y="4205351"/>
            <a:ext cx="2977895" cy="1638299"/>
          </a:xfrm>
          <a:prstGeom xmlns:a="http://schemas.openxmlformats.org/drawingml/2006/main" prst="rect">
            <a:avLst/>
          </a:prstGeom>
        </p:spPr>
      </p:pic>
      <p:sp>
        <p:nvSpPr>
          <p:cNvPr id="32" name="pdf-text-0032">
            <a:extLst xmlns:a="http://schemas.openxmlformats.org/drawingml/2006/main">
              <a:ext uri="{FF2B5EF4-FFF2-40B4-BE49-F238E27FC236}">
                <a16:creationId xmlns:a16="http://schemas.microsoft.com/office/drawing/2014/main" id="{384E504E-8EBC-4B31-B8EC-D6EFA05F05F5}"/>
              </a:ext>
            </a:extLst>
          </p:cNvPr>
          <p:cNvSpPr>
            <a:spLocks xmlns:a="http://schemas.openxmlformats.org/drawingml/2006/main" noGrp="1"/>
          </p:cNvSpPr>
          <p:nvPr/>
        </p:nvSpPr>
        <p:spPr>
          <a:xfrm xmlns:a="http://schemas.openxmlformats.org/drawingml/2006/main">
            <a:off x="428117" y="3645416"/>
            <a:ext cx="2651717"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传统设备输出检测结果（2D图片与3D点云</a:t>
            </a:r>
          </a:p>
        </p:txBody>
      </p:sp>
      <p:sp>
        <p:nvSpPr>
          <p:cNvPr id="33" name="pdf-text-0033">
            <a:extLst xmlns:a="http://schemas.openxmlformats.org/drawingml/2006/main">
              <a:ext uri="{FF2B5EF4-FFF2-40B4-BE49-F238E27FC236}">
                <a16:creationId xmlns:a16="http://schemas.microsoft.com/office/drawing/2014/main" id="{82DB8F04-0494-4F22-A2C1-1B3967956F91}"/>
              </a:ext>
            </a:extLst>
          </p:cNvPr>
          <p:cNvSpPr>
            <a:spLocks xmlns:a="http://schemas.openxmlformats.org/drawingml/2006/main" noGrp="1"/>
          </p:cNvSpPr>
          <p:nvPr/>
        </p:nvSpPr>
        <p:spPr>
          <a:xfrm xmlns:a="http://schemas.openxmlformats.org/drawingml/2006/main">
            <a:off x="428117" y="3822218"/>
            <a:ext cx="2266006"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信息），其中包含误判与真实不良。</a:t>
            </a:r>
          </a:p>
        </p:txBody>
      </p:sp>
      <p:sp>
        <p:nvSpPr>
          <p:cNvPr id="34" name="pdf-text-0034">
            <a:extLst xmlns:a="http://schemas.openxmlformats.org/drawingml/2006/main">
              <a:ext uri="{FF2B5EF4-FFF2-40B4-BE49-F238E27FC236}">
                <a16:creationId xmlns:a16="http://schemas.microsoft.com/office/drawing/2014/main" id="{E7556CEB-06FF-4921-8B86-0825BD3B03AC}"/>
              </a:ext>
            </a:extLst>
          </p:cNvPr>
          <p:cNvSpPr>
            <a:spLocks xmlns:a="http://schemas.openxmlformats.org/drawingml/2006/main" noGrp="1"/>
          </p:cNvSpPr>
          <p:nvPr/>
        </p:nvSpPr>
        <p:spPr>
          <a:xfrm xmlns:a="http://schemas.openxmlformats.org/drawingml/2006/main">
            <a:off x="5878843" y="4399029"/>
            <a:ext cx="2261521"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1" i="0">
                <a:solidFill>
                  <a:srgbClr val="121212"/>
                </a:solidFill>
                <a:latin typeface="Microsoft YaHei"/>
                <a:ea typeface="Microsoft YaHei"/>
                <a:cs typeface="Microsoft YaHei"/>
              </a:defRPr>
            </a:pPr>
            <a:r>
              <a:rPr sz="1104" b="1" i="0">
                <a:solidFill>
                  <a:srgbClr val="121212"/>
                </a:solidFill>
                <a:latin typeface="Microsoft YaHei"/>
                <a:ea typeface="Microsoft YaHei"/>
                <a:cs typeface="Microsoft YaHei"/>
              </a:rPr>
              <a:t>纠正AOI误判，降低人工复判工作量</a:t>
            </a:r>
          </a:p>
        </p:txBody>
      </p:sp>
      <p:sp>
        <p:nvSpPr>
          <p:cNvPr id="35" name="pdf-text-0035">
            <a:extLst xmlns:a="http://schemas.openxmlformats.org/drawingml/2006/main">
              <a:ext uri="{FF2B5EF4-FFF2-40B4-BE49-F238E27FC236}">
                <a16:creationId xmlns:a16="http://schemas.microsoft.com/office/drawing/2014/main" id="{70A8D86A-0726-4A30-B8B3-D073B46B38E1}"/>
              </a:ext>
            </a:extLst>
          </p:cNvPr>
          <p:cNvSpPr>
            <a:spLocks xmlns:a="http://schemas.openxmlformats.org/drawingml/2006/main" noGrp="1"/>
          </p:cNvSpPr>
          <p:nvPr/>
        </p:nvSpPr>
        <p:spPr>
          <a:xfrm xmlns:a="http://schemas.openxmlformats.org/drawingml/2006/main">
            <a:off x="9590289" y="4888219"/>
            <a:ext cx="1364859"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121212"/>
                </a:solidFill>
                <a:latin typeface="Microsoft YaHei"/>
                <a:ea typeface="Microsoft YaHei"/>
                <a:cs typeface="Microsoft YaHei"/>
              </a:defRPr>
            </a:pPr>
            <a:r>
              <a:rPr sz="1104" b="0" i="0">
                <a:solidFill>
                  <a:srgbClr val="121212"/>
                </a:solidFill>
                <a:latin typeface="Microsoft YaHei"/>
                <a:ea typeface="Microsoft YaHei"/>
                <a:cs typeface="Microsoft YaHei"/>
              </a:rPr>
              <a:t>Raw trainingImages</a:t>
            </a:r>
          </a:p>
        </p:txBody>
      </p:sp>
      <p:sp>
        <p:nvSpPr>
          <p:cNvPr id="36" name="pdf-text-0036">
            <a:extLst xmlns:a="http://schemas.openxmlformats.org/drawingml/2006/main">
              <a:ext uri="{FF2B5EF4-FFF2-40B4-BE49-F238E27FC236}">
                <a16:creationId xmlns:a16="http://schemas.microsoft.com/office/drawing/2014/main" id="{66FF2223-862E-4772-9834-213E210D4B00}"/>
              </a:ext>
            </a:extLst>
          </p:cNvPr>
          <p:cNvSpPr>
            <a:spLocks xmlns:a="http://schemas.openxmlformats.org/drawingml/2006/main" noGrp="1"/>
          </p:cNvSpPr>
          <p:nvPr/>
        </p:nvSpPr>
        <p:spPr>
          <a:xfrm xmlns:a="http://schemas.openxmlformats.org/drawingml/2006/main">
            <a:off x="9700072" y="5173398"/>
            <a:ext cx="470922"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1" i="0">
                <a:solidFill>
                  <a:srgbClr val="121212"/>
                </a:solidFill>
                <a:latin typeface="Microsoft YaHei"/>
                <a:ea typeface="Microsoft YaHei"/>
                <a:cs typeface="Microsoft YaHei"/>
              </a:defRPr>
            </a:pPr>
            <a:r>
              <a:rPr sz="1104" b="1" i="0">
                <a:solidFill>
                  <a:srgbClr val="121212"/>
                </a:solidFill>
                <a:latin typeface="Microsoft YaHei"/>
                <a:ea typeface="Microsoft YaHei"/>
                <a:cs typeface="Microsoft YaHei"/>
              </a:rPr>
              <a:t>AI数据</a:t>
            </a:r>
          </a:p>
        </p:txBody>
      </p:sp>
      <p:sp>
        <p:nvSpPr>
          <p:cNvPr id="37" name="pdf-text-0037">
            <a:extLst xmlns:a="http://schemas.openxmlformats.org/drawingml/2006/main">
              <a:ext uri="{FF2B5EF4-FFF2-40B4-BE49-F238E27FC236}">
                <a16:creationId xmlns:a16="http://schemas.microsoft.com/office/drawing/2014/main" id="{2CE360DF-4DA5-4A28-BDFB-ADE9A240F682}"/>
              </a:ext>
            </a:extLst>
          </p:cNvPr>
          <p:cNvSpPr>
            <a:spLocks xmlns:a="http://schemas.openxmlformats.org/drawingml/2006/main" noGrp="1"/>
          </p:cNvSpPr>
          <p:nvPr/>
        </p:nvSpPr>
        <p:spPr>
          <a:xfrm xmlns:a="http://schemas.openxmlformats.org/drawingml/2006/main">
            <a:off x="10132822" y="5163588"/>
            <a:ext cx="41358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121212"/>
                </a:solidFill>
                <a:latin typeface="Microsoft YaHei"/>
                <a:ea typeface="Microsoft YaHei"/>
                <a:cs typeface="Microsoft YaHei"/>
              </a:defRPr>
            </a:pPr>
            <a:r>
              <a:rPr sz="1200" b="1" i="0">
                <a:solidFill>
                  <a:srgbClr val="121212"/>
                </a:solidFill>
                <a:latin typeface="Microsoft YaHei"/>
                <a:ea typeface="Microsoft YaHei"/>
                <a:cs typeface="Microsoft YaHei"/>
              </a:rPr>
              <a:t>Filter</a:t>
            </a:r>
          </a:p>
        </p:txBody>
      </p:sp>
      <p:sp>
        <p:nvSpPr>
          <p:cNvPr id="38" name="pdf-text-0038">
            <a:extLst xmlns:a="http://schemas.openxmlformats.org/drawingml/2006/main">
              <a:ext uri="{FF2B5EF4-FFF2-40B4-BE49-F238E27FC236}">
                <a16:creationId xmlns:a16="http://schemas.microsoft.com/office/drawing/2014/main" id="{3B2A0660-1B21-4105-ADCE-6844EA1FB446}"/>
              </a:ext>
            </a:extLst>
          </p:cNvPr>
          <p:cNvSpPr>
            <a:spLocks xmlns:a="http://schemas.openxmlformats.org/drawingml/2006/main" noGrp="1"/>
          </p:cNvSpPr>
          <p:nvPr/>
        </p:nvSpPr>
        <p:spPr>
          <a:xfrm xmlns:a="http://schemas.openxmlformats.org/drawingml/2006/main">
            <a:off x="6740762" y="5192054"/>
            <a:ext cx="2423037"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基于AI算法形成闭环优化，实现模型快</a:t>
            </a:r>
          </a:p>
        </p:txBody>
      </p:sp>
      <p:sp>
        <p:nvSpPr>
          <p:cNvPr id="39" name="pdf-text-0039">
            <a:extLst xmlns:a="http://schemas.openxmlformats.org/drawingml/2006/main">
              <a:ext uri="{FF2B5EF4-FFF2-40B4-BE49-F238E27FC236}">
                <a16:creationId xmlns:a16="http://schemas.microsoft.com/office/drawing/2014/main" id="{1CB7762B-E7D9-4325-B2DB-6DD51BDF91DC}"/>
              </a:ext>
            </a:extLst>
          </p:cNvPr>
          <p:cNvSpPr>
            <a:spLocks xmlns:a="http://schemas.openxmlformats.org/drawingml/2006/main" noGrp="1"/>
          </p:cNvSpPr>
          <p:nvPr/>
        </p:nvSpPr>
        <p:spPr>
          <a:xfrm xmlns:a="http://schemas.openxmlformats.org/drawingml/2006/main">
            <a:off x="6740762" y="5338290"/>
            <a:ext cx="452554"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速生效</a:t>
            </a:r>
          </a:p>
        </p:txBody>
      </p:sp>
      <p:sp>
        <p:nvSpPr>
          <p:cNvPr id="40" name="pdf-vector-0040">
            <a:extLst xmlns:a="http://schemas.openxmlformats.org/drawingml/2006/main">
              <a:ext uri="{FF2B5EF4-FFF2-40B4-BE49-F238E27FC236}">
                <a16:creationId xmlns:a16="http://schemas.microsoft.com/office/drawing/2014/main" id="{F0598FDA-9BD5-4819-B7B2-C01C1DCD4B4F}"/>
              </a:ext>
            </a:extLst>
          </p:cNvPr>
          <p:cNvSpPr>
            <a:spLocks xmlns:a="http://schemas.openxmlformats.org/drawingml/2006/main" noGrp="1"/>
          </p:cNvSpPr>
          <p:nvPr/>
        </p:nvSpPr>
        <p:spPr>
          <a:xfrm xmlns:a="http://schemas.openxmlformats.org/drawingml/2006/main">
            <a:off x="3866515" y="1304925"/>
            <a:ext cx="2359660" cy="335280"/>
          </a:xfrm>
          <a:prstGeom xmlns:a="http://schemas.openxmlformats.org/drawingml/2006/main" prst="rect">
            <a:avLst/>
          </a:prstGeom>
          <a:solidFill xmlns:a="http://schemas.openxmlformats.org/drawingml/2006/main">
            <a:srgbClr val="FAD57F"/>
          </a:solidFill>
          <a:ln xmlns:a="http://schemas.openxmlformats.org/drawingml/2006/main" w="0">
            <a:noFill/>
            <a:prstDash val="solid"/>
          </a:ln>
        </p:spPr>
      </p:sp>
      <p:sp>
        <p:nvSpPr>
          <p:cNvPr id="41" name="pdf-text-0041">
            <a:extLst xmlns:a="http://schemas.openxmlformats.org/drawingml/2006/main">
              <a:ext uri="{FF2B5EF4-FFF2-40B4-BE49-F238E27FC236}">
                <a16:creationId xmlns:a16="http://schemas.microsoft.com/office/drawing/2014/main" id="{2D3207FD-DAD2-4895-928F-FAE931D8C4DF}"/>
              </a:ext>
            </a:extLst>
          </p:cNvPr>
          <p:cNvSpPr>
            <a:spLocks xmlns:a="http://schemas.openxmlformats.org/drawingml/2006/main" noGrp="1"/>
          </p:cNvSpPr>
          <p:nvPr/>
        </p:nvSpPr>
        <p:spPr>
          <a:xfrm xmlns:a="http://schemas.openxmlformats.org/drawingml/2006/main">
            <a:off x="4360607" y="1349461"/>
            <a:ext cx="2164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000000"/>
                </a:solidFill>
                <a:latin typeface="Microsoft YaHei"/>
                <a:ea typeface="Microsoft YaHei"/>
                <a:cs typeface="Microsoft YaHei"/>
              </a:defRPr>
            </a:pPr>
            <a:r>
              <a:rPr sz="1404" b="1" i="0">
                <a:solidFill>
                  <a:srgbClr val="000000"/>
                </a:solidFill>
                <a:latin typeface="Microsoft YaHei"/>
                <a:ea typeface="Microsoft YaHei"/>
                <a:cs typeface="Microsoft YaHei"/>
              </a:rPr>
              <a:t>无</a:t>
            </a:r>
          </a:p>
        </p:txBody>
      </p:sp>
      <p:sp>
        <p:nvSpPr>
          <p:cNvPr id="42" name="pdf-text-0042">
            <a:extLst xmlns:a="http://schemas.openxmlformats.org/drawingml/2006/main">
              <a:ext uri="{FF2B5EF4-FFF2-40B4-BE49-F238E27FC236}">
                <a16:creationId xmlns:a16="http://schemas.microsoft.com/office/drawing/2014/main" id="{E1D6E6CF-5ECE-452F-A6F6-19C972C2ECD7}"/>
              </a:ext>
            </a:extLst>
          </p:cNvPr>
          <p:cNvSpPr>
            <a:spLocks xmlns:a="http://schemas.openxmlformats.org/drawingml/2006/main" noGrp="1"/>
          </p:cNvSpPr>
          <p:nvPr/>
        </p:nvSpPr>
        <p:spPr>
          <a:xfrm xmlns:a="http://schemas.openxmlformats.org/drawingml/2006/main">
            <a:off x="4537310" y="1352376"/>
            <a:ext cx="21908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000000"/>
                </a:solidFill>
                <a:latin typeface="CenturyGothic"/>
                <a:ea typeface="CenturyGothic"/>
                <a:cs typeface="CenturyGothic"/>
              </a:defRPr>
            </a:pPr>
            <a:r>
              <a:rPr sz="1404" b="1" i="0">
                <a:solidFill>
                  <a:srgbClr val="000000"/>
                </a:solidFill>
                <a:latin typeface="CenturyGothic"/>
                <a:ea typeface="CenturyGothic"/>
                <a:cs typeface="CenturyGothic"/>
              </a:rPr>
              <a:t>AI</a:t>
            </a:r>
          </a:p>
        </p:txBody>
      </p:sp>
      <p:sp>
        <p:nvSpPr>
          <p:cNvPr id="43" name="pdf-text-0043">
            <a:extLst xmlns:a="http://schemas.openxmlformats.org/drawingml/2006/main">
              <a:ext uri="{FF2B5EF4-FFF2-40B4-BE49-F238E27FC236}">
                <a16:creationId xmlns:a16="http://schemas.microsoft.com/office/drawing/2014/main" id="{22328386-85AE-417C-BD5A-77532A0D2506}"/>
              </a:ext>
            </a:extLst>
          </p:cNvPr>
          <p:cNvSpPr>
            <a:spLocks xmlns:a="http://schemas.openxmlformats.org/drawingml/2006/main" noGrp="1"/>
          </p:cNvSpPr>
          <p:nvPr/>
        </p:nvSpPr>
        <p:spPr>
          <a:xfrm xmlns:a="http://schemas.openxmlformats.org/drawingml/2006/main">
            <a:off x="4717223" y="1349461"/>
            <a:ext cx="39320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000000"/>
                </a:solidFill>
                <a:latin typeface="Microsoft YaHei"/>
                <a:ea typeface="Microsoft YaHei"/>
                <a:cs typeface="Microsoft YaHei"/>
              </a:defRPr>
            </a:pPr>
            <a:r>
              <a:rPr sz="1404" b="1" i="0">
                <a:solidFill>
                  <a:srgbClr val="000000"/>
                </a:solidFill>
                <a:latin typeface="Microsoft YaHei"/>
                <a:ea typeface="Microsoft YaHei"/>
                <a:cs typeface="Microsoft YaHei"/>
              </a:rPr>
              <a:t>复判</a:t>
            </a:r>
          </a:p>
        </p:txBody>
      </p:sp>
      <p:sp>
        <p:nvSpPr>
          <p:cNvPr id="44" name="pdf-text-0044">
            <a:extLst xmlns:a="http://schemas.openxmlformats.org/drawingml/2006/main">
              <a:ext uri="{FF2B5EF4-FFF2-40B4-BE49-F238E27FC236}">
                <a16:creationId xmlns:a16="http://schemas.microsoft.com/office/drawing/2014/main" id="{7CC20C08-A414-4F1C-9CCB-126DBBAEB57E}"/>
              </a:ext>
            </a:extLst>
          </p:cNvPr>
          <p:cNvSpPr>
            <a:spLocks xmlns:a="http://schemas.openxmlformats.org/drawingml/2006/main" noGrp="1"/>
          </p:cNvSpPr>
          <p:nvPr/>
        </p:nvSpPr>
        <p:spPr>
          <a:xfrm xmlns:a="http://schemas.openxmlformats.org/drawingml/2006/main">
            <a:off x="5070807" y="1352376"/>
            <a:ext cx="10585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000000"/>
                </a:solidFill>
                <a:latin typeface="CenturyGothic"/>
                <a:ea typeface="CenturyGothic"/>
                <a:cs typeface="CenturyGothic"/>
              </a:defRPr>
            </a:pPr>
            <a:r>
              <a:rPr sz="1404" b="1" i="0">
                <a:solidFill>
                  <a:srgbClr val="000000"/>
                </a:solidFill>
                <a:latin typeface="CenturyGothic"/>
                <a:ea typeface="CenturyGothic"/>
                <a:cs typeface="CenturyGothic"/>
              </a:rPr>
              <a:t>(</a:t>
            </a:r>
          </a:p>
        </p:txBody>
      </p:sp>
      <p:sp>
        <p:nvSpPr>
          <p:cNvPr id="45" name="pdf-text-0045">
            <a:extLst xmlns:a="http://schemas.openxmlformats.org/drawingml/2006/main">
              <a:ext uri="{FF2B5EF4-FFF2-40B4-BE49-F238E27FC236}">
                <a16:creationId xmlns:a16="http://schemas.microsoft.com/office/drawing/2014/main" id="{8D422A92-4A00-419C-84D6-491085ECBA48}"/>
              </a:ext>
            </a:extLst>
          </p:cNvPr>
          <p:cNvSpPr>
            <a:spLocks xmlns:a="http://schemas.openxmlformats.org/drawingml/2006/main" noGrp="1"/>
          </p:cNvSpPr>
          <p:nvPr/>
        </p:nvSpPr>
        <p:spPr>
          <a:xfrm xmlns:a="http://schemas.openxmlformats.org/drawingml/2006/main">
            <a:off x="5136425" y="1349461"/>
            <a:ext cx="56997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000000"/>
                </a:solidFill>
                <a:latin typeface="Microsoft YaHei"/>
                <a:ea typeface="Microsoft YaHei"/>
                <a:cs typeface="Microsoft YaHei"/>
              </a:defRPr>
            </a:pPr>
            <a:r>
              <a:rPr sz="1404" b="1" i="0">
                <a:solidFill>
                  <a:srgbClr val="000000"/>
                </a:solidFill>
                <a:latin typeface="Microsoft YaHei"/>
                <a:ea typeface="Microsoft YaHei"/>
                <a:cs typeface="Microsoft YaHei"/>
              </a:rPr>
              <a:t>原流程</a:t>
            </a:r>
          </a:p>
        </p:txBody>
      </p:sp>
      <p:sp>
        <p:nvSpPr>
          <p:cNvPr id="46" name="pdf-text-0046">
            <a:extLst xmlns:a="http://schemas.openxmlformats.org/drawingml/2006/main">
              <a:ext uri="{FF2B5EF4-FFF2-40B4-BE49-F238E27FC236}">
                <a16:creationId xmlns:a16="http://schemas.microsoft.com/office/drawing/2014/main" id="{F5FF10C1-22D8-44E8-AB64-4F109347B69F}"/>
              </a:ext>
            </a:extLst>
          </p:cNvPr>
          <p:cNvSpPr>
            <a:spLocks xmlns:a="http://schemas.openxmlformats.org/drawingml/2006/main" noGrp="1"/>
          </p:cNvSpPr>
          <p:nvPr/>
        </p:nvSpPr>
        <p:spPr>
          <a:xfrm xmlns:a="http://schemas.openxmlformats.org/drawingml/2006/main">
            <a:off x="5666713" y="1352376"/>
            <a:ext cx="10585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1" i="0">
                <a:solidFill>
                  <a:srgbClr val="000000"/>
                </a:solidFill>
                <a:latin typeface="CenturyGothic"/>
                <a:ea typeface="CenturyGothic"/>
                <a:cs typeface="CenturyGothic"/>
              </a:defRPr>
            </a:pPr>
            <a:r>
              <a:rPr sz="1404" b="1" i="0">
                <a:solidFill>
                  <a:srgbClr val="000000"/>
                </a:solidFill>
                <a:latin typeface="CenturyGothic"/>
                <a:ea typeface="CenturyGothic"/>
                <a:cs typeface="CenturyGothic"/>
              </a:rPr>
              <a:t>)</a:t>
            </a:r>
          </a:p>
        </p:txBody>
      </p:sp>
      <p:sp>
        <p:nvSpPr>
          <p:cNvPr id="47" name="pdf-text-0047">
            <a:extLst xmlns:a="http://schemas.openxmlformats.org/drawingml/2006/main">
              <a:ext uri="{FF2B5EF4-FFF2-40B4-BE49-F238E27FC236}">
                <a16:creationId xmlns:a16="http://schemas.microsoft.com/office/drawing/2014/main" id="{2523381B-3FDB-47E4-9BFF-1B7764FA95C8}"/>
              </a:ext>
            </a:extLst>
          </p:cNvPr>
          <p:cNvSpPr>
            <a:spLocks xmlns:a="http://schemas.openxmlformats.org/drawingml/2006/main" noGrp="1"/>
          </p:cNvSpPr>
          <p:nvPr/>
        </p:nvSpPr>
        <p:spPr>
          <a:xfrm xmlns:a="http://schemas.openxmlformats.org/drawingml/2006/main">
            <a:off x="3959987" y="5113028"/>
            <a:ext cx="863925"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121212"/>
                </a:solidFill>
                <a:latin typeface="Microsoft YaHei"/>
                <a:ea typeface="Microsoft YaHei"/>
                <a:cs typeface="Microsoft YaHei"/>
              </a:defRPr>
            </a:pPr>
            <a:r>
              <a:rPr sz="1104" b="0" i="0">
                <a:solidFill>
                  <a:srgbClr val="121212"/>
                </a:solidFill>
                <a:latin typeface="Microsoft YaHei"/>
                <a:ea typeface="Microsoft YaHei"/>
                <a:cs typeface="Microsoft YaHei"/>
              </a:rPr>
              <a:t>实时更新模型</a:t>
            </a:r>
          </a:p>
        </p:txBody>
      </p:sp>
      <p:sp>
        <p:nvSpPr>
          <p:cNvPr id="48" name="pdf-text-0048">
            <a:extLst xmlns:a="http://schemas.openxmlformats.org/drawingml/2006/main">
              <a:ext uri="{FF2B5EF4-FFF2-40B4-BE49-F238E27FC236}">
                <a16:creationId xmlns:a16="http://schemas.microsoft.com/office/drawing/2014/main" id="{9D1D615E-D9DE-4796-834D-9F71EA5FFEFD}"/>
              </a:ext>
            </a:extLst>
          </p:cNvPr>
          <p:cNvSpPr>
            <a:spLocks xmlns:a="http://schemas.openxmlformats.org/drawingml/2006/main" noGrp="1"/>
          </p:cNvSpPr>
          <p:nvPr/>
        </p:nvSpPr>
        <p:spPr>
          <a:xfrm xmlns:a="http://schemas.openxmlformats.org/drawingml/2006/main">
            <a:off x="4000647" y="5906465"/>
            <a:ext cx="585052"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121212"/>
                </a:solidFill>
                <a:latin typeface="Microsoft YaHei"/>
                <a:ea typeface="Microsoft YaHei"/>
                <a:cs typeface="Microsoft YaHei"/>
              </a:defRPr>
            </a:pPr>
            <a:r>
              <a:rPr sz="1104" b="0" i="0">
                <a:solidFill>
                  <a:srgbClr val="121212"/>
                </a:solidFill>
                <a:latin typeface="Microsoft YaHei"/>
                <a:ea typeface="Microsoft YaHei"/>
                <a:cs typeface="Microsoft YaHei"/>
              </a:rPr>
              <a:t>自主训练</a:t>
            </a:r>
          </a:p>
        </p:txBody>
      </p:sp>
      <p:sp>
        <p:nvSpPr>
          <p:cNvPr id="49" name="pdf-text-0049">
            <a:extLst xmlns:a="http://schemas.openxmlformats.org/drawingml/2006/main">
              <a:ext uri="{FF2B5EF4-FFF2-40B4-BE49-F238E27FC236}">
                <a16:creationId xmlns:a16="http://schemas.microsoft.com/office/drawing/2014/main" id="{6D74D949-31C6-4A12-A221-F3C87C982A15}"/>
              </a:ext>
            </a:extLst>
          </p:cNvPr>
          <p:cNvSpPr>
            <a:spLocks xmlns:a="http://schemas.openxmlformats.org/drawingml/2006/main" noGrp="1"/>
          </p:cNvSpPr>
          <p:nvPr/>
        </p:nvSpPr>
        <p:spPr>
          <a:xfrm xmlns:a="http://schemas.openxmlformats.org/drawingml/2006/main">
            <a:off x="1089532" y="5886091"/>
            <a:ext cx="106827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121212"/>
                </a:solidFill>
                <a:latin typeface="Microsoft YaHei"/>
                <a:ea typeface="Microsoft YaHei"/>
                <a:cs typeface="Microsoft YaHei"/>
              </a:defRPr>
            </a:pPr>
            <a:r>
              <a:rPr sz="1200" b="1" i="0">
                <a:solidFill>
                  <a:srgbClr val="121212"/>
                </a:solidFill>
                <a:latin typeface="Microsoft YaHei"/>
                <a:ea typeface="Microsoft YaHei"/>
                <a:cs typeface="Microsoft YaHei"/>
              </a:rPr>
              <a:t>AOI(2D+3D)</a:t>
            </a:r>
          </a:p>
        </p:txBody>
      </p:sp>
      <p:sp>
        <p:nvSpPr>
          <p:cNvPr id="50" name="pdf-text-0050">
            <a:extLst xmlns:a="http://schemas.openxmlformats.org/drawingml/2006/main">
              <a:ext uri="{FF2B5EF4-FFF2-40B4-BE49-F238E27FC236}">
                <a16:creationId xmlns:a16="http://schemas.microsoft.com/office/drawing/2014/main" id="{A64CF1A8-18DA-4EDD-94A8-4707D2C0EB9B}"/>
              </a:ext>
            </a:extLst>
          </p:cNvPr>
          <p:cNvSpPr>
            <a:spLocks xmlns:a="http://schemas.openxmlformats.org/drawingml/2006/main" noGrp="1"/>
          </p:cNvSpPr>
          <p:nvPr/>
        </p:nvSpPr>
        <p:spPr>
          <a:xfrm xmlns:a="http://schemas.openxmlformats.org/drawingml/2006/main">
            <a:off x="3987113" y="4058357"/>
            <a:ext cx="49917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121212"/>
                </a:solidFill>
                <a:latin typeface="Microsoft YaHei"/>
                <a:ea typeface="Microsoft YaHei"/>
                <a:cs typeface="Microsoft YaHei"/>
              </a:defRPr>
            </a:pPr>
            <a:r>
              <a:rPr sz="1200" b="1" i="0">
                <a:solidFill>
                  <a:srgbClr val="121212"/>
                </a:solidFill>
                <a:latin typeface="Microsoft YaHei"/>
                <a:ea typeface="Microsoft YaHei"/>
                <a:cs typeface="Microsoft YaHei"/>
              </a:rPr>
              <a:t>轻蜓AI</a:t>
            </a:r>
          </a:p>
        </p:txBody>
      </p:sp>
      <p:sp>
        <p:nvSpPr>
          <p:cNvPr id="51" name="pdf-text-0051">
            <a:extLst xmlns:a="http://schemas.openxmlformats.org/drawingml/2006/main">
              <a:ext uri="{FF2B5EF4-FFF2-40B4-BE49-F238E27FC236}">
                <a16:creationId xmlns:a16="http://schemas.microsoft.com/office/drawing/2014/main" id="{F0E10F4D-268C-4F69-8CB6-0E981D939592}"/>
              </a:ext>
            </a:extLst>
          </p:cNvPr>
          <p:cNvSpPr>
            <a:spLocks xmlns:a="http://schemas.openxmlformats.org/drawingml/2006/main" noGrp="1"/>
          </p:cNvSpPr>
          <p:nvPr/>
        </p:nvSpPr>
        <p:spPr>
          <a:xfrm xmlns:a="http://schemas.openxmlformats.org/drawingml/2006/main">
            <a:off x="3845381" y="4235141"/>
            <a:ext cx="72268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1" i="0">
                <a:solidFill>
                  <a:srgbClr val="121212"/>
                </a:solidFill>
                <a:latin typeface="Microsoft YaHei"/>
                <a:ea typeface="Microsoft YaHei"/>
                <a:cs typeface="Microsoft YaHei"/>
              </a:defRPr>
            </a:pPr>
            <a:r>
              <a:rPr sz="1200" b="1" i="0">
                <a:solidFill>
                  <a:srgbClr val="121212"/>
                </a:solidFill>
                <a:latin typeface="Microsoft YaHei"/>
                <a:ea typeface="Microsoft YaHei"/>
                <a:cs typeface="Microsoft YaHei"/>
              </a:rPr>
              <a:t>Inference</a:t>
            </a:r>
          </a:p>
        </p:txBody>
      </p:sp>
      <p:sp>
        <p:nvSpPr>
          <p:cNvPr id="52" name="pdf-text-0052">
            <a:extLst xmlns:a="http://schemas.openxmlformats.org/drawingml/2006/main">
              <a:ext uri="{FF2B5EF4-FFF2-40B4-BE49-F238E27FC236}">
                <a16:creationId xmlns:a16="http://schemas.microsoft.com/office/drawing/2014/main" id="{BE95A7FB-B956-4BD5-8134-1A7628C420BA}"/>
              </a:ext>
            </a:extLst>
          </p:cNvPr>
          <p:cNvSpPr>
            <a:spLocks xmlns:a="http://schemas.openxmlformats.org/drawingml/2006/main" noGrp="1"/>
          </p:cNvSpPr>
          <p:nvPr/>
        </p:nvSpPr>
        <p:spPr>
          <a:xfrm xmlns:a="http://schemas.openxmlformats.org/drawingml/2006/main" rot="5400000">
            <a:off x="3322201" y="3016503"/>
            <a:ext cx="190501" cy="8591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Microsoft YaHei"/>
                <a:ea typeface="Microsoft YaHei"/>
                <a:cs typeface="Microsoft YaHei"/>
              </a:defRPr>
            </a:pPr>
            <a:r>
              <a:rPr sz="1200" b="0" i="0">
                <a:solidFill>
                  <a:srgbClr val="000000"/>
                </a:solidFill>
                <a:latin typeface="Microsoft YaHei"/>
                <a:ea typeface="Microsoft YaHei"/>
                <a:cs typeface="Microsoft YaHei"/>
              </a:rPr>
              <a:t>AOIOutput</a:t>
            </a:r>
          </a:p>
        </p:txBody>
      </p:sp>
      <p:sp>
        <p:nvSpPr>
          <p:cNvPr id="53" name="pdf-text-0053">
            <a:extLst xmlns:a="http://schemas.openxmlformats.org/drawingml/2006/main">
              <a:ext uri="{FF2B5EF4-FFF2-40B4-BE49-F238E27FC236}">
                <a16:creationId xmlns:a16="http://schemas.microsoft.com/office/drawing/2014/main" id="{C29E162D-ADC5-4AD4-AB15-8F0BF4DEE1DD}"/>
              </a:ext>
            </a:extLst>
          </p:cNvPr>
          <p:cNvSpPr>
            <a:spLocks xmlns:a="http://schemas.openxmlformats.org/drawingml/2006/main" noGrp="1"/>
          </p:cNvSpPr>
          <p:nvPr/>
        </p:nvSpPr>
        <p:spPr>
          <a:xfrm xmlns:a="http://schemas.openxmlformats.org/drawingml/2006/main">
            <a:off x="11381267" y="2473983"/>
            <a:ext cx="312417"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121212"/>
                </a:solidFill>
                <a:latin typeface="Microsoft YaHei"/>
                <a:ea typeface="Microsoft YaHei"/>
                <a:cs typeface="Microsoft YaHei"/>
              </a:defRPr>
            </a:pPr>
            <a:r>
              <a:rPr sz="1104" b="0" i="0">
                <a:solidFill>
                  <a:srgbClr val="121212"/>
                </a:solidFill>
                <a:latin typeface="Microsoft YaHei"/>
                <a:ea typeface="Microsoft YaHei"/>
                <a:cs typeface="Microsoft YaHei"/>
              </a:rPr>
              <a:t>修复</a:t>
            </a:r>
          </a:p>
        </p:txBody>
      </p:sp>
      <p:sp>
        <p:nvSpPr>
          <p:cNvPr id="54" name="pdf-text-0054">
            <a:extLst xmlns:a="http://schemas.openxmlformats.org/drawingml/2006/main">
              <a:ext uri="{FF2B5EF4-FFF2-40B4-BE49-F238E27FC236}">
                <a16:creationId xmlns:a16="http://schemas.microsoft.com/office/drawing/2014/main" id="{BA9BE8B1-D9D2-4722-BE7E-97BBC80E0E8D}"/>
              </a:ext>
            </a:extLst>
          </p:cNvPr>
          <p:cNvSpPr>
            <a:spLocks xmlns:a="http://schemas.openxmlformats.org/drawingml/2006/main" noGrp="1"/>
          </p:cNvSpPr>
          <p:nvPr/>
        </p:nvSpPr>
        <p:spPr>
          <a:xfrm xmlns:a="http://schemas.openxmlformats.org/drawingml/2006/main">
            <a:off x="3333038" y="2312977"/>
            <a:ext cx="3069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Microsoft YaHei"/>
                <a:ea typeface="Microsoft YaHei"/>
                <a:cs typeface="Microsoft YaHei"/>
              </a:defRPr>
            </a:pPr>
            <a:r>
              <a:rPr sz="1200" b="0" i="0">
                <a:solidFill>
                  <a:srgbClr val="000000"/>
                </a:solidFill>
                <a:latin typeface="Microsoft YaHei"/>
                <a:ea typeface="Microsoft YaHei"/>
                <a:cs typeface="Microsoft YaHei"/>
              </a:rPr>
              <a:t>AOI</a:t>
            </a:r>
          </a:p>
        </p:txBody>
      </p:sp>
      <p:sp>
        <p:nvSpPr>
          <p:cNvPr id="55" name="pdf-text-0055">
            <a:extLst xmlns:a="http://schemas.openxmlformats.org/drawingml/2006/main">
              <a:ext uri="{FF2B5EF4-FFF2-40B4-BE49-F238E27FC236}">
                <a16:creationId xmlns:a16="http://schemas.microsoft.com/office/drawing/2014/main" id="{574AC0CA-64B5-4865-B54A-F641A121B816}"/>
              </a:ext>
            </a:extLst>
          </p:cNvPr>
          <p:cNvSpPr>
            <a:spLocks xmlns:a="http://schemas.openxmlformats.org/drawingml/2006/main" noGrp="1"/>
          </p:cNvSpPr>
          <p:nvPr/>
        </p:nvSpPr>
        <p:spPr>
          <a:xfrm xmlns:a="http://schemas.openxmlformats.org/drawingml/2006/main">
            <a:off x="301912" y="3646405"/>
            <a:ext cx="87173"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Arial"/>
                <a:ea typeface="Arial"/>
                <a:cs typeface="Arial"/>
              </a:defRPr>
            </a:pPr>
            <a:r>
              <a:rPr sz="1104" b="0" i="0">
                <a:solidFill>
                  <a:srgbClr val="000000"/>
                </a:solidFill>
                <a:latin typeface="Arial"/>
                <a:ea typeface="Arial"/>
                <a:cs typeface="Arial"/>
              </a:rPr>
              <a:t>•</a:t>
            </a:r>
          </a:p>
        </p:txBody>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0f4cab3a45a5427e"/>
          <a:srcRect xmlns:a="http://schemas.openxmlformats.org/drawingml/2006/main" l="55" t="0" r="55" b="0"/>
          <a:stretch xmlns:a="http://schemas.openxmlformats.org/drawingml/2006/main">
            <a:fillRect l="0" t="0" r="0" b="0"/>
          </a:stretch>
        </p:blipFill>
        <p:spPr>
          <a:xfrm xmlns:a="http://schemas.openxmlformats.org/drawingml/2006/main">
            <a:off x="4655184" y="4280535"/>
            <a:ext cx="813435" cy="777875"/>
          </a:xfrm>
          <a:prstGeom xmlns:a="http://schemas.openxmlformats.org/drawingml/2006/main" prst="rect">
            <a:avLst/>
          </a:prstGeom>
        </p:spPr>
      </p:pic>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ca2bcc0d50cb4c07"/>
          <a:srcRect xmlns:a="http://schemas.openxmlformats.org/drawingml/2006/main" l="0" t="0" r="0" b="0"/>
          <a:stretch xmlns:a="http://schemas.openxmlformats.org/drawingml/2006/main">
            <a:fillRect l="0" t="0" r="0" b="0"/>
          </a:stretch>
        </p:blipFill>
        <p:spPr>
          <a:xfrm xmlns:a="http://schemas.openxmlformats.org/drawingml/2006/main">
            <a:off x="5935980" y="4927600"/>
            <a:ext cx="723900" cy="723900"/>
          </a:xfrm>
          <a:prstGeom xmlns:a="http://schemas.openxmlformats.org/drawingml/2006/main" prst="rect">
            <a:avLst/>
          </a:prstGeom>
        </p:spPr>
      </p:pic>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a4766e4be04344b5"/>
          <a:srcRect xmlns:a="http://schemas.openxmlformats.org/drawingml/2006/main" l="55" t="0" r="55" b="0"/>
          <a:stretch xmlns:a="http://schemas.openxmlformats.org/drawingml/2006/main">
            <a:fillRect l="0" t="0" r="0" b="0"/>
          </a:stretch>
        </p:blipFill>
        <p:spPr>
          <a:xfrm xmlns:a="http://schemas.openxmlformats.org/drawingml/2006/main">
            <a:off x="4655184" y="5600700"/>
            <a:ext cx="813435" cy="777875"/>
          </a:xfrm>
          <a:prstGeom xmlns:a="http://schemas.openxmlformats.org/drawingml/2006/main" prst="rect">
            <a:avLst/>
          </a:prstGeom>
        </p:spPr>
      </p:pic>
      <p:sp>
        <p:nvSpPr>
          <p:cNvPr id="59" name="pdf-vector-0059">
            <a:extLst xmlns:a="http://schemas.openxmlformats.org/drawingml/2006/main">
              <a:ext uri="{FF2B5EF4-FFF2-40B4-BE49-F238E27FC236}">
                <a16:creationId xmlns:a16="http://schemas.microsoft.com/office/drawing/2014/main" id="{4EE968C8-94BC-4467-9D4D-AAF0204F12AA}"/>
              </a:ext>
            </a:extLst>
          </p:cNvPr>
          <p:cNvSpPr>
            <a:spLocks xmlns:a="http://schemas.openxmlformats.org/drawingml/2006/main" noGrp="1"/>
          </p:cNvSpPr>
          <p:nvPr/>
        </p:nvSpPr>
        <p:spPr>
          <a:xfrm xmlns:a="http://schemas.openxmlformats.org/drawingml/2006/main">
            <a:off x="7597773" y="3136900"/>
            <a:ext cx="215900" cy="476250"/>
          </a:xfrm>
          <a:custGeom xmlns:a="http://schemas.openxmlformats.org/drawingml/2006/main">
            <a:pathLst>
              <a:path w="215900" h="476250">
                <a:moveTo>
                  <a:pt x="0" y="368300"/>
                </a:moveTo>
                <a:lnTo>
                  <a:pt x="53975" y="368300"/>
                </a:lnTo>
                <a:lnTo>
                  <a:pt x="53975" y="0"/>
                </a:lnTo>
                <a:lnTo>
                  <a:pt x="161925" y="0"/>
                </a:lnTo>
                <a:lnTo>
                  <a:pt x="161925" y="368300"/>
                </a:lnTo>
                <a:lnTo>
                  <a:pt x="215900" y="368300"/>
                </a:lnTo>
                <a:lnTo>
                  <a:pt x="107950" y="476250"/>
                </a:lnTo>
                <a:lnTo>
                  <a:pt x="0" y="368300"/>
                </a:lnTo>
                <a:close/>
              </a:path>
            </a:pathLst>
          </a:custGeom>
          <a:solidFill xmlns:a="http://schemas.openxmlformats.org/drawingml/2006/main">
            <a:srgbClr val="229AC4"/>
          </a:solidFill>
          <a:ln xmlns:a="http://schemas.openxmlformats.org/drawingml/2006/main" w="25400">
            <a:solidFill>
              <a:srgbClr val="376092"/>
            </a:solidFill>
            <a:prstDash val="solid"/>
          </a:ln>
        </p:spPr>
      </p:sp>
      <p:sp>
        <p:nvSpPr>
          <p:cNvPr id="60" name="pdf-vector-0060">
            <a:extLst xmlns:a="http://schemas.openxmlformats.org/drawingml/2006/main">
              <a:ext uri="{FF2B5EF4-FFF2-40B4-BE49-F238E27FC236}">
                <a16:creationId xmlns:a16="http://schemas.microsoft.com/office/drawing/2014/main" id="{FC83612C-3563-4D09-8A87-590EB00CF941}"/>
              </a:ext>
            </a:extLst>
          </p:cNvPr>
          <p:cNvSpPr>
            <a:spLocks xmlns:a="http://schemas.openxmlformats.org/drawingml/2006/main" noGrp="1"/>
          </p:cNvSpPr>
          <p:nvPr/>
        </p:nvSpPr>
        <p:spPr>
          <a:xfrm xmlns:a="http://schemas.openxmlformats.org/drawingml/2006/main">
            <a:off x="5559425" y="4654548"/>
            <a:ext cx="3619500" cy="171450"/>
          </a:xfrm>
          <a:custGeom xmlns:a="http://schemas.openxmlformats.org/drawingml/2006/main">
            <a:pathLst>
              <a:path w="3619500" h="171450">
                <a:moveTo>
                  <a:pt x="0" y="42863"/>
                </a:moveTo>
                <a:lnTo>
                  <a:pt x="3533775" y="42863"/>
                </a:lnTo>
                <a:lnTo>
                  <a:pt x="3533775" y="0"/>
                </a:lnTo>
                <a:lnTo>
                  <a:pt x="3619500" y="85725"/>
                </a:lnTo>
                <a:lnTo>
                  <a:pt x="3533775" y="171450"/>
                </a:lnTo>
                <a:lnTo>
                  <a:pt x="3533775" y="128588"/>
                </a:lnTo>
                <a:lnTo>
                  <a:pt x="0" y="128588"/>
                </a:lnTo>
                <a:lnTo>
                  <a:pt x="0" y="42863"/>
                </a:lnTo>
                <a:close/>
              </a:path>
            </a:pathLst>
          </a:custGeom>
          <a:solidFill xmlns:a="http://schemas.openxmlformats.org/drawingml/2006/main">
            <a:srgbClr val="229AC4"/>
          </a:solidFill>
          <a:ln xmlns:a="http://schemas.openxmlformats.org/drawingml/2006/main" w="25400">
            <a:solidFill>
              <a:srgbClr val="229AC4"/>
            </a:solidFill>
            <a:prstDash val="solid"/>
          </a:ln>
        </p:spPr>
      </p:sp>
      <p:sp>
        <p:nvSpPr>
          <p:cNvPr id="61" name="pdf-vector-0061">
            <a:extLst xmlns:a="http://schemas.openxmlformats.org/drawingml/2006/main">
              <a:ext uri="{FF2B5EF4-FFF2-40B4-BE49-F238E27FC236}">
                <a16:creationId xmlns:a16="http://schemas.microsoft.com/office/drawing/2014/main" id="{7A26875F-B05C-41AF-AFC9-28DC3E837976}"/>
              </a:ext>
            </a:extLst>
          </p:cNvPr>
          <p:cNvSpPr>
            <a:spLocks xmlns:a="http://schemas.openxmlformats.org/drawingml/2006/main" noGrp="1"/>
          </p:cNvSpPr>
          <p:nvPr/>
        </p:nvSpPr>
        <p:spPr>
          <a:xfrm xmlns:a="http://schemas.openxmlformats.org/drawingml/2006/main">
            <a:off x="5561650" y="5755958"/>
            <a:ext cx="3971290" cy="314325"/>
          </a:xfrm>
          <a:custGeom xmlns:a="http://schemas.openxmlformats.org/drawingml/2006/main">
            <a:pathLst>
              <a:path w="3971290" h="314325">
                <a:moveTo>
                  <a:pt x="3888422" y="0"/>
                </a:moveTo>
                <a:lnTo>
                  <a:pt x="3888422" y="194310"/>
                </a:lnTo>
                <a:lnTo>
                  <a:pt x="78575" y="194310"/>
                </a:lnTo>
                <a:lnTo>
                  <a:pt x="78575" y="157163"/>
                </a:lnTo>
                <a:lnTo>
                  <a:pt x="0" y="235750"/>
                </a:lnTo>
                <a:lnTo>
                  <a:pt x="78575" y="314325"/>
                </a:lnTo>
                <a:lnTo>
                  <a:pt x="78575" y="277178"/>
                </a:lnTo>
                <a:lnTo>
                  <a:pt x="3971290" y="277178"/>
                </a:lnTo>
                <a:lnTo>
                  <a:pt x="3971290" y="0"/>
                </a:lnTo>
                <a:lnTo>
                  <a:pt x="3888422" y="0"/>
                </a:lnTo>
                <a:close/>
              </a:path>
            </a:pathLst>
          </a:custGeom>
          <a:solidFill xmlns:a="http://schemas.openxmlformats.org/drawingml/2006/main">
            <a:srgbClr val="229AC4"/>
          </a:solidFill>
          <a:ln xmlns:a="http://schemas.openxmlformats.org/drawingml/2006/main" w="0">
            <a:noFill/>
            <a:prstDash val="solid"/>
          </a:ln>
        </p:spPr>
      </p:sp>
      <p:sp>
        <p:nvSpPr>
          <p:cNvPr id="62" name="pdf-vector-0062">
            <a:extLst xmlns:a="http://schemas.openxmlformats.org/drawingml/2006/main">
              <a:ext uri="{FF2B5EF4-FFF2-40B4-BE49-F238E27FC236}">
                <a16:creationId xmlns:a16="http://schemas.microsoft.com/office/drawing/2014/main" id="{6969AF47-E1EA-4841-A040-A7DBA75229EB}"/>
              </a:ext>
            </a:extLst>
          </p:cNvPr>
          <p:cNvSpPr>
            <a:spLocks xmlns:a="http://schemas.openxmlformats.org/drawingml/2006/main" noGrp="1"/>
          </p:cNvSpPr>
          <p:nvPr/>
        </p:nvSpPr>
        <p:spPr>
          <a:xfrm xmlns:a="http://schemas.openxmlformats.org/drawingml/2006/main">
            <a:off x="5561649" y="5755958"/>
            <a:ext cx="3971290" cy="314325"/>
          </a:xfrm>
          <a:custGeom xmlns:a="http://schemas.openxmlformats.org/drawingml/2006/main">
            <a:pathLst>
              <a:path w="3971290" h="314325">
                <a:moveTo>
                  <a:pt x="3888422" y="0"/>
                </a:moveTo>
                <a:lnTo>
                  <a:pt x="3888422" y="194310"/>
                </a:lnTo>
                <a:lnTo>
                  <a:pt x="78587" y="194310"/>
                </a:lnTo>
                <a:lnTo>
                  <a:pt x="78587" y="157163"/>
                </a:lnTo>
                <a:lnTo>
                  <a:pt x="0" y="235750"/>
                </a:lnTo>
                <a:lnTo>
                  <a:pt x="78587" y="314325"/>
                </a:lnTo>
                <a:lnTo>
                  <a:pt x="78587" y="277178"/>
                </a:lnTo>
                <a:lnTo>
                  <a:pt x="3971290" y="277178"/>
                </a:lnTo>
                <a:lnTo>
                  <a:pt x="3971290" y="0"/>
                </a:lnTo>
                <a:lnTo>
                  <a:pt x="3888422" y="0"/>
                </a:lnTo>
              </a:path>
            </a:pathLst>
          </a:custGeom>
          <a:noFill xmlns:a="http://schemas.openxmlformats.org/drawingml/2006/main"/>
          <a:ln xmlns:a="http://schemas.openxmlformats.org/drawingml/2006/main" w="25400">
            <a:solidFill>
              <a:srgbClr val="376092"/>
            </a:solidFill>
            <a:prstDash val="solid"/>
          </a:ln>
        </p:spPr>
      </p:sp>
      <p:sp>
        <p:nvSpPr>
          <p:cNvPr id="63" name="pdf-vector-0063">
            <a:extLst xmlns:a="http://schemas.openxmlformats.org/drawingml/2006/main">
              <a:ext uri="{FF2B5EF4-FFF2-40B4-BE49-F238E27FC236}">
                <a16:creationId xmlns:a16="http://schemas.microsoft.com/office/drawing/2014/main" id="{C1BD4ECB-06A8-48AC-9021-01E9137D44B5}"/>
              </a:ext>
            </a:extLst>
          </p:cNvPr>
          <p:cNvSpPr>
            <a:spLocks xmlns:a="http://schemas.openxmlformats.org/drawingml/2006/main" noGrp="1"/>
          </p:cNvSpPr>
          <p:nvPr/>
        </p:nvSpPr>
        <p:spPr>
          <a:xfrm xmlns:a="http://schemas.openxmlformats.org/drawingml/2006/main">
            <a:off x="9427210" y="4870450"/>
            <a:ext cx="163195" cy="346710"/>
          </a:xfrm>
          <a:custGeom xmlns:a="http://schemas.openxmlformats.org/drawingml/2006/main">
            <a:pathLst>
              <a:path w="163195" h="346710">
                <a:moveTo>
                  <a:pt x="0" y="265113"/>
                </a:moveTo>
                <a:lnTo>
                  <a:pt x="40805" y="265113"/>
                </a:lnTo>
                <a:lnTo>
                  <a:pt x="40805" y="0"/>
                </a:lnTo>
                <a:lnTo>
                  <a:pt x="122403" y="0"/>
                </a:lnTo>
                <a:lnTo>
                  <a:pt x="122403" y="265113"/>
                </a:lnTo>
                <a:lnTo>
                  <a:pt x="163195" y="265113"/>
                </a:lnTo>
                <a:lnTo>
                  <a:pt x="81597" y="346710"/>
                </a:lnTo>
                <a:lnTo>
                  <a:pt x="0" y="265113"/>
                </a:lnTo>
                <a:close/>
              </a:path>
            </a:pathLst>
          </a:custGeom>
          <a:solidFill xmlns:a="http://schemas.openxmlformats.org/drawingml/2006/main">
            <a:srgbClr val="229AC4"/>
          </a:solidFill>
          <a:ln xmlns:a="http://schemas.openxmlformats.org/drawingml/2006/main" w="25400">
            <a:solidFill>
              <a:srgbClr val="376092"/>
            </a:solidFill>
            <a:prstDash val="solid"/>
          </a:ln>
        </p:spPr>
      </p:sp>
      <p:sp>
        <p:nvSpPr>
          <p:cNvPr id="64" name="pdf-vector-0064">
            <a:extLst xmlns:a="http://schemas.openxmlformats.org/drawingml/2006/main">
              <a:ext uri="{FF2B5EF4-FFF2-40B4-BE49-F238E27FC236}">
                <a16:creationId xmlns:a16="http://schemas.microsoft.com/office/drawing/2014/main" id="{D5728AC5-C20C-4989-9E77-E03726439758}"/>
              </a:ext>
            </a:extLst>
          </p:cNvPr>
          <p:cNvSpPr>
            <a:spLocks xmlns:a="http://schemas.openxmlformats.org/drawingml/2006/main" noGrp="1"/>
          </p:cNvSpPr>
          <p:nvPr/>
        </p:nvSpPr>
        <p:spPr>
          <a:xfrm xmlns:a="http://schemas.openxmlformats.org/drawingml/2006/main">
            <a:off x="4985385" y="5133340"/>
            <a:ext cx="159385" cy="377190"/>
          </a:xfrm>
          <a:custGeom xmlns:a="http://schemas.openxmlformats.org/drawingml/2006/main">
            <a:pathLst>
              <a:path w="159385" h="377190">
                <a:moveTo>
                  <a:pt x="159385" y="79692"/>
                </a:moveTo>
                <a:lnTo>
                  <a:pt x="119532" y="79692"/>
                </a:lnTo>
                <a:lnTo>
                  <a:pt x="119532" y="377190"/>
                </a:lnTo>
                <a:lnTo>
                  <a:pt x="39840" y="377190"/>
                </a:lnTo>
                <a:lnTo>
                  <a:pt x="39840" y="79692"/>
                </a:lnTo>
                <a:lnTo>
                  <a:pt x="0" y="79692"/>
                </a:lnTo>
                <a:lnTo>
                  <a:pt x="79692" y="0"/>
                </a:lnTo>
                <a:lnTo>
                  <a:pt x="159385" y="79692"/>
                </a:lnTo>
                <a:close/>
              </a:path>
            </a:pathLst>
          </a:custGeom>
          <a:solidFill xmlns:a="http://schemas.openxmlformats.org/drawingml/2006/main">
            <a:srgbClr val="229AC4"/>
          </a:solidFill>
          <a:ln xmlns:a="http://schemas.openxmlformats.org/drawingml/2006/main" w="25400">
            <a:solidFill>
              <a:srgbClr val="376092"/>
            </a:solidFill>
            <a:prstDash val="solid"/>
          </a:ln>
        </p:spPr>
      </p:sp>
      <p:pic>
        <p:nvPicPr>
          <p:cNvPr id="141" name=""/>
          <p:cNvPicPr>
            <a:picLocks xmlns:a="http://schemas.openxmlformats.org/drawingml/2006/main" noChangeAspect="1"/>
          </p:cNvPicPr>
          <p:nvPr/>
        </p:nvPicPr>
        <p:blipFill>
          <a:blip xmlns:r="http://schemas.openxmlformats.org/officeDocument/2006/relationships" xmlns:a="http://schemas.openxmlformats.org/drawingml/2006/main" r:embed="R5798910215944def"/>
          <a:srcRect xmlns:a="http://schemas.openxmlformats.org/drawingml/2006/main" l="0" t="0" r="0" b="0"/>
          <a:stretch xmlns:a="http://schemas.openxmlformats.org/drawingml/2006/main">
            <a:fillRect l="0" t="0" r="0" b="0"/>
          </a:stretch>
        </p:blipFill>
        <p:spPr>
          <a:xfrm xmlns:a="http://schemas.openxmlformats.org/drawingml/2006/main">
            <a:off x="9269093" y="4311649"/>
            <a:ext cx="551815" cy="551815"/>
          </a:xfrm>
          <a:prstGeom xmlns:a="http://schemas.openxmlformats.org/drawingml/2006/main" prst="rect">
            <a:avLst/>
          </a:prstGeom>
        </p:spPr>
      </p:pic>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7492852091624512"/>
          <a:srcRect xmlns:a="http://schemas.openxmlformats.org/drawingml/2006/main" l="0" t="0" r="0" b="0"/>
          <a:stretch xmlns:a="http://schemas.openxmlformats.org/drawingml/2006/main">
            <a:fillRect l="0" t="0" r="0" b="0"/>
          </a:stretch>
        </p:blipFill>
        <p:spPr>
          <a:xfrm xmlns:a="http://schemas.openxmlformats.org/drawingml/2006/main">
            <a:off x="9038589" y="2071369"/>
            <a:ext cx="481965" cy="481965"/>
          </a:xfrm>
          <a:prstGeom xmlns:a="http://schemas.openxmlformats.org/drawingml/2006/main" prst="rect">
            <a:avLst/>
          </a:prstGeom>
        </p:spPr>
      </p:pic>
      <p:pic>
        <p:nvPicPr>
          <p:cNvPr id="143" name=""/>
          <p:cNvPicPr>
            <a:picLocks xmlns:a="http://schemas.openxmlformats.org/drawingml/2006/main" noChangeAspect="1"/>
          </p:cNvPicPr>
          <p:nvPr/>
        </p:nvPicPr>
        <p:blipFill>
          <a:blip xmlns:r="http://schemas.openxmlformats.org/officeDocument/2006/relationships" xmlns:a="http://schemas.openxmlformats.org/drawingml/2006/main" r:embed="R2def3092f5444234"/>
          <a:srcRect xmlns:a="http://schemas.openxmlformats.org/drawingml/2006/main" l="0" t="0" r="0" b="0"/>
          <a:stretch xmlns:a="http://schemas.openxmlformats.org/drawingml/2006/main">
            <a:fillRect l="0" t="0" r="0" b="0"/>
          </a:stretch>
        </p:blipFill>
        <p:spPr>
          <a:xfrm xmlns:a="http://schemas.openxmlformats.org/drawingml/2006/main">
            <a:off x="9520554" y="2071369"/>
            <a:ext cx="481965" cy="481965"/>
          </a:xfrm>
          <a:prstGeom xmlns:a="http://schemas.openxmlformats.org/drawingml/2006/main" prst="rect">
            <a:avLst/>
          </a:prstGeom>
        </p:spPr>
      </p:pic>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4036e2f4aff747d4"/>
          <a:srcRect xmlns:a="http://schemas.openxmlformats.org/drawingml/2006/main" l="0" t="0" r="0" b="0"/>
          <a:stretch xmlns:a="http://schemas.openxmlformats.org/drawingml/2006/main">
            <a:fillRect l="0" t="0" r="0" b="0"/>
          </a:stretch>
        </p:blipFill>
        <p:spPr>
          <a:xfrm xmlns:a="http://schemas.openxmlformats.org/drawingml/2006/main">
            <a:off x="9520554" y="2501900"/>
            <a:ext cx="481965" cy="481965"/>
          </a:xfrm>
          <a:prstGeom xmlns:a="http://schemas.openxmlformats.org/drawingml/2006/main" prst="rect">
            <a:avLst/>
          </a:prstGeom>
        </p:spPr>
      </p:pic>
      <p:pic>
        <p:nvPicPr>
          <p:cNvPr id="145" name=""/>
          <p:cNvPicPr>
            <a:picLocks xmlns:a="http://schemas.openxmlformats.org/drawingml/2006/main" noChangeAspect="1"/>
          </p:cNvPicPr>
          <p:nvPr/>
        </p:nvPicPr>
        <p:blipFill>
          <a:blip xmlns:r="http://schemas.openxmlformats.org/officeDocument/2006/relationships" xmlns:a="http://schemas.openxmlformats.org/drawingml/2006/main" r:embed="Rdaaa28a4f9964de6"/>
          <a:srcRect xmlns:a="http://schemas.openxmlformats.org/drawingml/2006/main" l="0" t="0" r="0" b="0"/>
          <a:stretch xmlns:a="http://schemas.openxmlformats.org/drawingml/2006/main">
            <a:fillRect l="0" t="0" r="0" b="0"/>
          </a:stretch>
        </p:blipFill>
        <p:spPr>
          <a:xfrm xmlns:a="http://schemas.openxmlformats.org/drawingml/2006/main">
            <a:off x="9051289" y="2501900"/>
            <a:ext cx="481965" cy="481965"/>
          </a:xfrm>
          <a:prstGeom xmlns:a="http://schemas.openxmlformats.org/drawingml/2006/main" prst="rect">
            <a:avLst/>
          </a:prstGeom>
        </p:spPr>
      </p:pic>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95a33697ed954cde"/>
          <a:srcRect xmlns:a="http://schemas.openxmlformats.org/drawingml/2006/main" l="64" t="0" r="64" b="0"/>
          <a:stretch xmlns:a="http://schemas.openxmlformats.org/drawingml/2006/main">
            <a:fillRect l="0" t="0" r="0" b="0"/>
          </a:stretch>
        </p:blipFill>
        <p:spPr>
          <a:xfrm xmlns:a="http://schemas.openxmlformats.org/drawingml/2006/main">
            <a:off x="136525" y="2501900"/>
            <a:ext cx="3123240" cy="1097280"/>
          </a:xfrm>
          <a:prstGeom xmlns:a="http://schemas.openxmlformats.org/drawingml/2006/main" prst="rect">
            <a:avLst/>
          </a:prstGeom>
        </p:spPr>
      </p:pic>
      <p:pic>
        <p:nvPicPr>
          <p:cNvPr id="147" name=""/>
          <p:cNvPicPr>
            <a:picLocks xmlns:a="http://schemas.openxmlformats.org/drawingml/2006/main" noChangeAspect="1"/>
          </p:cNvPicPr>
          <p:nvPr/>
        </p:nvPicPr>
        <p:blipFill>
          <a:blip xmlns:r="http://schemas.openxmlformats.org/officeDocument/2006/relationships" xmlns:a="http://schemas.openxmlformats.org/drawingml/2006/main" r:embed="R8441ae0bb1284900"/>
          <a:srcRect xmlns:a="http://schemas.openxmlformats.org/drawingml/2006/main" l="0" t="16" r="0" b="16"/>
          <a:stretch xmlns:a="http://schemas.openxmlformats.org/drawingml/2006/main">
            <a:fillRect l="0" t="0" r="0" b="0"/>
          </a:stretch>
        </p:blipFill>
        <p:spPr>
          <a:xfrm xmlns:a="http://schemas.openxmlformats.org/drawingml/2006/main">
            <a:off x="136525" y="1144905"/>
            <a:ext cx="3122295" cy="1265555"/>
          </a:xfrm>
          <a:prstGeom xmlns:a="http://schemas.openxmlformats.org/drawingml/2006/main" prst="rect">
            <a:avLst/>
          </a:prstGeom>
        </p:spPr>
      </p:pic>
      <p:sp>
        <p:nvSpPr>
          <p:cNvPr id="72" name="pdf-text-0072">
            <a:extLst xmlns:a="http://schemas.openxmlformats.org/drawingml/2006/main">
              <a:ext uri="{FF2B5EF4-FFF2-40B4-BE49-F238E27FC236}">
                <a16:creationId xmlns:a16="http://schemas.microsoft.com/office/drawing/2014/main" id="{EFD62D16-6C26-4C51-87E1-1F98F859F171}"/>
              </a:ext>
            </a:extLst>
          </p:cNvPr>
          <p:cNvSpPr>
            <a:spLocks xmlns:a="http://schemas.openxmlformats.org/drawingml/2006/main" noGrp="1"/>
          </p:cNvSpPr>
          <p:nvPr/>
        </p:nvSpPr>
        <p:spPr>
          <a:xfrm xmlns:a="http://schemas.openxmlformats.org/drawingml/2006/main">
            <a:off x="594510" y="320541"/>
            <a:ext cx="15666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技术优势（</a:t>
            </a:r>
          </a:p>
        </p:txBody>
      </p:sp>
      <p:sp>
        <p:nvSpPr>
          <p:cNvPr id="73" name="pdf-text-0073">
            <a:extLst xmlns:a="http://schemas.openxmlformats.org/drawingml/2006/main">
              <a:ext uri="{FF2B5EF4-FFF2-40B4-BE49-F238E27FC236}">
                <a16:creationId xmlns:a16="http://schemas.microsoft.com/office/drawing/2014/main" id="{57DA4298-4006-4A6D-9E31-764113A206DD}"/>
              </a:ext>
            </a:extLst>
          </p:cNvPr>
          <p:cNvSpPr>
            <a:spLocks xmlns:a="http://schemas.openxmlformats.org/drawingml/2006/main" noGrp="1"/>
          </p:cNvSpPr>
          <p:nvPr/>
        </p:nvSpPr>
        <p:spPr>
          <a:xfrm xmlns:a="http://schemas.openxmlformats.org/drawingml/2006/main">
            <a:off x="2123082" y="318978"/>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212121"/>
                </a:solidFill>
                <a:latin typeface="TimesNewRomanPSMT"/>
                <a:ea typeface="TimesNewRomanPSMT"/>
                <a:cs typeface="TimesNewRomanPSMT"/>
              </a:defRPr>
            </a:pPr>
            <a:r>
              <a:rPr sz="2400" b="1" i="0">
                <a:solidFill>
                  <a:srgbClr val="212121"/>
                </a:solidFill>
                <a:latin typeface="TimesNewRomanPSMT"/>
                <a:ea typeface="TimesNewRomanPSMT"/>
                <a:cs typeface="TimesNewRomanPSMT"/>
              </a:rPr>
              <a:t>2</a:t>
            </a:r>
          </a:p>
        </p:txBody>
      </p:sp>
      <p:sp>
        <p:nvSpPr>
          <p:cNvPr id="74" name="pdf-text-0074">
            <a:extLst xmlns:a="http://schemas.openxmlformats.org/drawingml/2006/main">
              <a:ext uri="{FF2B5EF4-FFF2-40B4-BE49-F238E27FC236}">
                <a16:creationId xmlns:a16="http://schemas.microsoft.com/office/drawing/2014/main" id="{5E8A212D-C6C1-40ED-BFB0-0DA489E10371}"/>
              </a:ext>
            </a:extLst>
          </p:cNvPr>
          <p:cNvSpPr>
            <a:spLocks xmlns:a="http://schemas.openxmlformats.org/drawingml/2006/main" noGrp="1"/>
          </p:cNvSpPr>
          <p:nvPr/>
        </p:nvSpPr>
        <p:spPr>
          <a:xfrm xmlns:a="http://schemas.openxmlformats.org/drawingml/2006/main">
            <a:off x="2275482" y="320541"/>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）：非监督</a:t>
            </a:r>
          </a:p>
        </p:txBody>
      </p:sp>
      <p:sp>
        <p:nvSpPr>
          <p:cNvPr id="75" name="pdf-text-0075">
            <a:extLst xmlns:a="http://schemas.openxmlformats.org/drawingml/2006/main">
              <a:ext uri="{FF2B5EF4-FFF2-40B4-BE49-F238E27FC236}">
                <a16:creationId xmlns:a16="http://schemas.microsoft.com/office/drawing/2014/main" id="{302372AF-E048-429D-AF85-50C657F5A889}"/>
              </a:ext>
            </a:extLst>
          </p:cNvPr>
          <p:cNvSpPr>
            <a:spLocks xmlns:a="http://schemas.openxmlformats.org/drawingml/2006/main" noGrp="1"/>
          </p:cNvSpPr>
          <p:nvPr/>
        </p:nvSpPr>
        <p:spPr>
          <a:xfrm xmlns:a="http://schemas.openxmlformats.org/drawingml/2006/main">
            <a:off x="3799482" y="318978"/>
            <a:ext cx="37612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1" i="0">
                <a:solidFill>
                  <a:srgbClr val="212121"/>
                </a:solidFill>
                <a:latin typeface="TimesNewRomanPSMT"/>
                <a:ea typeface="TimesNewRomanPSMT"/>
                <a:cs typeface="TimesNewRomanPSMT"/>
              </a:defRPr>
            </a:pPr>
            <a:r>
              <a:rPr sz="2400" b="1" i="0">
                <a:solidFill>
                  <a:srgbClr val="212121"/>
                </a:solidFill>
                <a:latin typeface="TimesNewRomanPSMT"/>
                <a:ea typeface="TimesNewRomanPSMT"/>
                <a:cs typeface="TimesNewRomanPSMT"/>
              </a:rPr>
              <a:t>AI</a:t>
            </a:r>
          </a:p>
        </p:txBody>
      </p:sp>
      <p:sp>
        <p:nvSpPr>
          <p:cNvPr id="76" name="pdf-text-0076">
            <a:extLst xmlns:a="http://schemas.openxmlformats.org/drawingml/2006/main">
              <a:ext uri="{FF2B5EF4-FFF2-40B4-BE49-F238E27FC236}">
                <a16:creationId xmlns:a16="http://schemas.microsoft.com/office/drawing/2014/main" id="{F6C05901-DEC5-4808-B534-E9B8D895FB79}"/>
              </a:ext>
            </a:extLst>
          </p:cNvPr>
          <p:cNvSpPr>
            <a:spLocks xmlns:a="http://schemas.openxmlformats.org/drawingml/2006/main" noGrp="1"/>
          </p:cNvSpPr>
          <p:nvPr/>
        </p:nvSpPr>
        <p:spPr>
          <a:xfrm xmlns:a="http://schemas.openxmlformats.org/drawingml/2006/main">
            <a:off x="4137810" y="320541"/>
            <a:ext cx="583082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算法大幅提升复杂半导体器件缺陷检测能力</a:t>
            </a:r>
          </a:p>
        </p:txBody>
      </p:sp>
    </p:spTree>
    <p:extLst>
      <p:ext uri="{BB962C8B-B14F-4D97-AF65-F5344CB8AC3E}">
        <p14:creationId xmlns:p14="http://schemas.microsoft.com/office/powerpoint/2010/main" val="2388214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53694c3cc9a64896"/>
          <a:srcRect xmlns:a="http://schemas.openxmlformats.org/drawingml/2006/main" l="0" t="48" r="0" b="48"/>
          <a:stretch xmlns:a="http://schemas.openxmlformats.org/drawingml/2006/main">
            <a:fillRect l="0" t="0" r="0" b="0"/>
          </a:stretch>
        </p:blipFill>
        <p:spPr>
          <a:xfrm xmlns:a="http://schemas.openxmlformats.org/drawingml/2006/main">
            <a:off x="589788" y="1155192"/>
            <a:ext cx="5396483" cy="2519172"/>
          </a:xfrm>
          <a:prstGeom xmlns:a="http://schemas.openxmlformats.org/drawingml/2006/main" prst="rect">
            <a:avLst/>
          </a:prstGeom>
        </p:spPr>
      </p:pic>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5679127814244fd3"/>
          <a:srcRect xmlns:a="http://schemas.openxmlformats.org/drawingml/2006/main" l="0" t="0" r="0" b="0"/>
          <a:stretch xmlns:a="http://schemas.openxmlformats.org/drawingml/2006/main">
            <a:fillRect l="0" t="0" r="0" b="0"/>
          </a:stretch>
        </p:blipFill>
        <p:spPr>
          <a:xfrm xmlns:a="http://schemas.openxmlformats.org/drawingml/2006/main">
            <a:off x="1917700" y="203200"/>
            <a:ext cx="50800" cy="508000"/>
          </a:xfrm>
          <a:prstGeom xmlns:a="http://schemas.openxmlformats.org/drawingml/2006/main" prst="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cb01f80e03f49f4">
            <a:extLst>
              <a:ext uri="{96DAC541-7B7A-43D3-8B79-37D633B846F1}">
                <asvg:svgBlip xmlns:asvg="http://schemas.microsoft.com/office/drawing/2016/SVG/main" r:embed="R0e752a9847a74d2f"/>
              </a:ext>
            </a:extLst>
          </a:blip>
          <a:stretch xmlns:a="http://schemas.openxmlformats.org/drawingml/2006/main"/>
        </p:blipFill>
        <p:spPr>
          <a:xfrm xmlns:a="http://schemas.openxmlformats.org/drawingml/2006/main">
            <a:off x="389814" y="1295546"/>
            <a:ext cx="466319" cy="1481595"/>
          </a:xfrm>
          <a:prstGeom xmlns:a="http://schemas.openxmlformats.org/drawingml/2006/main" prst="rect">
            <a:avLst/>
          </a:prstGeom>
        </p:spPr>
      </p:pic>
      <p:sp>
        <p:nvSpPr>
          <p:cNvPr id="4" name="pdf-text-0004">
            <a:extLst xmlns:a="http://schemas.openxmlformats.org/drawingml/2006/main">
              <a:ext uri="{FF2B5EF4-FFF2-40B4-BE49-F238E27FC236}">
                <a16:creationId xmlns:a16="http://schemas.microsoft.com/office/drawing/2014/main" id="{15B0259D-0D8E-4D2C-ADE4-4BF3C21DE950}"/>
              </a:ext>
            </a:extLst>
          </p:cNvPr>
          <p:cNvSpPr>
            <a:spLocks xmlns:a="http://schemas.openxmlformats.org/drawingml/2006/main" noGrp="1"/>
          </p:cNvSpPr>
          <p:nvPr/>
        </p:nvSpPr>
        <p:spPr>
          <a:xfrm xmlns:a="http://schemas.openxmlformats.org/drawingml/2006/main">
            <a:off x="541652" y="1620710"/>
            <a:ext cx="15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S</a:t>
            </a:r>
          </a:p>
        </p:txBody>
      </p:sp>
      <p:sp>
        <p:nvSpPr>
          <p:cNvPr id="5" name="pdf-text-0005">
            <a:extLst xmlns:a="http://schemas.openxmlformats.org/drawingml/2006/main">
              <a:ext uri="{FF2B5EF4-FFF2-40B4-BE49-F238E27FC236}">
                <a16:creationId xmlns:a16="http://schemas.microsoft.com/office/drawing/2014/main" id="{78B47EC4-78AA-408B-B7F1-885B3EA92A2F}"/>
              </a:ext>
            </a:extLst>
          </p:cNvPr>
          <p:cNvSpPr>
            <a:spLocks xmlns:a="http://schemas.openxmlformats.org/drawingml/2006/main" noGrp="1"/>
          </p:cNvSpPr>
          <p:nvPr/>
        </p:nvSpPr>
        <p:spPr>
          <a:xfrm xmlns:a="http://schemas.openxmlformats.org/drawingml/2006/main">
            <a:off x="541652" y="1895030"/>
            <a:ext cx="15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M</a:t>
            </a:r>
          </a:p>
        </p:txBody>
      </p:sp>
      <p:sp>
        <p:nvSpPr>
          <p:cNvPr id="6" name="pdf-text-0006">
            <a:extLst xmlns:a="http://schemas.openxmlformats.org/drawingml/2006/main">
              <a:ext uri="{FF2B5EF4-FFF2-40B4-BE49-F238E27FC236}">
                <a16:creationId xmlns:a16="http://schemas.microsoft.com/office/drawing/2014/main" id="{5842DA8B-22AA-444A-9FD3-289E76CB56F5}"/>
              </a:ext>
            </a:extLst>
          </p:cNvPr>
          <p:cNvSpPr>
            <a:spLocks xmlns:a="http://schemas.openxmlformats.org/drawingml/2006/main" noGrp="1"/>
          </p:cNvSpPr>
          <p:nvPr/>
        </p:nvSpPr>
        <p:spPr>
          <a:xfrm xmlns:a="http://schemas.openxmlformats.org/drawingml/2006/main">
            <a:off x="541652" y="2169350"/>
            <a:ext cx="15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T</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702e8d4eee64949"/>
          <a:srcRect xmlns:a="http://schemas.openxmlformats.org/drawingml/2006/main" l="0" t="48" r="0" b="48"/>
          <a:stretch xmlns:a="http://schemas.openxmlformats.org/drawingml/2006/main">
            <a:fillRect l="0" t="0" r="0" b="0"/>
          </a:stretch>
        </p:blipFill>
        <p:spPr>
          <a:xfrm xmlns:a="http://schemas.openxmlformats.org/drawingml/2006/main">
            <a:off x="6417563" y="1155192"/>
            <a:ext cx="5396483" cy="2519172"/>
          </a:xfrm>
          <a:prstGeom xmlns:a="http://schemas.openxmlformats.org/drawingml/2006/main" prst="rect">
            <a:avLst/>
          </a:prstGeom>
        </p:spPr>
      </p:pic>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20aac31b8e0e47ec">
            <a:extLst>
              <a:ext uri="{96DAC541-7B7A-43D3-8B79-37D633B846F1}">
                <asvg:svgBlip xmlns:asvg="http://schemas.microsoft.com/office/drawing/2016/SVG/main" r:embed="R026abdcdbd52491d"/>
              </a:ext>
            </a:extLst>
          </a:blip>
          <a:stretch xmlns:a="http://schemas.openxmlformats.org/drawingml/2006/main"/>
        </p:blipFill>
        <p:spPr>
          <a:xfrm xmlns:a="http://schemas.openxmlformats.org/drawingml/2006/main">
            <a:off x="6218906" y="1295546"/>
            <a:ext cx="466319" cy="1481595"/>
          </a:xfrm>
          <a:prstGeom xmlns:a="http://schemas.openxmlformats.org/drawingml/2006/main" prst="rect">
            <a:avLst/>
          </a:prstGeom>
        </p:spPr>
      </p:pic>
      <p:sp>
        <p:nvSpPr>
          <p:cNvPr id="9" name="pdf-text-0009">
            <a:extLst xmlns:a="http://schemas.openxmlformats.org/drawingml/2006/main">
              <a:ext uri="{FF2B5EF4-FFF2-40B4-BE49-F238E27FC236}">
                <a16:creationId xmlns:a16="http://schemas.microsoft.com/office/drawing/2014/main" id="{EBA8D794-EE75-4DE9-BE9A-B5D067C9EF84}"/>
              </a:ext>
            </a:extLst>
          </p:cNvPr>
          <p:cNvSpPr>
            <a:spLocks xmlns:a="http://schemas.openxmlformats.org/drawingml/2006/main" noGrp="1"/>
          </p:cNvSpPr>
          <p:nvPr/>
        </p:nvSpPr>
        <p:spPr>
          <a:xfrm xmlns:a="http://schemas.openxmlformats.org/drawingml/2006/main">
            <a:off x="6337567" y="145053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功</a:t>
            </a:r>
          </a:p>
        </p:txBody>
      </p:sp>
      <p:sp>
        <p:nvSpPr>
          <p:cNvPr id="10" name="pdf-text-0010">
            <a:extLst xmlns:a="http://schemas.openxmlformats.org/drawingml/2006/main">
              <a:ext uri="{FF2B5EF4-FFF2-40B4-BE49-F238E27FC236}">
                <a16:creationId xmlns:a16="http://schemas.microsoft.com/office/drawing/2014/main" id="{8949DD11-1F37-448B-A2B3-5231D108858D}"/>
              </a:ext>
            </a:extLst>
          </p:cNvPr>
          <p:cNvSpPr>
            <a:spLocks xmlns:a="http://schemas.openxmlformats.org/drawingml/2006/main" noGrp="1"/>
          </p:cNvSpPr>
          <p:nvPr/>
        </p:nvSpPr>
        <p:spPr>
          <a:xfrm xmlns:a="http://schemas.openxmlformats.org/drawingml/2006/main">
            <a:off x="6337567" y="172485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率</a:t>
            </a:r>
          </a:p>
        </p:txBody>
      </p:sp>
      <p:sp>
        <p:nvSpPr>
          <p:cNvPr id="11" name="pdf-text-0011">
            <a:extLst xmlns:a="http://schemas.openxmlformats.org/drawingml/2006/main">
              <a:ext uri="{FF2B5EF4-FFF2-40B4-BE49-F238E27FC236}">
                <a16:creationId xmlns:a16="http://schemas.microsoft.com/office/drawing/2014/main" id="{9D2F4DE8-3D11-47A1-B73C-5DB05E45097A}"/>
              </a:ext>
            </a:extLst>
          </p:cNvPr>
          <p:cNvSpPr>
            <a:spLocks xmlns:a="http://schemas.openxmlformats.org/drawingml/2006/main" noGrp="1"/>
          </p:cNvSpPr>
          <p:nvPr/>
        </p:nvSpPr>
        <p:spPr>
          <a:xfrm xmlns:a="http://schemas.openxmlformats.org/drawingml/2006/main">
            <a:off x="6337567" y="19991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半</a:t>
            </a:r>
          </a:p>
        </p:txBody>
      </p:sp>
      <p:sp>
        <p:nvSpPr>
          <p:cNvPr id="12" name="pdf-text-0012">
            <a:extLst xmlns:a="http://schemas.openxmlformats.org/drawingml/2006/main">
              <a:ext uri="{FF2B5EF4-FFF2-40B4-BE49-F238E27FC236}">
                <a16:creationId xmlns:a16="http://schemas.microsoft.com/office/drawing/2014/main" id="{4FD943BC-8E54-4A05-892E-E397F7C9E836}"/>
              </a:ext>
            </a:extLst>
          </p:cNvPr>
          <p:cNvSpPr>
            <a:spLocks xmlns:a="http://schemas.openxmlformats.org/drawingml/2006/main" noGrp="1"/>
          </p:cNvSpPr>
          <p:nvPr/>
        </p:nvSpPr>
        <p:spPr>
          <a:xfrm xmlns:a="http://schemas.openxmlformats.org/drawingml/2006/main">
            <a:off x="6337567" y="227349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导</a:t>
            </a:r>
          </a:p>
        </p:txBody>
      </p:sp>
      <p:sp>
        <p:nvSpPr>
          <p:cNvPr id="13" name="pdf-text-0013">
            <a:extLst xmlns:a="http://schemas.openxmlformats.org/drawingml/2006/main">
              <a:ext uri="{FF2B5EF4-FFF2-40B4-BE49-F238E27FC236}">
                <a16:creationId xmlns:a16="http://schemas.microsoft.com/office/drawing/2014/main" id="{3C5F0945-5F8E-4FF0-963F-8E7F5E7E071E}"/>
              </a:ext>
            </a:extLst>
          </p:cNvPr>
          <p:cNvSpPr>
            <a:spLocks xmlns:a="http://schemas.openxmlformats.org/drawingml/2006/main" noGrp="1"/>
          </p:cNvSpPr>
          <p:nvPr/>
        </p:nvSpPr>
        <p:spPr>
          <a:xfrm xmlns:a="http://schemas.openxmlformats.org/drawingml/2006/main">
            <a:off x="6337567" y="254781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体</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34e656f773474427"/>
          <a:srcRect xmlns:a="http://schemas.openxmlformats.org/drawingml/2006/main" l="14" t="0" r="14" b="0"/>
          <a:stretch xmlns:a="http://schemas.openxmlformats.org/drawingml/2006/main">
            <a:fillRect l="0" t="0" r="0" b="0"/>
          </a:stretch>
        </p:blipFill>
        <p:spPr>
          <a:xfrm xmlns:a="http://schemas.openxmlformats.org/drawingml/2006/main">
            <a:off x="589788" y="4088892"/>
            <a:ext cx="5396483" cy="2656332"/>
          </a:xfrm>
          <a:prstGeom xmlns:a="http://schemas.openxmlformats.org/drawingml/2006/main" prst="rect">
            <a:avLst/>
          </a:prstGeom>
        </p:spPr>
      </p:pic>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21fd7925e210400c">
            <a:extLst>
              <a:ext uri="{96DAC541-7B7A-43D3-8B79-37D633B846F1}">
                <asvg:svgBlip xmlns:asvg="http://schemas.microsoft.com/office/drawing/2016/SVG/main" r:embed="R4d7ae787be994054"/>
              </a:ext>
            </a:extLst>
          </a:blip>
          <a:stretch xmlns:a="http://schemas.openxmlformats.org/drawingml/2006/main"/>
        </p:blipFill>
        <p:spPr>
          <a:xfrm xmlns:a="http://schemas.openxmlformats.org/drawingml/2006/main">
            <a:off x="389814" y="4229326"/>
            <a:ext cx="466319" cy="1481595"/>
          </a:xfrm>
          <a:prstGeom xmlns:a="http://schemas.openxmlformats.org/drawingml/2006/main" prst="rect">
            <a:avLst/>
          </a:prstGeom>
        </p:spPr>
      </p:pic>
      <p:sp>
        <p:nvSpPr>
          <p:cNvPr id="16" name="pdf-text-0016">
            <a:extLst xmlns:a="http://schemas.openxmlformats.org/drawingml/2006/main">
              <a:ext uri="{FF2B5EF4-FFF2-40B4-BE49-F238E27FC236}">
                <a16:creationId xmlns:a16="http://schemas.microsoft.com/office/drawing/2014/main" id="{34D5AAB6-3159-48EE-BD24-A8EDE4E48EAE}"/>
              </a:ext>
            </a:extLst>
          </p:cNvPr>
          <p:cNvSpPr>
            <a:spLocks xmlns:a="http://schemas.openxmlformats.org/drawingml/2006/main" noGrp="1"/>
          </p:cNvSpPr>
          <p:nvPr/>
        </p:nvSpPr>
        <p:spPr>
          <a:xfrm xmlns:a="http://schemas.openxmlformats.org/drawingml/2006/main">
            <a:off x="485264" y="455448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光</a:t>
            </a:r>
          </a:p>
        </p:txBody>
      </p:sp>
      <p:sp>
        <p:nvSpPr>
          <p:cNvPr id="17" name="pdf-text-0017">
            <a:extLst xmlns:a="http://schemas.openxmlformats.org/drawingml/2006/main">
              <a:ext uri="{FF2B5EF4-FFF2-40B4-BE49-F238E27FC236}">
                <a16:creationId xmlns:a16="http://schemas.microsoft.com/office/drawing/2014/main" id="{19FF55A0-9138-4F0B-A5E6-3A0C185FB1A4}"/>
              </a:ext>
            </a:extLst>
          </p:cNvPr>
          <p:cNvSpPr>
            <a:spLocks xmlns:a="http://schemas.openxmlformats.org/drawingml/2006/main" noGrp="1"/>
          </p:cNvSpPr>
          <p:nvPr/>
        </p:nvSpPr>
        <p:spPr>
          <a:xfrm xmlns:a="http://schemas.openxmlformats.org/drawingml/2006/main">
            <a:off x="485264" y="4828809"/>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模</a:t>
            </a:r>
          </a:p>
        </p:txBody>
      </p:sp>
      <p:sp>
        <p:nvSpPr>
          <p:cNvPr id="18" name="pdf-text-0018">
            <a:extLst xmlns:a="http://schemas.openxmlformats.org/drawingml/2006/main">
              <a:ext uri="{FF2B5EF4-FFF2-40B4-BE49-F238E27FC236}">
                <a16:creationId xmlns:a16="http://schemas.microsoft.com/office/drawing/2014/main" id="{2195AAC9-7A50-44EB-81F9-83FDB7558786}"/>
              </a:ext>
            </a:extLst>
          </p:cNvPr>
          <p:cNvSpPr>
            <a:spLocks xmlns:a="http://schemas.openxmlformats.org/drawingml/2006/main" noGrp="1"/>
          </p:cNvSpPr>
          <p:nvPr/>
        </p:nvSpPr>
        <p:spPr>
          <a:xfrm xmlns:a="http://schemas.openxmlformats.org/drawingml/2006/main">
            <a:off x="485264" y="5103128"/>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块</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30184e49238b40d2"/>
          <a:srcRect xmlns:a="http://schemas.openxmlformats.org/drawingml/2006/main" l="14" t="0" r="14" b="0"/>
          <a:stretch xmlns:a="http://schemas.openxmlformats.org/drawingml/2006/main">
            <a:fillRect l="0" t="0" r="0" b="0"/>
          </a:stretch>
        </p:blipFill>
        <p:spPr>
          <a:xfrm xmlns:a="http://schemas.openxmlformats.org/drawingml/2006/main">
            <a:off x="6417564" y="4088892"/>
            <a:ext cx="5396483" cy="2656332"/>
          </a:xfrm>
          <a:prstGeom xmlns:a="http://schemas.openxmlformats.org/drawingml/2006/main" prst="rect">
            <a:avLst/>
          </a:prstGeom>
        </p:spPr>
      </p:pic>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d62523db23334512">
            <a:extLst>
              <a:ext uri="{96DAC541-7B7A-43D3-8B79-37D633B846F1}">
                <asvg:svgBlip xmlns:asvg="http://schemas.microsoft.com/office/drawing/2016/SVG/main" r:embed="Rd2e2dd1e39c741aa"/>
              </a:ext>
            </a:extLst>
          </a:blip>
          <a:stretch xmlns:a="http://schemas.openxmlformats.org/drawingml/2006/main"/>
        </p:blipFill>
        <p:spPr>
          <a:xfrm xmlns:a="http://schemas.openxmlformats.org/drawingml/2006/main">
            <a:off x="6218906" y="4229326"/>
            <a:ext cx="466319" cy="1481595"/>
          </a:xfrm>
          <a:prstGeom xmlns:a="http://schemas.openxmlformats.org/drawingml/2006/main" prst="rect">
            <a:avLst/>
          </a:prstGeom>
        </p:spPr>
      </p:pic>
      <p:sp>
        <p:nvSpPr>
          <p:cNvPr id="21" name="pdf-text-0021">
            <a:extLst xmlns:a="http://schemas.openxmlformats.org/drawingml/2006/main">
              <a:ext uri="{FF2B5EF4-FFF2-40B4-BE49-F238E27FC236}">
                <a16:creationId xmlns:a16="http://schemas.microsoft.com/office/drawing/2014/main" id="{6E900E12-4C1B-4D9B-A9AC-2B248F252781}"/>
              </a:ext>
            </a:extLst>
          </p:cNvPr>
          <p:cNvSpPr>
            <a:spLocks xmlns:a="http://schemas.openxmlformats.org/drawingml/2006/main" noGrp="1"/>
          </p:cNvSpPr>
          <p:nvPr/>
        </p:nvSpPr>
        <p:spPr>
          <a:xfrm xmlns:a="http://schemas.openxmlformats.org/drawingml/2006/main">
            <a:off x="6337567" y="4384316"/>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先</a:t>
            </a:r>
          </a:p>
        </p:txBody>
      </p:sp>
      <p:sp>
        <p:nvSpPr>
          <p:cNvPr id="22" name="pdf-text-0022">
            <a:extLst xmlns:a="http://schemas.openxmlformats.org/drawingml/2006/main">
              <a:ext uri="{FF2B5EF4-FFF2-40B4-BE49-F238E27FC236}">
                <a16:creationId xmlns:a16="http://schemas.microsoft.com/office/drawing/2014/main" id="{566415DA-4286-440C-B8D9-C81B0DD94A82}"/>
              </a:ext>
            </a:extLst>
          </p:cNvPr>
          <p:cNvSpPr>
            <a:spLocks xmlns:a="http://schemas.openxmlformats.org/drawingml/2006/main" noGrp="1"/>
          </p:cNvSpPr>
          <p:nvPr/>
        </p:nvSpPr>
        <p:spPr>
          <a:xfrm xmlns:a="http://schemas.openxmlformats.org/drawingml/2006/main">
            <a:off x="6337567" y="4658636"/>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进</a:t>
            </a:r>
          </a:p>
        </p:txBody>
      </p:sp>
      <p:sp>
        <p:nvSpPr>
          <p:cNvPr id="23" name="pdf-text-0023">
            <a:extLst xmlns:a="http://schemas.openxmlformats.org/drawingml/2006/main">
              <a:ext uri="{FF2B5EF4-FFF2-40B4-BE49-F238E27FC236}">
                <a16:creationId xmlns:a16="http://schemas.microsoft.com/office/drawing/2014/main" id="{3BD855C9-6EF1-4BC1-ACA2-929B7F3471D3}"/>
              </a:ext>
            </a:extLst>
          </p:cNvPr>
          <p:cNvSpPr>
            <a:spLocks xmlns:a="http://schemas.openxmlformats.org/drawingml/2006/main" noGrp="1"/>
          </p:cNvSpPr>
          <p:nvPr/>
        </p:nvSpPr>
        <p:spPr>
          <a:xfrm xmlns:a="http://schemas.openxmlformats.org/drawingml/2006/main">
            <a:off x="6337567" y="4932956"/>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封</a:t>
            </a:r>
          </a:p>
        </p:txBody>
      </p:sp>
      <p:sp>
        <p:nvSpPr>
          <p:cNvPr id="24" name="pdf-text-0024">
            <a:extLst xmlns:a="http://schemas.openxmlformats.org/drawingml/2006/main">
              <a:ext uri="{FF2B5EF4-FFF2-40B4-BE49-F238E27FC236}">
                <a16:creationId xmlns:a16="http://schemas.microsoft.com/office/drawing/2014/main" id="{51C9106E-A2F2-49E9-8426-91BCF25196BF}"/>
              </a:ext>
            </a:extLst>
          </p:cNvPr>
          <p:cNvSpPr>
            <a:spLocks xmlns:a="http://schemas.openxmlformats.org/drawingml/2006/main" noGrp="1"/>
          </p:cNvSpPr>
          <p:nvPr/>
        </p:nvSpPr>
        <p:spPr>
          <a:xfrm xmlns:a="http://schemas.openxmlformats.org/drawingml/2006/main">
            <a:off x="6337567" y="5207276"/>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装</a:t>
            </a:r>
          </a:p>
        </p:txBody>
      </p:sp>
      <p:sp>
        <p:nvSpPr>
          <p:cNvPr id="25" name="pdf-vector-0025">
            <a:extLst xmlns:a="http://schemas.openxmlformats.org/drawingml/2006/main">
              <a:ext uri="{FF2B5EF4-FFF2-40B4-BE49-F238E27FC236}">
                <a16:creationId xmlns:a16="http://schemas.microsoft.com/office/drawing/2014/main" id="{64DEF4A1-EF99-40DD-913E-FA41444D00FD}"/>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26" name="pdf-vector-0026">
            <a:extLst xmlns:a="http://schemas.openxmlformats.org/drawingml/2006/main">
              <a:ext uri="{FF2B5EF4-FFF2-40B4-BE49-F238E27FC236}">
                <a16:creationId xmlns:a16="http://schemas.microsoft.com/office/drawing/2014/main" id="{3E31AF61-B9B7-439D-96A0-6E4BA56633FC}"/>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27" name="pdf-text-0027">
            <a:extLst xmlns:a="http://schemas.openxmlformats.org/drawingml/2006/main">
              <a:ext uri="{FF2B5EF4-FFF2-40B4-BE49-F238E27FC236}">
                <a16:creationId xmlns:a16="http://schemas.microsoft.com/office/drawing/2014/main" id="{1C060638-CA79-4CAA-A6FF-5A9DFDCA5CB1}"/>
              </a:ext>
            </a:extLst>
          </p:cNvPr>
          <p:cNvSpPr>
            <a:spLocks xmlns:a="http://schemas.openxmlformats.org/drawingml/2006/main" noGrp="1"/>
          </p:cNvSpPr>
          <p:nvPr/>
        </p:nvSpPr>
        <p:spPr>
          <a:xfrm xmlns:a="http://schemas.openxmlformats.org/drawingml/2006/main">
            <a:off x="2065655" y="356794"/>
            <a:ext cx="4251963"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各类产品已受到行业头部客户认可</a:t>
            </a:r>
          </a:p>
        </p:txBody>
      </p:sp>
      <p:sp>
        <p:nvSpPr>
          <p:cNvPr id="28" name="pdf-text-0028">
            <a:extLst xmlns:a="http://schemas.openxmlformats.org/drawingml/2006/main">
              <a:ext uri="{FF2B5EF4-FFF2-40B4-BE49-F238E27FC236}">
                <a16:creationId xmlns:a16="http://schemas.microsoft.com/office/drawing/2014/main" id="{D035E954-2362-4730-9C47-E655C253D79E}"/>
              </a:ext>
            </a:extLst>
          </p:cNvPr>
          <p:cNvSpPr>
            <a:spLocks xmlns:a="http://schemas.openxmlformats.org/drawingml/2006/main" noGrp="1"/>
          </p:cNvSpPr>
          <p:nvPr/>
        </p:nvSpPr>
        <p:spPr>
          <a:xfrm xmlns:a="http://schemas.openxmlformats.org/drawingml/2006/main">
            <a:off x="594510" y="330993"/>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合作客户</a:t>
            </a:r>
          </a:p>
        </p:txBody>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1d675dd54b1e44a0"/>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863a02150f854e37"/>
          <a:srcRect xmlns:a="http://schemas.openxmlformats.org/drawingml/2006/main" l="0" t="496" r="0" b="496"/>
          <a:stretch xmlns:a="http://schemas.openxmlformats.org/drawingml/2006/main">
            <a:fillRect l="0" t="0" r="0" b="0"/>
          </a:stretch>
        </p:blipFill>
        <p:spPr>
          <a:xfrm xmlns:a="http://schemas.openxmlformats.org/drawingml/2006/main">
            <a:off x="6960492" y="4649522"/>
            <a:ext cx="1663967" cy="512945"/>
          </a:xfrm>
          <a:prstGeom xmlns:a="http://schemas.openxmlformats.org/drawingml/2006/main" prst="rect">
            <a:avLst/>
          </a:prstGeom>
        </p:spPr>
      </p:pic>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cebfdaaf3af24bb4"/>
          <a:srcRect xmlns:a="http://schemas.openxmlformats.org/drawingml/2006/main" l="0" t="527" r="0" b="527"/>
          <a:stretch xmlns:a="http://schemas.openxmlformats.org/drawingml/2006/main">
            <a:fillRect l="0" t="0" r="0" b="0"/>
          </a:stretch>
        </p:blipFill>
        <p:spPr>
          <a:xfrm xmlns:a="http://schemas.openxmlformats.org/drawingml/2006/main">
            <a:off x="8919242" y="4730140"/>
            <a:ext cx="2432903" cy="385159"/>
          </a:xfrm>
          <a:prstGeom xmlns:a="http://schemas.openxmlformats.org/drawingml/2006/main" prst="rect">
            <a:avLst/>
          </a:prstGeom>
        </p:spPr>
      </p:pic>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8a316ec081bc4367"/>
          <a:srcRect xmlns:a="http://schemas.openxmlformats.org/drawingml/2006/main" l="0" t="523" r="0" b="523"/>
          <a:stretch xmlns:a="http://schemas.openxmlformats.org/drawingml/2006/main">
            <a:fillRect l="0" t="0" r="0" b="0"/>
          </a:stretch>
        </p:blipFill>
        <p:spPr>
          <a:xfrm xmlns:a="http://schemas.openxmlformats.org/drawingml/2006/main">
            <a:off x="8296118" y="5440944"/>
            <a:ext cx="1727214" cy="385159"/>
          </a:xfrm>
          <a:prstGeom xmlns:a="http://schemas.openxmlformats.org/drawingml/2006/main" prst="rect">
            <a:avLst/>
          </a:prstGeom>
        </p:spPr>
      </p:pic>
      <p:sp>
        <p:nvSpPr>
          <p:cNvPr id="33" name="pdf-text-0033">
            <a:extLst xmlns:a="http://schemas.openxmlformats.org/drawingml/2006/main">
              <a:ext uri="{FF2B5EF4-FFF2-40B4-BE49-F238E27FC236}">
                <a16:creationId xmlns:a16="http://schemas.microsoft.com/office/drawing/2014/main" id="{FE21874A-C6A6-4ECC-8A28-B621D4E1D714}"/>
              </a:ext>
            </a:extLst>
          </p:cNvPr>
          <p:cNvSpPr>
            <a:spLocks xmlns:a="http://schemas.openxmlformats.org/drawingml/2006/main" noGrp="1"/>
          </p:cNvSpPr>
          <p:nvPr/>
        </p:nvSpPr>
        <p:spPr>
          <a:xfrm xmlns:a="http://schemas.openxmlformats.org/drawingml/2006/main">
            <a:off x="8315176" y="5989022"/>
            <a:ext cx="172820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奕成（PLP板级封装）</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4d623fec86924b35"/>
          <a:srcRect xmlns:a="http://schemas.openxmlformats.org/drawingml/2006/main" l="575" t="0" r="575" b="0"/>
          <a:stretch xmlns:a="http://schemas.openxmlformats.org/drawingml/2006/main">
            <a:fillRect l="0" t="0" r="0" b="0"/>
          </a:stretch>
        </p:blipFill>
        <p:spPr>
          <a:xfrm xmlns:a="http://schemas.openxmlformats.org/drawingml/2006/main">
            <a:off x="1074146" y="1556160"/>
            <a:ext cx="1854043" cy="551654"/>
          </a:xfrm>
          <a:prstGeom xmlns:a="http://schemas.openxmlformats.org/drawingml/2006/main" prst="rect">
            <a:avLst/>
          </a:prstGeom>
        </p:spPr>
      </p:pic>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a512e58f581548f9"/>
          <a:srcRect xmlns:a="http://schemas.openxmlformats.org/drawingml/2006/main" l="0" t="220" r="0" b="220"/>
          <a:stretch xmlns:a="http://schemas.openxmlformats.org/drawingml/2006/main">
            <a:fillRect l="0" t="0" r="0" b="0"/>
          </a:stretch>
        </p:blipFill>
        <p:spPr>
          <a:xfrm xmlns:a="http://schemas.openxmlformats.org/drawingml/2006/main">
            <a:off x="4183426" y="2272129"/>
            <a:ext cx="1205406" cy="878870"/>
          </a:xfrm>
          <a:prstGeom xmlns:a="http://schemas.openxmlformats.org/drawingml/2006/main" prst="rect">
            <a:avLst/>
          </a:prstGeom>
        </p:spPr>
      </p:pic>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c178202539a24010"/>
          <a:srcRect xmlns:a="http://schemas.openxmlformats.org/drawingml/2006/main" l="0" t="273" r="0" b="273"/>
          <a:stretch xmlns:a="http://schemas.openxmlformats.org/drawingml/2006/main">
            <a:fillRect l="0" t="0" r="0" b="0"/>
          </a:stretch>
        </p:blipFill>
        <p:spPr>
          <a:xfrm xmlns:a="http://schemas.openxmlformats.org/drawingml/2006/main">
            <a:off x="2624131" y="2454446"/>
            <a:ext cx="1341070" cy="551688"/>
          </a:xfrm>
          <a:prstGeom xmlns:a="http://schemas.openxmlformats.org/drawingml/2006/main" prst="rect">
            <a:avLst/>
          </a:prstGeom>
        </p:spPr>
      </p:pic>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eb2c0199727b43f1"/>
          <a:srcRect xmlns:a="http://schemas.openxmlformats.org/drawingml/2006/main" l="0" t="351" r="0" b="351"/>
          <a:stretch xmlns:a="http://schemas.openxmlformats.org/drawingml/2006/main">
            <a:fillRect l="0" t="0" r="0" b="0"/>
          </a:stretch>
        </p:blipFill>
        <p:spPr>
          <a:xfrm xmlns:a="http://schemas.openxmlformats.org/drawingml/2006/main">
            <a:off x="3146413" y="1567499"/>
            <a:ext cx="858571" cy="665106"/>
          </a:xfrm>
          <a:prstGeom xmlns:a="http://schemas.openxmlformats.org/drawingml/2006/main" prst="rect">
            <a:avLst/>
          </a:prstGeom>
        </p:spPr>
      </p:pic>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c6418586648047e5"/>
          <a:srcRect xmlns:a="http://schemas.openxmlformats.org/drawingml/2006/main" l="0" t="1" r="0" b="1"/>
          <a:stretch xmlns:a="http://schemas.openxmlformats.org/drawingml/2006/main">
            <a:fillRect l="0" t="0" r="0" b="0"/>
          </a:stretch>
        </p:blipFill>
        <p:spPr>
          <a:xfrm xmlns:a="http://schemas.openxmlformats.org/drawingml/2006/main">
            <a:off x="1021874" y="2472436"/>
            <a:ext cx="1492051" cy="549338"/>
          </a:xfrm>
          <a:prstGeom xmlns:a="http://schemas.openxmlformats.org/drawingml/2006/main" prst="rect">
            <a:avLst/>
          </a:prstGeom>
        </p:spPr>
      </p:pic>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8ca07a13eafb4ba4"/>
          <a:srcRect xmlns:a="http://schemas.openxmlformats.org/drawingml/2006/main" l="0" t="3" r="0" b="3"/>
          <a:stretch xmlns:a="http://schemas.openxmlformats.org/drawingml/2006/main">
            <a:fillRect l="0" t="0" r="0" b="0"/>
          </a:stretch>
        </p:blipFill>
        <p:spPr>
          <a:xfrm xmlns:a="http://schemas.openxmlformats.org/drawingml/2006/main">
            <a:off x="4417249" y="1711337"/>
            <a:ext cx="1205407" cy="377427"/>
          </a:xfrm>
          <a:prstGeom xmlns:a="http://schemas.openxmlformats.org/drawingml/2006/main" prst="rect">
            <a:avLst/>
          </a:prstGeom>
        </p:spPr>
      </p:pic>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0fe968b1cb134944"/>
          <a:srcRect xmlns:a="http://schemas.openxmlformats.org/drawingml/2006/main" l="0" t="230" r="0" b="230"/>
          <a:stretch xmlns:a="http://schemas.openxmlformats.org/drawingml/2006/main">
            <a:fillRect l="0" t="0" r="0" b="0"/>
          </a:stretch>
        </p:blipFill>
        <p:spPr>
          <a:xfrm xmlns:a="http://schemas.openxmlformats.org/drawingml/2006/main">
            <a:off x="1267727" y="5170403"/>
            <a:ext cx="1791612" cy="788563"/>
          </a:xfrm>
          <a:prstGeom xmlns:a="http://schemas.openxmlformats.org/drawingml/2006/main" prst="rect">
            <a:avLst/>
          </a:prstGeom>
        </p:spPr>
      </p:pic>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c32c8e9e951843e9"/>
          <a:srcRect xmlns:a="http://schemas.openxmlformats.org/drawingml/2006/main" l="0" t="66" r="0" b="66"/>
          <a:stretch xmlns:a="http://schemas.openxmlformats.org/drawingml/2006/main">
            <a:fillRect l="0" t="0" r="0" b="0"/>
          </a:stretch>
        </p:blipFill>
        <p:spPr>
          <a:xfrm xmlns:a="http://schemas.openxmlformats.org/drawingml/2006/main">
            <a:off x="7270752" y="1513169"/>
            <a:ext cx="1357538" cy="431650"/>
          </a:xfrm>
          <a:prstGeom xmlns:a="http://schemas.openxmlformats.org/drawingml/2006/main" prst="rect">
            <a:avLst/>
          </a:prstGeom>
        </p:spPr>
      </p:pic>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00f98d594b5b4ef8"/>
          <a:srcRect xmlns:a="http://schemas.openxmlformats.org/drawingml/2006/main" l="0" t="270" r="0" b="270"/>
          <a:stretch xmlns:a="http://schemas.openxmlformats.org/drawingml/2006/main">
            <a:fillRect l="0" t="0" r="0" b="0"/>
          </a:stretch>
        </p:blipFill>
        <p:spPr>
          <a:xfrm xmlns:a="http://schemas.openxmlformats.org/drawingml/2006/main">
            <a:off x="7305197" y="2915653"/>
            <a:ext cx="1041846" cy="460540"/>
          </a:xfrm>
          <a:prstGeom xmlns:a="http://schemas.openxmlformats.org/drawingml/2006/main" prst="rect">
            <a:avLst/>
          </a:prstGeom>
        </p:spPr>
      </p:pic>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4ec99f70221944ee"/>
          <a:srcRect xmlns:a="http://schemas.openxmlformats.org/drawingml/2006/main" l="0" t="125" r="0" b="125"/>
          <a:stretch xmlns:a="http://schemas.openxmlformats.org/drawingml/2006/main">
            <a:fillRect l="0" t="0" r="0" b="0"/>
          </a:stretch>
        </p:blipFill>
        <p:spPr>
          <a:xfrm xmlns:a="http://schemas.openxmlformats.org/drawingml/2006/main">
            <a:off x="9005732" y="1410941"/>
            <a:ext cx="1645991" cy="496800"/>
          </a:xfrm>
          <a:prstGeom xmlns:a="http://schemas.openxmlformats.org/drawingml/2006/main" prst="rect">
            <a:avLst/>
          </a:prstGeom>
        </p:spPr>
      </p:pic>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0f3d3a4af61c4aeb"/>
          <a:srcRect xmlns:a="http://schemas.openxmlformats.org/drawingml/2006/main" l="0" t="33" r="0" b="33"/>
          <a:stretch xmlns:a="http://schemas.openxmlformats.org/drawingml/2006/main">
            <a:fillRect l="0" t="0" r="0" b="0"/>
          </a:stretch>
        </p:blipFill>
        <p:spPr>
          <a:xfrm xmlns:a="http://schemas.openxmlformats.org/drawingml/2006/main">
            <a:off x="2362958" y="6011921"/>
            <a:ext cx="1566911" cy="394506"/>
          </a:xfrm>
          <a:prstGeom xmlns:a="http://schemas.openxmlformats.org/drawingml/2006/main" prst="rect">
            <a:avLst/>
          </a:prstGeom>
        </p:spPr>
      </p:pic>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e59c40fe35df4cc7"/>
          <a:srcRect xmlns:a="http://schemas.openxmlformats.org/drawingml/2006/main" l="10" t="0" r="10" b="0"/>
          <a:stretch xmlns:a="http://schemas.openxmlformats.org/drawingml/2006/main">
            <a:fillRect l="0" t="0" r="0" b="0"/>
          </a:stretch>
        </p:blipFill>
        <p:spPr>
          <a:xfrm xmlns:a="http://schemas.openxmlformats.org/drawingml/2006/main">
            <a:off x="1197053" y="4539970"/>
            <a:ext cx="2006948" cy="679905"/>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079c70264c8a4471"/>
          <a:srcRect xmlns:a="http://schemas.openxmlformats.org/drawingml/2006/main" l="1341" t="0" r="1341" b="0"/>
          <a:stretch xmlns:a="http://schemas.openxmlformats.org/drawingml/2006/main">
            <a:fillRect l="0" t="0" r="0" b="0"/>
          </a:stretch>
        </p:blipFill>
        <p:spPr>
          <a:xfrm xmlns:a="http://schemas.openxmlformats.org/drawingml/2006/main">
            <a:off x="3579421" y="4479923"/>
            <a:ext cx="1803154" cy="689127"/>
          </a:xfrm>
          <a:prstGeom xmlns:a="http://schemas.openxmlformats.org/drawingml/2006/main" prst="rect">
            <a:avLst/>
          </a:prstGeom>
        </p:spPr>
      </p:pic>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f0ef59e98c15461d"/>
          <a:srcRect xmlns:a="http://schemas.openxmlformats.org/drawingml/2006/main" l="0" t="0" r="0" b="0"/>
          <a:stretch xmlns:a="http://schemas.openxmlformats.org/drawingml/2006/main">
            <a:fillRect l="0" t="0" r="0" b="0"/>
          </a:stretch>
        </p:blipFill>
        <p:spPr>
          <a:xfrm xmlns:a="http://schemas.openxmlformats.org/drawingml/2006/main">
            <a:off x="3313623" y="5096513"/>
            <a:ext cx="2207254" cy="790145"/>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f88285f0048e4d97"/>
          <a:srcRect xmlns:a="http://schemas.openxmlformats.org/drawingml/2006/main" l="577" t="0" r="577" b="0"/>
          <a:stretch xmlns:a="http://schemas.openxmlformats.org/drawingml/2006/main">
            <a:fillRect l="0" t="0" r="0" b="0"/>
          </a:stretch>
        </p:blipFill>
        <p:spPr>
          <a:xfrm xmlns:a="http://schemas.openxmlformats.org/drawingml/2006/main">
            <a:off x="7098780" y="2111388"/>
            <a:ext cx="1759402" cy="514786"/>
          </a:xfrm>
          <a:prstGeom xmlns:a="http://schemas.openxmlformats.org/drawingml/2006/main" prst="rect">
            <a:avLst/>
          </a:prstGeom>
        </p:spPr>
      </p:pic>
      <p:sp>
        <p:nvSpPr>
          <p:cNvPr id="49" name="pdf-text-0049">
            <a:extLst xmlns:a="http://schemas.openxmlformats.org/drawingml/2006/main">
              <a:ext uri="{FF2B5EF4-FFF2-40B4-BE49-F238E27FC236}">
                <a16:creationId xmlns:a16="http://schemas.microsoft.com/office/drawing/2014/main" id="{C57D73C8-EC30-41D0-BA68-2679CA0888D1}"/>
              </a:ext>
            </a:extLst>
          </p:cNvPr>
          <p:cNvSpPr>
            <a:spLocks xmlns:a="http://schemas.openxmlformats.org/drawingml/2006/main" noGrp="1"/>
          </p:cNvSpPr>
          <p:nvPr/>
        </p:nvSpPr>
        <p:spPr>
          <a:xfrm xmlns:a="http://schemas.openxmlformats.org/drawingml/2006/main">
            <a:off x="7712193" y="2572464"/>
            <a:ext cx="3947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安世</a:t>
            </a:r>
          </a:p>
        </p:txBody>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d7cca756aa9e49c5"/>
          <a:srcRect xmlns:a="http://schemas.openxmlformats.org/drawingml/2006/main" l="0" t="242" r="0" b="242"/>
          <a:stretch xmlns:a="http://schemas.openxmlformats.org/drawingml/2006/main">
            <a:fillRect l="0" t="0" r="0" b="0"/>
          </a:stretch>
        </p:blipFill>
        <p:spPr>
          <a:xfrm xmlns:a="http://schemas.openxmlformats.org/drawingml/2006/main">
            <a:off x="9163124" y="2120068"/>
            <a:ext cx="1831159" cy="496443"/>
          </a:xfrm>
          <a:prstGeom xmlns:a="http://schemas.openxmlformats.org/drawingml/2006/main" prst="rect">
            <a:avLst/>
          </a:prstGeom>
        </p:spPr>
      </p:pic>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3ca9d002995448cf"/>
          <a:srcRect xmlns:a="http://schemas.openxmlformats.org/drawingml/2006/main" l="0" t="125" r="0" b="125"/>
          <a:stretch xmlns:a="http://schemas.openxmlformats.org/drawingml/2006/main">
            <a:fillRect l="0" t="0" r="0" b="0"/>
          </a:stretch>
        </p:blipFill>
        <p:spPr>
          <a:xfrm xmlns:a="http://schemas.openxmlformats.org/drawingml/2006/main">
            <a:off x="9118950" y="2787438"/>
            <a:ext cx="1532772" cy="606723"/>
          </a:xfrm>
          <a:prstGeom xmlns:a="http://schemas.openxmlformats.org/drawingml/2006/main" prst="rect">
            <a:avLst/>
          </a:prstGeom>
        </p:spPr>
      </p:pic>
      <p:sp>
        <p:nvSpPr>
          <p:cNvPr id="52" name="pdf-text-0052">
            <a:extLst xmlns:a="http://schemas.openxmlformats.org/drawingml/2006/main">
              <a:ext uri="{FF2B5EF4-FFF2-40B4-BE49-F238E27FC236}">
                <a16:creationId xmlns:a16="http://schemas.microsoft.com/office/drawing/2014/main" id="{FD58DBE9-6114-4A40-AF63-9E237E1AAA92}"/>
              </a:ext>
            </a:extLst>
          </p:cNvPr>
          <p:cNvSpPr>
            <a:spLocks xmlns:a="http://schemas.openxmlformats.org/drawingml/2006/main" noGrp="1"/>
          </p:cNvSpPr>
          <p:nvPr/>
        </p:nvSpPr>
        <p:spPr>
          <a:xfrm xmlns:a="http://schemas.openxmlformats.org/drawingml/2006/main">
            <a:off x="10765517" y="2988535"/>
            <a:ext cx="3947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纬湃</a:t>
            </a:r>
          </a:p>
        </p:txBody>
      </p:sp>
    </p:spTree>
    <p:extLst>
      <p:ext uri="{BB962C8B-B14F-4D97-AF65-F5344CB8AC3E}">
        <p14:creationId xmlns:p14="http://schemas.microsoft.com/office/powerpoint/2010/main" val="10160700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66f96ca30cc5411d">
            <a:extLst>
              <a:ext uri="{96DAC541-7B7A-43D3-8B79-37D633B846F1}">
                <asvg:svgBlip xmlns:asvg="http://schemas.microsoft.com/office/drawing/2016/SVG/main" r:embed="R88c476dafab9423b"/>
              </a:ext>
            </a:extLst>
          </a:blip>
          <a:stretch xmlns:a="http://schemas.openxmlformats.org/drawingml/2006/main"/>
        </p:blipFill>
        <p:spPr>
          <a:xfrm xmlns:a="http://schemas.openxmlformats.org/drawingml/2006/main">
            <a:off x="507221" y="1138963"/>
            <a:ext cx="5222126" cy="5087531"/>
          </a:xfrm>
          <a:prstGeom xmlns:a="http://schemas.openxmlformats.org/drawingml/2006/main" prst="rect">
            <a:avLst/>
          </a:prstGeom>
        </p:spPr>
      </p:pic>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d802c3de291e4eb9">
            <a:extLst>
              <a:ext uri="{96DAC541-7B7A-43D3-8B79-37D633B846F1}">
                <asvg:svgBlip xmlns:asvg="http://schemas.microsoft.com/office/drawing/2016/SVG/main" r:embed="R59cf1933c22e4d66"/>
              </a:ext>
            </a:extLst>
          </a:blip>
          <a:stretch xmlns:a="http://schemas.openxmlformats.org/drawingml/2006/main"/>
        </p:blipFill>
        <p:spPr>
          <a:xfrm xmlns:a="http://schemas.openxmlformats.org/drawingml/2006/main">
            <a:off x="379090" y="1004335"/>
            <a:ext cx="3131947" cy="463309"/>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8426908F-3BD5-48D3-90E1-C62AE38FDA50}"/>
              </a:ext>
            </a:extLst>
          </p:cNvPr>
          <p:cNvSpPr>
            <a:spLocks xmlns:a="http://schemas.openxmlformats.org/drawingml/2006/main" noGrp="1"/>
          </p:cNvSpPr>
          <p:nvPr/>
        </p:nvSpPr>
        <p:spPr>
          <a:xfrm xmlns:a="http://schemas.openxmlformats.org/drawingml/2006/main">
            <a:off x="611361" y="1144993"/>
            <a:ext cx="141770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某功率器件厂</a:t>
            </a:r>
          </a:p>
        </p:txBody>
      </p:sp>
      <p:sp>
        <p:nvSpPr>
          <p:cNvPr id="4" name="pdf-text-0004">
            <a:extLst xmlns:a="http://schemas.openxmlformats.org/drawingml/2006/main">
              <a:ext uri="{FF2B5EF4-FFF2-40B4-BE49-F238E27FC236}">
                <a16:creationId xmlns:a16="http://schemas.microsoft.com/office/drawing/2014/main" id="{E22DFEE3-6865-499E-9F4A-5B0F3B683D34}"/>
              </a:ext>
            </a:extLst>
          </p:cNvPr>
          <p:cNvSpPr>
            <a:spLocks xmlns:a="http://schemas.openxmlformats.org/drawingml/2006/main" noGrp="1"/>
          </p:cNvSpPr>
          <p:nvPr/>
        </p:nvSpPr>
        <p:spPr>
          <a:xfrm xmlns:a="http://schemas.openxmlformats.org/drawingml/2006/main">
            <a:off x="901957"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 name="pdf-text-0005">
            <a:extLst xmlns:a="http://schemas.openxmlformats.org/drawingml/2006/main">
              <a:ext uri="{FF2B5EF4-FFF2-40B4-BE49-F238E27FC236}">
                <a16:creationId xmlns:a16="http://schemas.microsoft.com/office/drawing/2014/main" id="{EFB5EBF3-DA7B-413F-B5D1-8E91D751DFDD}"/>
              </a:ext>
            </a:extLst>
          </p:cNvPr>
          <p:cNvSpPr>
            <a:spLocks xmlns:a="http://schemas.openxmlformats.org/drawingml/2006/main" noGrp="1"/>
          </p:cNvSpPr>
          <p:nvPr/>
        </p:nvSpPr>
        <p:spPr>
          <a:xfrm xmlns:a="http://schemas.openxmlformats.org/drawingml/2006/main">
            <a:off x="1188469" y="1650032"/>
            <a:ext cx="4186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主要业务是生产IGBT模块、碳化硅模块。新厂房9条线，空间</a:t>
            </a:r>
          </a:p>
        </p:txBody>
      </p:sp>
      <p:sp>
        <p:nvSpPr>
          <p:cNvPr id="6" name="pdf-text-0006">
            <a:extLst xmlns:a="http://schemas.openxmlformats.org/drawingml/2006/main">
              <a:ext uri="{FF2B5EF4-FFF2-40B4-BE49-F238E27FC236}">
                <a16:creationId xmlns:a16="http://schemas.microsoft.com/office/drawing/2014/main" id="{B4D0F9EB-A8D7-497D-82C1-06147AD2962E}"/>
              </a:ext>
            </a:extLst>
          </p:cNvPr>
          <p:cNvSpPr>
            <a:spLocks xmlns:a="http://schemas.openxmlformats.org/drawingml/2006/main" noGrp="1"/>
          </p:cNvSpPr>
          <p:nvPr/>
        </p:nvSpPr>
        <p:spPr>
          <a:xfrm xmlns:a="http://schemas.openxmlformats.org/drawingml/2006/main">
            <a:off x="1188468" y="1887776"/>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可容纳16条线</a:t>
            </a:r>
          </a:p>
        </p:txBody>
      </p:sp>
      <p:sp>
        <p:nvSpPr>
          <p:cNvPr id="7" name="pdf-text-0007">
            <a:extLst xmlns:a="http://schemas.openxmlformats.org/drawingml/2006/main">
              <a:ext uri="{FF2B5EF4-FFF2-40B4-BE49-F238E27FC236}">
                <a16:creationId xmlns:a16="http://schemas.microsoft.com/office/drawing/2014/main" id="{E85B5C94-8D27-4F08-9538-6262FCF1FF22}"/>
              </a:ext>
            </a:extLst>
          </p:cNvPr>
          <p:cNvSpPr>
            <a:spLocks xmlns:a="http://schemas.openxmlformats.org/drawingml/2006/main" noGrp="1"/>
          </p:cNvSpPr>
          <p:nvPr/>
        </p:nvSpPr>
        <p:spPr>
          <a:xfrm xmlns:a="http://schemas.openxmlformats.org/drawingml/2006/main">
            <a:off x="901956" y="213492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8" name="pdf-text-0008">
            <a:extLst xmlns:a="http://schemas.openxmlformats.org/drawingml/2006/main">
              <a:ext uri="{FF2B5EF4-FFF2-40B4-BE49-F238E27FC236}">
                <a16:creationId xmlns:a16="http://schemas.microsoft.com/office/drawing/2014/main" id="{AA6FFDA2-8078-45AA-9524-B0C51B5AD590}"/>
              </a:ext>
            </a:extLst>
          </p:cNvPr>
          <p:cNvSpPr>
            <a:spLocks xmlns:a="http://schemas.openxmlformats.org/drawingml/2006/main" noGrp="1"/>
          </p:cNvSpPr>
          <p:nvPr/>
        </p:nvSpPr>
        <p:spPr>
          <a:xfrm xmlns:a="http://schemas.openxmlformats.org/drawingml/2006/main">
            <a:off x="1188469" y="2125520"/>
            <a:ext cx="80619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a:t>
            </a:r>
          </a:p>
        </p:txBody>
      </p:sp>
      <p:sp>
        <p:nvSpPr>
          <p:cNvPr id="9" name="pdf-text-0009">
            <a:extLst xmlns:a="http://schemas.openxmlformats.org/drawingml/2006/main">
              <a:ext uri="{FF2B5EF4-FFF2-40B4-BE49-F238E27FC236}">
                <a16:creationId xmlns:a16="http://schemas.microsoft.com/office/drawing/2014/main" id="{0D799324-85E4-48FA-AC91-8DE1B7B96946}"/>
              </a:ext>
            </a:extLst>
          </p:cNvPr>
          <p:cNvSpPr>
            <a:spLocks xmlns:a="http://schemas.openxmlformats.org/drawingml/2006/main" noGrp="1"/>
          </p:cNvSpPr>
          <p:nvPr/>
        </p:nvSpPr>
        <p:spPr>
          <a:xfrm xmlns:a="http://schemas.openxmlformats.org/drawingml/2006/main">
            <a:off x="1956565" y="2125520"/>
            <a:ext cx="280263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打线之后可能焊点没打好，芯片可能贴歪</a:t>
            </a:r>
          </a:p>
        </p:txBody>
      </p:sp>
      <p:sp>
        <p:nvSpPr>
          <p:cNvPr id="10" name="pdf-text-0010">
            <a:extLst xmlns:a="http://schemas.openxmlformats.org/drawingml/2006/main">
              <a:ext uri="{FF2B5EF4-FFF2-40B4-BE49-F238E27FC236}">
                <a16:creationId xmlns:a16="http://schemas.microsoft.com/office/drawing/2014/main" id="{DEDE1DD8-D9BA-48E9-A210-8BF316567D09}"/>
              </a:ext>
            </a:extLst>
          </p:cNvPr>
          <p:cNvSpPr>
            <a:spLocks xmlns:a="http://schemas.openxmlformats.org/drawingml/2006/main" noGrp="1"/>
          </p:cNvSpPr>
          <p:nvPr/>
        </p:nvSpPr>
        <p:spPr>
          <a:xfrm xmlns:a="http://schemas.openxmlformats.org/drawingml/2006/main">
            <a:off x="4722625" y="2125520"/>
            <a:ext cx="65227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了，有些</a:t>
            </a:r>
          </a:p>
        </p:txBody>
      </p:sp>
      <p:sp>
        <p:nvSpPr>
          <p:cNvPr id="11" name="pdf-text-0011">
            <a:extLst xmlns:a="http://schemas.openxmlformats.org/drawingml/2006/main">
              <a:ext uri="{FF2B5EF4-FFF2-40B4-BE49-F238E27FC236}">
                <a16:creationId xmlns:a16="http://schemas.microsoft.com/office/drawing/2014/main" id="{2CC5ACD6-204F-4E44-831C-5BB53B229DDE}"/>
              </a:ext>
            </a:extLst>
          </p:cNvPr>
          <p:cNvSpPr>
            <a:spLocks xmlns:a="http://schemas.openxmlformats.org/drawingml/2006/main" noGrp="1"/>
          </p:cNvSpPr>
          <p:nvPr/>
        </p:nvSpPr>
        <p:spPr>
          <a:xfrm xmlns:a="http://schemas.openxmlformats.org/drawingml/2006/main">
            <a:off x="1188469" y="2363264"/>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人员检测不到，AOI检测防止不良产品逃逸。</a:t>
            </a:r>
          </a:p>
        </p:txBody>
      </p:sp>
      <p:sp>
        <p:nvSpPr>
          <p:cNvPr id="12" name="pdf-text-0012">
            <a:extLst xmlns:a="http://schemas.openxmlformats.org/drawingml/2006/main">
              <a:ext uri="{FF2B5EF4-FFF2-40B4-BE49-F238E27FC236}">
                <a16:creationId xmlns:a16="http://schemas.microsoft.com/office/drawing/2014/main" id="{BC193565-E0DA-44A2-BDC1-CF65C854C87B}"/>
              </a:ext>
            </a:extLst>
          </p:cNvPr>
          <p:cNvSpPr>
            <a:spLocks xmlns:a="http://schemas.openxmlformats.org/drawingml/2006/main" noGrp="1"/>
          </p:cNvSpPr>
          <p:nvPr/>
        </p:nvSpPr>
        <p:spPr>
          <a:xfrm xmlns:a="http://schemas.openxmlformats.org/drawingml/2006/main">
            <a:off x="901957" y="2610408"/>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3" name="pdf-text-0013">
            <a:extLst xmlns:a="http://schemas.openxmlformats.org/drawingml/2006/main">
              <a:ext uri="{FF2B5EF4-FFF2-40B4-BE49-F238E27FC236}">
                <a16:creationId xmlns:a16="http://schemas.microsoft.com/office/drawing/2014/main" id="{55415EEE-ACD0-4CAC-A62A-BC147C25EC4A}"/>
              </a:ext>
            </a:extLst>
          </p:cNvPr>
          <p:cNvSpPr>
            <a:spLocks xmlns:a="http://schemas.openxmlformats.org/drawingml/2006/main" noGrp="1"/>
          </p:cNvSpPr>
          <p:nvPr/>
        </p:nvSpPr>
        <p:spPr>
          <a:xfrm xmlns:a="http://schemas.openxmlformats.org/drawingml/2006/main">
            <a:off x="1188469" y="2601008"/>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合作进展：</a:t>
            </a:r>
          </a:p>
        </p:txBody>
      </p:sp>
      <p:sp>
        <p:nvSpPr>
          <p:cNvPr id="14" name="pdf-text-0014">
            <a:extLst xmlns:a="http://schemas.openxmlformats.org/drawingml/2006/main">
              <a:ext uri="{FF2B5EF4-FFF2-40B4-BE49-F238E27FC236}">
                <a16:creationId xmlns:a16="http://schemas.microsoft.com/office/drawing/2014/main" id="{64529F30-E160-4CF2-AF95-417428FE7DCD}"/>
              </a:ext>
            </a:extLst>
          </p:cNvPr>
          <p:cNvSpPr>
            <a:spLocks xmlns:a="http://schemas.openxmlformats.org/drawingml/2006/main" noGrp="1"/>
          </p:cNvSpPr>
          <p:nvPr/>
        </p:nvSpPr>
        <p:spPr>
          <a:xfrm xmlns:a="http://schemas.openxmlformats.org/drawingml/2006/main">
            <a:off x="1950469" y="2601008"/>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采购了轻蜓十多台</a:t>
            </a:r>
          </a:p>
        </p:txBody>
      </p:sp>
      <p:sp>
        <p:nvSpPr>
          <p:cNvPr id="15" name="pdf-text-0015">
            <a:extLst xmlns:a="http://schemas.openxmlformats.org/drawingml/2006/main">
              <a:ext uri="{FF2B5EF4-FFF2-40B4-BE49-F238E27FC236}">
                <a16:creationId xmlns:a16="http://schemas.microsoft.com/office/drawing/2014/main" id="{ABB5F83D-93CA-4441-8796-532628142AF9}"/>
              </a:ext>
            </a:extLst>
          </p:cNvPr>
          <p:cNvSpPr>
            <a:spLocks xmlns:a="http://schemas.openxmlformats.org/drawingml/2006/main" noGrp="1"/>
          </p:cNvSpPr>
          <p:nvPr/>
        </p:nvSpPr>
        <p:spPr>
          <a:xfrm xmlns:a="http://schemas.openxmlformats.org/drawingml/2006/main">
            <a:off x="3171193" y="2601008"/>
            <a:ext cx="140817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，防止不良品逃逸。</a:t>
            </a:r>
          </a:p>
        </p:txBody>
      </p:sp>
      <p:sp>
        <p:nvSpPr>
          <p:cNvPr id="16" name="pdf-text-0016">
            <a:extLst xmlns:a="http://schemas.openxmlformats.org/drawingml/2006/main">
              <a:ext uri="{FF2B5EF4-FFF2-40B4-BE49-F238E27FC236}">
                <a16:creationId xmlns:a16="http://schemas.microsoft.com/office/drawing/2014/main" id="{81EDDE57-3034-4D27-B3A6-A0F5B293AF4C}"/>
              </a:ext>
            </a:extLst>
          </p:cNvPr>
          <p:cNvSpPr>
            <a:spLocks xmlns:a="http://schemas.openxmlformats.org/drawingml/2006/main" noGrp="1"/>
          </p:cNvSpPr>
          <p:nvPr/>
        </p:nvSpPr>
        <p:spPr>
          <a:xfrm xmlns:a="http://schemas.openxmlformats.org/drawingml/2006/main">
            <a:off x="901957" y="284815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7" name="pdf-text-0017">
            <a:extLst xmlns:a="http://schemas.openxmlformats.org/drawingml/2006/main">
              <a:ext uri="{FF2B5EF4-FFF2-40B4-BE49-F238E27FC236}">
                <a16:creationId xmlns:a16="http://schemas.microsoft.com/office/drawing/2014/main" id="{9B368AB4-0159-4730-AC70-8FDA6FEFB899}"/>
              </a:ext>
            </a:extLst>
          </p:cNvPr>
          <p:cNvSpPr>
            <a:spLocks xmlns:a="http://schemas.openxmlformats.org/drawingml/2006/main" noGrp="1"/>
          </p:cNvSpPr>
          <p:nvPr/>
        </p:nvSpPr>
        <p:spPr>
          <a:xfrm xmlns:a="http://schemas.openxmlformats.org/drawingml/2006/main">
            <a:off x="1188469" y="2838752"/>
            <a:ext cx="80619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之前方案：</a:t>
            </a:r>
          </a:p>
        </p:txBody>
      </p:sp>
      <p:sp>
        <p:nvSpPr>
          <p:cNvPr id="18" name="pdf-text-0018">
            <a:extLst xmlns:a="http://schemas.openxmlformats.org/drawingml/2006/main">
              <a:ext uri="{FF2B5EF4-FFF2-40B4-BE49-F238E27FC236}">
                <a16:creationId xmlns:a16="http://schemas.microsoft.com/office/drawing/2014/main" id="{FB077883-B1E6-47BD-ADAF-951A9CC8882C}"/>
              </a:ext>
            </a:extLst>
          </p:cNvPr>
          <p:cNvSpPr>
            <a:spLocks xmlns:a="http://schemas.openxmlformats.org/drawingml/2006/main" noGrp="1"/>
          </p:cNvSpPr>
          <p:nvPr/>
        </p:nvSpPr>
        <p:spPr>
          <a:xfrm xmlns:a="http://schemas.openxmlformats.org/drawingml/2006/main">
            <a:off x="1956565" y="2838752"/>
            <a:ext cx="80619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全靠人工检</a:t>
            </a:r>
          </a:p>
        </p:txBody>
      </p:sp>
      <p:sp>
        <p:nvSpPr>
          <p:cNvPr id="19" name="pdf-text-0019">
            <a:extLst xmlns:a="http://schemas.openxmlformats.org/drawingml/2006/main">
              <a:ext uri="{FF2B5EF4-FFF2-40B4-BE49-F238E27FC236}">
                <a16:creationId xmlns:a16="http://schemas.microsoft.com/office/drawing/2014/main" id="{1C1498CB-4C66-41D0-BF41-52BEE7BA87B8}"/>
              </a:ext>
            </a:extLst>
          </p:cNvPr>
          <p:cNvSpPr>
            <a:spLocks xmlns:a="http://schemas.openxmlformats.org/drawingml/2006/main" noGrp="1"/>
          </p:cNvSpPr>
          <p:nvPr/>
        </p:nvSpPr>
        <p:spPr>
          <a:xfrm xmlns:a="http://schemas.openxmlformats.org/drawingml/2006/main">
            <a:off x="2724661" y="2838752"/>
            <a:ext cx="265023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。焊线之前，焊线之后、过胶之后有三</a:t>
            </a:r>
          </a:p>
        </p:txBody>
      </p:sp>
      <p:sp>
        <p:nvSpPr>
          <p:cNvPr id="20" name="pdf-text-0020">
            <a:extLst xmlns:a="http://schemas.openxmlformats.org/drawingml/2006/main">
              <a:ext uri="{FF2B5EF4-FFF2-40B4-BE49-F238E27FC236}">
                <a16:creationId xmlns:a16="http://schemas.microsoft.com/office/drawing/2014/main" id="{9D329C77-B360-4048-B03B-F7EE9F1EE8E1}"/>
              </a:ext>
            </a:extLst>
          </p:cNvPr>
          <p:cNvSpPr>
            <a:spLocks xmlns:a="http://schemas.openxmlformats.org/drawingml/2006/main" noGrp="1"/>
          </p:cNvSpPr>
          <p:nvPr/>
        </p:nvSpPr>
        <p:spPr>
          <a:xfrm xmlns:a="http://schemas.openxmlformats.org/drawingml/2006/main">
            <a:off x="1188468" y="3076496"/>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道人工检，每道工序5个人，全检。用了轻蜓以后一道工序留</a:t>
            </a:r>
          </a:p>
        </p:txBody>
      </p:sp>
      <p:sp>
        <p:nvSpPr>
          <p:cNvPr id="21" name="pdf-text-0021">
            <a:extLst xmlns:a="http://schemas.openxmlformats.org/drawingml/2006/main">
              <a:ext uri="{FF2B5EF4-FFF2-40B4-BE49-F238E27FC236}">
                <a16:creationId xmlns:a16="http://schemas.microsoft.com/office/drawing/2014/main" id="{2675F20A-AF06-4211-A4E3-E5E1C44A8A07}"/>
              </a:ext>
            </a:extLst>
          </p:cNvPr>
          <p:cNvSpPr>
            <a:spLocks xmlns:a="http://schemas.openxmlformats.org/drawingml/2006/main" noGrp="1"/>
          </p:cNvSpPr>
          <p:nvPr/>
        </p:nvSpPr>
        <p:spPr>
          <a:xfrm xmlns:a="http://schemas.openxmlformats.org/drawingml/2006/main">
            <a:off x="1188469" y="331424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一人复检就可以了。</a:t>
            </a:r>
          </a:p>
        </p:txBody>
      </p:sp>
      <p:sp>
        <p:nvSpPr>
          <p:cNvPr id="22" name="pdf-text-0022">
            <a:extLst xmlns:a="http://schemas.openxmlformats.org/drawingml/2006/main">
              <a:ext uri="{FF2B5EF4-FFF2-40B4-BE49-F238E27FC236}">
                <a16:creationId xmlns:a16="http://schemas.microsoft.com/office/drawing/2014/main" id="{9D750164-3DD2-484F-9A23-388C78B6F032}"/>
              </a:ext>
            </a:extLst>
          </p:cNvPr>
          <p:cNvSpPr>
            <a:spLocks xmlns:a="http://schemas.openxmlformats.org/drawingml/2006/main" noGrp="1"/>
          </p:cNvSpPr>
          <p:nvPr/>
        </p:nvSpPr>
        <p:spPr>
          <a:xfrm xmlns:a="http://schemas.openxmlformats.org/drawingml/2006/main">
            <a:off x="901957" y="3561384"/>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23" name="pdf-text-0023">
            <a:extLst xmlns:a="http://schemas.openxmlformats.org/drawingml/2006/main">
              <a:ext uri="{FF2B5EF4-FFF2-40B4-BE49-F238E27FC236}">
                <a16:creationId xmlns:a16="http://schemas.microsoft.com/office/drawing/2014/main" id="{D855E1EB-1180-4299-BA28-606AED0ED24A}"/>
              </a:ext>
            </a:extLst>
          </p:cNvPr>
          <p:cNvSpPr>
            <a:spLocks xmlns:a="http://schemas.openxmlformats.org/drawingml/2006/main" noGrp="1"/>
          </p:cNvSpPr>
          <p:nvPr/>
        </p:nvSpPr>
        <p:spPr>
          <a:xfrm xmlns:a="http://schemas.openxmlformats.org/drawingml/2006/main">
            <a:off x="1188469" y="3551984"/>
            <a:ext cx="4186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竞争对比：测试过明锐和华拓，明锐没有华拓强。华拓焊线还</a:t>
            </a:r>
          </a:p>
        </p:txBody>
      </p:sp>
      <p:sp>
        <p:nvSpPr>
          <p:cNvPr id="24" name="pdf-text-0024">
            <a:extLst xmlns:a="http://schemas.openxmlformats.org/drawingml/2006/main">
              <a:ext uri="{FF2B5EF4-FFF2-40B4-BE49-F238E27FC236}">
                <a16:creationId xmlns:a16="http://schemas.microsoft.com/office/drawing/2014/main" id="{0AEA9792-53A3-49D7-85E1-C5323CD8A265}"/>
              </a:ext>
            </a:extLst>
          </p:cNvPr>
          <p:cNvSpPr>
            <a:spLocks xmlns:a="http://schemas.openxmlformats.org/drawingml/2006/main" noGrp="1"/>
          </p:cNvSpPr>
          <p:nvPr/>
        </p:nvSpPr>
        <p:spPr>
          <a:xfrm xmlns:a="http://schemas.openxmlformats.org/drawingml/2006/main">
            <a:off x="1188468" y="3789728"/>
            <a:ext cx="4186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可以，端子焊几个月没有调试好，轻蜓用了3天就全部调好。</a:t>
            </a:r>
          </a:p>
        </p:txBody>
      </p:sp>
      <p:sp>
        <p:nvSpPr>
          <p:cNvPr id="25" name="pdf-text-0025">
            <a:extLst xmlns:a="http://schemas.openxmlformats.org/drawingml/2006/main">
              <a:ext uri="{FF2B5EF4-FFF2-40B4-BE49-F238E27FC236}">
                <a16:creationId xmlns:a16="http://schemas.microsoft.com/office/drawing/2014/main" id="{A7C6DB65-6690-4101-8A41-BE695CD651A4}"/>
              </a:ext>
            </a:extLst>
          </p:cNvPr>
          <p:cNvSpPr>
            <a:spLocks xmlns:a="http://schemas.openxmlformats.org/drawingml/2006/main" noGrp="1"/>
          </p:cNvSpPr>
          <p:nvPr/>
        </p:nvSpPr>
        <p:spPr>
          <a:xfrm xmlns:a="http://schemas.openxmlformats.org/drawingml/2006/main">
            <a:off x="1188468" y="4027472"/>
            <a:ext cx="1638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轻蜓现在1天就能调好。</a:t>
            </a:r>
          </a:p>
        </p:txBody>
      </p:sp>
      <p:sp>
        <p:nvSpPr>
          <p:cNvPr id="26" name="pdf-text-0026">
            <a:extLst xmlns:a="http://schemas.openxmlformats.org/drawingml/2006/main">
              <a:ext uri="{FF2B5EF4-FFF2-40B4-BE49-F238E27FC236}">
                <a16:creationId xmlns:a16="http://schemas.microsoft.com/office/drawing/2014/main" id="{BFD985A3-8DD2-4BB4-A07A-3423A8755655}"/>
              </a:ext>
            </a:extLst>
          </p:cNvPr>
          <p:cNvSpPr>
            <a:spLocks xmlns:a="http://schemas.openxmlformats.org/drawingml/2006/main" noGrp="1"/>
          </p:cNvSpPr>
          <p:nvPr/>
        </p:nvSpPr>
        <p:spPr>
          <a:xfrm xmlns:a="http://schemas.openxmlformats.org/drawingml/2006/main">
            <a:off x="901956" y="427461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27" name="pdf-text-0027">
            <a:extLst xmlns:a="http://schemas.openxmlformats.org/drawingml/2006/main">
              <a:ext uri="{FF2B5EF4-FFF2-40B4-BE49-F238E27FC236}">
                <a16:creationId xmlns:a16="http://schemas.microsoft.com/office/drawing/2014/main" id="{10614992-36C7-4A84-B0AE-E1FF066FEC7E}"/>
              </a:ext>
            </a:extLst>
          </p:cNvPr>
          <p:cNvSpPr>
            <a:spLocks xmlns:a="http://schemas.openxmlformats.org/drawingml/2006/main" noGrp="1"/>
          </p:cNvSpPr>
          <p:nvPr/>
        </p:nvSpPr>
        <p:spPr>
          <a:xfrm xmlns:a="http://schemas.openxmlformats.org/drawingml/2006/main">
            <a:off x="1188468" y="4265216"/>
            <a:ext cx="418185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主要考核指标：准确率（要求95%，轻蜓99.5%）、重复率、</a:t>
            </a:r>
          </a:p>
        </p:txBody>
      </p:sp>
      <p:sp>
        <p:nvSpPr>
          <p:cNvPr id="28" name="pdf-text-0028">
            <a:extLst xmlns:a="http://schemas.openxmlformats.org/drawingml/2006/main">
              <a:ext uri="{FF2B5EF4-FFF2-40B4-BE49-F238E27FC236}">
                <a16:creationId xmlns:a16="http://schemas.microsoft.com/office/drawing/2014/main" id="{8CB15AFF-9172-4782-8032-72DB1FC78054}"/>
              </a:ext>
            </a:extLst>
          </p:cNvPr>
          <p:cNvSpPr>
            <a:spLocks xmlns:a="http://schemas.openxmlformats.org/drawingml/2006/main" noGrp="1"/>
          </p:cNvSpPr>
          <p:nvPr/>
        </p:nvSpPr>
        <p:spPr>
          <a:xfrm xmlns:a="http://schemas.openxmlformats.org/drawingml/2006/main">
            <a:off x="1188469" y="4502959"/>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UPH（要求是80，轻蜓80多）</a:t>
            </a:r>
          </a:p>
        </p:txBody>
      </p:sp>
      <p:sp>
        <p:nvSpPr>
          <p:cNvPr id="29" name="pdf-text-0029">
            <a:extLst xmlns:a="http://schemas.openxmlformats.org/drawingml/2006/main">
              <a:ext uri="{FF2B5EF4-FFF2-40B4-BE49-F238E27FC236}">
                <a16:creationId xmlns:a16="http://schemas.microsoft.com/office/drawing/2014/main" id="{B0129071-63EE-4360-857E-DA0CEA19E92E}"/>
              </a:ext>
            </a:extLst>
          </p:cNvPr>
          <p:cNvSpPr>
            <a:spLocks xmlns:a="http://schemas.openxmlformats.org/drawingml/2006/main" noGrp="1"/>
          </p:cNvSpPr>
          <p:nvPr/>
        </p:nvSpPr>
        <p:spPr>
          <a:xfrm xmlns:a="http://schemas.openxmlformats.org/drawingml/2006/main">
            <a:off x="901957" y="4750103"/>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30" name="pdf-text-0030">
            <a:extLst xmlns:a="http://schemas.openxmlformats.org/drawingml/2006/main">
              <a:ext uri="{FF2B5EF4-FFF2-40B4-BE49-F238E27FC236}">
                <a16:creationId xmlns:a16="http://schemas.microsoft.com/office/drawing/2014/main" id="{D97360DD-E555-4A64-B91F-5714E8AF8D68}"/>
              </a:ext>
            </a:extLst>
          </p:cNvPr>
          <p:cNvSpPr>
            <a:spLocks xmlns:a="http://schemas.openxmlformats.org/drawingml/2006/main" noGrp="1"/>
          </p:cNvSpPr>
          <p:nvPr/>
        </p:nvSpPr>
        <p:spPr>
          <a:xfrm xmlns:a="http://schemas.openxmlformats.org/drawingml/2006/main">
            <a:off x="1188469" y="4740702"/>
            <a:ext cx="293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产线需求量：一条线需要2台，目前有8条线</a:t>
            </a:r>
          </a:p>
        </p:txBody>
      </p:sp>
      <p:sp>
        <p:nvSpPr>
          <p:cNvPr id="31" name="pdf-text-0031">
            <a:extLst xmlns:a="http://schemas.openxmlformats.org/drawingml/2006/main">
              <a:ext uri="{FF2B5EF4-FFF2-40B4-BE49-F238E27FC236}">
                <a16:creationId xmlns:a16="http://schemas.microsoft.com/office/drawing/2014/main" id="{149CEC71-FD94-4A77-99A3-3B4CF6E09AC0}"/>
              </a:ext>
            </a:extLst>
          </p:cNvPr>
          <p:cNvSpPr>
            <a:spLocks xmlns:a="http://schemas.openxmlformats.org/drawingml/2006/main" noGrp="1"/>
          </p:cNvSpPr>
          <p:nvPr/>
        </p:nvSpPr>
        <p:spPr>
          <a:xfrm xmlns:a="http://schemas.openxmlformats.org/drawingml/2006/main">
            <a:off x="901957" y="4987847"/>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32" name="pdf-text-0032">
            <a:extLst xmlns:a="http://schemas.openxmlformats.org/drawingml/2006/main">
              <a:ext uri="{FF2B5EF4-FFF2-40B4-BE49-F238E27FC236}">
                <a16:creationId xmlns:a16="http://schemas.microsoft.com/office/drawing/2014/main" id="{2434952D-06A5-4AB3-8600-D6B06D9352A0}"/>
              </a:ext>
            </a:extLst>
          </p:cNvPr>
          <p:cNvSpPr>
            <a:spLocks xmlns:a="http://schemas.openxmlformats.org/drawingml/2006/main" noGrp="1"/>
          </p:cNvSpPr>
          <p:nvPr/>
        </p:nvSpPr>
        <p:spPr>
          <a:xfrm xmlns:a="http://schemas.openxmlformats.org/drawingml/2006/main">
            <a:off x="1188469" y="4978447"/>
            <a:ext cx="4186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后续采购规划：公司准备了30亿给成都车间扩产。目前车间还</a:t>
            </a:r>
          </a:p>
        </p:txBody>
      </p:sp>
      <p:sp>
        <p:nvSpPr>
          <p:cNvPr id="33" name="pdf-text-0033">
            <a:extLst xmlns:a="http://schemas.openxmlformats.org/drawingml/2006/main">
              <a:ext uri="{FF2B5EF4-FFF2-40B4-BE49-F238E27FC236}">
                <a16:creationId xmlns:a16="http://schemas.microsoft.com/office/drawing/2014/main" id="{45A35EA8-7C2D-4D53-8E1E-CBB93C35D428}"/>
              </a:ext>
            </a:extLst>
          </p:cNvPr>
          <p:cNvSpPr>
            <a:spLocks xmlns:a="http://schemas.openxmlformats.org/drawingml/2006/main" noGrp="1"/>
          </p:cNvSpPr>
          <p:nvPr/>
        </p:nvSpPr>
        <p:spPr>
          <a:xfrm xmlns:a="http://schemas.openxmlformats.org/drawingml/2006/main">
            <a:off x="1188468" y="521619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有6条线空着，</a:t>
            </a:r>
          </a:p>
        </p:txBody>
      </p:sp>
      <p:sp>
        <p:nvSpPr>
          <p:cNvPr id="34" name="pdf-text-0034">
            <a:extLst xmlns:a="http://schemas.openxmlformats.org/drawingml/2006/main">
              <a:ext uri="{FF2B5EF4-FFF2-40B4-BE49-F238E27FC236}">
                <a16:creationId xmlns:a16="http://schemas.microsoft.com/office/drawing/2014/main" id="{1F6FC0CB-4DCD-4CDD-BB4A-6447F40D92F5}"/>
              </a:ext>
            </a:extLst>
          </p:cNvPr>
          <p:cNvSpPr>
            <a:spLocks xmlns:a="http://schemas.openxmlformats.org/drawingml/2006/main" noGrp="1"/>
          </p:cNvSpPr>
          <p:nvPr/>
        </p:nvSpPr>
        <p:spPr>
          <a:xfrm xmlns:a="http://schemas.openxmlformats.org/drawingml/2006/main">
            <a:off x="2179069" y="5216192"/>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至少还有12台设备需求</a:t>
            </a:r>
          </a:p>
        </p:txBody>
      </p:sp>
      <p:sp>
        <p:nvSpPr>
          <p:cNvPr id="35" name="pdf-text-0035">
            <a:extLst xmlns:a="http://schemas.openxmlformats.org/drawingml/2006/main">
              <a:ext uri="{FF2B5EF4-FFF2-40B4-BE49-F238E27FC236}">
                <a16:creationId xmlns:a16="http://schemas.microsoft.com/office/drawing/2014/main" id="{4E656F61-D67D-4086-B30D-C63165393B18}"/>
              </a:ext>
            </a:extLst>
          </p:cNvPr>
          <p:cNvSpPr>
            <a:spLocks xmlns:a="http://schemas.openxmlformats.org/drawingml/2006/main" noGrp="1"/>
          </p:cNvSpPr>
          <p:nvPr/>
        </p:nvSpPr>
        <p:spPr>
          <a:xfrm xmlns:a="http://schemas.openxmlformats.org/drawingml/2006/main">
            <a:off x="3704593" y="5216192"/>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49a88f97f0bd4a79">
            <a:extLst>
              <a:ext uri="{96DAC541-7B7A-43D3-8B79-37D633B846F1}">
                <asvg:svgBlip xmlns:asvg="http://schemas.microsoft.com/office/drawing/2016/SVG/main" r:embed="Rd8e1c71e41f2453b"/>
              </a:ext>
            </a:extLst>
          </a:blip>
          <a:stretch xmlns:a="http://schemas.openxmlformats.org/drawingml/2006/main"/>
        </p:blipFill>
        <p:spPr>
          <a:xfrm xmlns:a="http://schemas.openxmlformats.org/drawingml/2006/main">
            <a:off x="6336520" y="1138964"/>
            <a:ext cx="5348262" cy="5505539"/>
          </a:xfrm>
          <a:prstGeom xmlns:a="http://schemas.openxmlformats.org/drawingml/2006/main" prst="rect">
            <a:avLst/>
          </a:prstGeom>
        </p:spPr>
      </p:pic>
      <p:pic>
        <p:nvPicPr>
          <p:cNvPr id="117" name=""/>
          <p:cNvPicPr>
            <a:picLocks xmlns:a="http://schemas.openxmlformats.org/drawingml/2006/main" noChangeAspect="1"/>
          </p:cNvPicPr>
          <p:nvPr/>
        </p:nvPicPr>
        <p:blipFill>
          <a:blip xmlns:r="http://schemas.openxmlformats.org/officeDocument/2006/relationships" xmlns:a="http://schemas.openxmlformats.org/drawingml/2006/main" r:embed="R049479e2957f4593">
            <a:extLst>
              <a:ext uri="{96DAC541-7B7A-43D3-8B79-37D633B846F1}">
                <asvg:svgBlip xmlns:asvg="http://schemas.microsoft.com/office/drawing/2016/SVG/main" r:embed="R280bc4de0b334517"/>
              </a:ext>
            </a:extLst>
          </a:blip>
          <a:stretch xmlns:a="http://schemas.openxmlformats.org/drawingml/2006/main"/>
        </p:blipFill>
        <p:spPr>
          <a:xfrm xmlns:a="http://schemas.openxmlformats.org/drawingml/2006/main">
            <a:off x="6208391" y="1004335"/>
            <a:ext cx="3189491" cy="463321"/>
          </a:xfrm>
          <a:prstGeom xmlns:a="http://schemas.openxmlformats.org/drawingml/2006/main" prst="rect">
            <a:avLst/>
          </a:prstGeom>
        </p:spPr>
      </p:pic>
      <p:sp>
        <p:nvSpPr>
          <p:cNvPr id="38" name="pdf-text-0038">
            <a:extLst xmlns:a="http://schemas.openxmlformats.org/drawingml/2006/main">
              <a:ext uri="{FF2B5EF4-FFF2-40B4-BE49-F238E27FC236}">
                <a16:creationId xmlns:a16="http://schemas.microsoft.com/office/drawing/2014/main" id="{BB6EA09F-1426-4B88-B2CD-AC29A3EC7C78}"/>
              </a:ext>
            </a:extLst>
          </p:cNvPr>
          <p:cNvSpPr>
            <a:spLocks xmlns:a="http://schemas.openxmlformats.org/drawingml/2006/main" noGrp="1"/>
          </p:cNvSpPr>
          <p:nvPr/>
        </p:nvSpPr>
        <p:spPr>
          <a:xfrm xmlns:a="http://schemas.openxmlformats.org/drawingml/2006/main">
            <a:off x="6440660" y="1144992"/>
            <a:ext cx="1647899"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全球光芯片龙头</a:t>
            </a:r>
          </a:p>
        </p:txBody>
      </p:sp>
      <p:sp>
        <p:nvSpPr>
          <p:cNvPr id="39" name="pdf-text-0039">
            <a:extLst xmlns:a="http://schemas.openxmlformats.org/drawingml/2006/main">
              <a:ext uri="{FF2B5EF4-FFF2-40B4-BE49-F238E27FC236}">
                <a16:creationId xmlns:a16="http://schemas.microsoft.com/office/drawing/2014/main" id="{AE7E4B98-C779-4997-AF4A-1D91F5CE00BB}"/>
              </a:ext>
            </a:extLst>
          </p:cNvPr>
          <p:cNvSpPr>
            <a:spLocks xmlns:a="http://schemas.openxmlformats.org/drawingml/2006/main" noGrp="1"/>
          </p:cNvSpPr>
          <p:nvPr/>
        </p:nvSpPr>
        <p:spPr>
          <a:xfrm xmlns:a="http://schemas.openxmlformats.org/drawingml/2006/main">
            <a:off x="6501853"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0" name="pdf-text-0040">
            <a:extLst xmlns:a="http://schemas.openxmlformats.org/drawingml/2006/main">
              <a:ext uri="{FF2B5EF4-FFF2-40B4-BE49-F238E27FC236}">
                <a16:creationId xmlns:a16="http://schemas.microsoft.com/office/drawing/2014/main" id="{4FC4481B-59F1-4721-AFCB-E0522B8A0C55}"/>
              </a:ext>
            </a:extLst>
          </p:cNvPr>
          <p:cNvSpPr>
            <a:spLocks xmlns:a="http://schemas.openxmlformats.org/drawingml/2006/main" noGrp="1"/>
          </p:cNvSpPr>
          <p:nvPr/>
        </p:nvSpPr>
        <p:spPr>
          <a:xfrm xmlns:a="http://schemas.openxmlformats.org/drawingml/2006/main">
            <a:off x="6788365" y="1650032"/>
            <a:ext cx="464516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全球光芯片龙头，光模块厂在泰国。从东莞到泰国光模块有十多条产</a:t>
            </a:r>
          </a:p>
        </p:txBody>
      </p:sp>
      <p:sp>
        <p:nvSpPr>
          <p:cNvPr id="41" name="pdf-text-0041">
            <a:extLst xmlns:a="http://schemas.openxmlformats.org/drawingml/2006/main">
              <a:ext uri="{FF2B5EF4-FFF2-40B4-BE49-F238E27FC236}">
                <a16:creationId xmlns:a16="http://schemas.microsoft.com/office/drawing/2014/main" id="{E9A3BDA5-BCF5-4C07-A407-A4253581DEB1}"/>
              </a:ext>
            </a:extLst>
          </p:cNvPr>
          <p:cNvSpPr>
            <a:spLocks xmlns:a="http://schemas.openxmlformats.org/drawingml/2006/main" noGrp="1"/>
          </p:cNvSpPr>
          <p:nvPr/>
        </p:nvSpPr>
        <p:spPr>
          <a:xfrm xmlns:a="http://schemas.openxmlformats.org/drawingml/2006/main">
            <a:off x="6788365" y="1887776"/>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线。</a:t>
            </a:r>
          </a:p>
        </p:txBody>
      </p:sp>
      <p:sp>
        <p:nvSpPr>
          <p:cNvPr id="42" name="pdf-text-0042">
            <a:extLst xmlns:a="http://schemas.openxmlformats.org/drawingml/2006/main">
              <a:ext uri="{FF2B5EF4-FFF2-40B4-BE49-F238E27FC236}">
                <a16:creationId xmlns:a16="http://schemas.microsoft.com/office/drawing/2014/main" id="{CA7985BF-132F-4634-B7FA-CEBF919A7D2C}"/>
              </a:ext>
            </a:extLst>
          </p:cNvPr>
          <p:cNvSpPr>
            <a:spLocks xmlns:a="http://schemas.openxmlformats.org/drawingml/2006/main" noGrp="1"/>
          </p:cNvSpPr>
          <p:nvPr/>
        </p:nvSpPr>
        <p:spPr>
          <a:xfrm xmlns:a="http://schemas.openxmlformats.org/drawingml/2006/main">
            <a:off x="6501853" y="213492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3" name="pdf-text-0043">
            <a:extLst xmlns:a="http://schemas.openxmlformats.org/drawingml/2006/main">
              <a:ext uri="{FF2B5EF4-FFF2-40B4-BE49-F238E27FC236}">
                <a16:creationId xmlns:a16="http://schemas.microsoft.com/office/drawing/2014/main" id="{DDEFB697-9EB7-48F9-8F2A-E773F2945AA1}"/>
              </a:ext>
            </a:extLst>
          </p:cNvPr>
          <p:cNvSpPr>
            <a:spLocks xmlns:a="http://schemas.openxmlformats.org/drawingml/2006/main" noGrp="1"/>
          </p:cNvSpPr>
          <p:nvPr/>
        </p:nvSpPr>
        <p:spPr>
          <a:xfrm xmlns:a="http://schemas.openxmlformats.org/drawingml/2006/main">
            <a:off x="6788365" y="2125520"/>
            <a:ext cx="81838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a:t>
            </a:r>
          </a:p>
        </p:txBody>
      </p:sp>
      <p:sp>
        <p:nvSpPr>
          <p:cNvPr id="44" name="pdf-text-0044">
            <a:extLst xmlns:a="http://schemas.openxmlformats.org/drawingml/2006/main">
              <a:ext uri="{FF2B5EF4-FFF2-40B4-BE49-F238E27FC236}">
                <a16:creationId xmlns:a16="http://schemas.microsoft.com/office/drawing/2014/main" id="{462C9282-F0C8-4167-96AF-2062E05E3E25}"/>
              </a:ext>
            </a:extLst>
          </p:cNvPr>
          <p:cNvSpPr>
            <a:spLocks xmlns:a="http://schemas.openxmlformats.org/drawingml/2006/main" noGrp="1"/>
          </p:cNvSpPr>
          <p:nvPr/>
        </p:nvSpPr>
        <p:spPr>
          <a:xfrm xmlns:a="http://schemas.openxmlformats.org/drawingml/2006/main">
            <a:off x="7573225" y="2125520"/>
            <a:ext cx="308762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每条产线4道工艺，包括来料wafer检验、Die</a:t>
            </a:r>
          </a:p>
        </p:txBody>
      </p:sp>
      <p:sp>
        <p:nvSpPr>
          <p:cNvPr id="45" name="pdf-text-0045">
            <a:extLst xmlns:a="http://schemas.openxmlformats.org/drawingml/2006/main">
              <a:ext uri="{FF2B5EF4-FFF2-40B4-BE49-F238E27FC236}">
                <a16:creationId xmlns:a16="http://schemas.microsoft.com/office/drawing/2014/main" id="{FF23EFA0-B97B-4B35-AC66-2B79BCB1507D}"/>
              </a:ext>
            </a:extLst>
          </p:cNvPr>
          <p:cNvSpPr>
            <a:spLocks xmlns:a="http://schemas.openxmlformats.org/drawingml/2006/main" noGrp="1"/>
          </p:cNvSpPr>
          <p:nvPr/>
        </p:nvSpPr>
        <p:spPr>
          <a:xfrm xmlns:a="http://schemas.openxmlformats.org/drawingml/2006/main">
            <a:off x="10703520" y="2125520"/>
            <a:ext cx="72847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Bonding和</a:t>
            </a:r>
          </a:p>
        </p:txBody>
      </p:sp>
      <p:sp>
        <p:nvSpPr>
          <p:cNvPr id="46" name="pdf-text-0046">
            <a:extLst xmlns:a="http://schemas.openxmlformats.org/drawingml/2006/main">
              <a:ext uri="{FF2B5EF4-FFF2-40B4-BE49-F238E27FC236}">
                <a16:creationId xmlns:a16="http://schemas.microsoft.com/office/drawing/2014/main" id="{32AD4962-2181-4226-97BC-1AB987B52B46}"/>
              </a:ext>
            </a:extLst>
          </p:cNvPr>
          <p:cNvSpPr>
            <a:spLocks xmlns:a="http://schemas.openxmlformats.org/drawingml/2006/main" noGrp="1"/>
          </p:cNvSpPr>
          <p:nvPr/>
        </p:nvSpPr>
        <p:spPr>
          <a:xfrm xmlns:a="http://schemas.openxmlformats.org/drawingml/2006/main">
            <a:off x="6788365" y="2363264"/>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Wire</a:t>
            </a:r>
          </a:p>
        </p:txBody>
      </p:sp>
      <p:sp>
        <p:nvSpPr>
          <p:cNvPr id="47" name="pdf-text-0047">
            <a:extLst xmlns:a="http://schemas.openxmlformats.org/drawingml/2006/main">
              <a:ext uri="{FF2B5EF4-FFF2-40B4-BE49-F238E27FC236}">
                <a16:creationId xmlns:a16="http://schemas.microsoft.com/office/drawing/2014/main" id="{D2D8C613-7299-4ED1-8190-5899079FB044}"/>
              </a:ext>
            </a:extLst>
          </p:cNvPr>
          <p:cNvSpPr>
            <a:spLocks xmlns:a="http://schemas.openxmlformats.org/drawingml/2006/main" noGrp="1"/>
          </p:cNvSpPr>
          <p:nvPr/>
        </p:nvSpPr>
        <p:spPr>
          <a:xfrm xmlns:a="http://schemas.openxmlformats.org/drawingml/2006/main">
            <a:off x="7170889" y="2363264"/>
            <a:ext cx="326136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Bonding后检验、耦合后检验、最终模块6面检验</a:t>
            </a:r>
          </a:p>
        </p:txBody>
      </p:sp>
      <p:sp>
        <p:nvSpPr>
          <p:cNvPr id="48" name="pdf-text-0048">
            <a:extLst xmlns:a="http://schemas.openxmlformats.org/drawingml/2006/main">
              <a:ext uri="{FF2B5EF4-FFF2-40B4-BE49-F238E27FC236}">
                <a16:creationId xmlns:a16="http://schemas.microsoft.com/office/drawing/2014/main" id="{A55D0E21-C8EC-4890-A808-EC965FAAF87C}"/>
              </a:ext>
            </a:extLst>
          </p:cNvPr>
          <p:cNvSpPr>
            <a:spLocks xmlns:a="http://schemas.openxmlformats.org/drawingml/2006/main" noGrp="1"/>
          </p:cNvSpPr>
          <p:nvPr/>
        </p:nvSpPr>
        <p:spPr>
          <a:xfrm xmlns:a="http://schemas.openxmlformats.org/drawingml/2006/main">
            <a:off x="10395672" y="2363264"/>
            <a:ext cx="103632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。需要至少4款</a:t>
            </a:r>
          </a:p>
        </p:txBody>
      </p:sp>
      <p:sp>
        <p:nvSpPr>
          <p:cNvPr id="49" name="pdf-text-0049">
            <a:extLst xmlns:a="http://schemas.openxmlformats.org/drawingml/2006/main">
              <a:ext uri="{FF2B5EF4-FFF2-40B4-BE49-F238E27FC236}">
                <a16:creationId xmlns:a16="http://schemas.microsoft.com/office/drawing/2014/main" id="{459122B8-1564-4FC9-866B-8D08A6F93DAB}"/>
              </a:ext>
            </a:extLst>
          </p:cNvPr>
          <p:cNvSpPr>
            <a:spLocks xmlns:a="http://schemas.openxmlformats.org/drawingml/2006/main" noGrp="1"/>
          </p:cNvSpPr>
          <p:nvPr/>
        </p:nvSpPr>
        <p:spPr>
          <a:xfrm xmlns:a="http://schemas.openxmlformats.org/drawingml/2006/main">
            <a:off x="6788366" y="2601008"/>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设备。</a:t>
            </a:r>
          </a:p>
        </p:txBody>
      </p:sp>
      <p:sp>
        <p:nvSpPr>
          <p:cNvPr id="50" name="pdf-text-0050">
            <a:extLst xmlns:a="http://schemas.openxmlformats.org/drawingml/2006/main">
              <a:ext uri="{FF2B5EF4-FFF2-40B4-BE49-F238E27FC236}">
                <a16:creationId xmlns:a16="http://schemas.microsoft.com/office/drawing/2014/main" id="{00B75735-00C6-4160-A94D-FB5381689D12}"/>
              </a:ext>
            </a:extLst>
          </p:cNvPr>
          <p:cNvSpPr>
            <a:spLocks xmlns:a="http://schemas.openxmlformats.org/drawingml/2006/main" noGrp="1"/>
          </p:cNvSpPr>
          <p:nvPr/>
        </p:nvSpPr>
        <p:spPr>
          <a:xfrm xmlns:a="http://schemas.openxmlformats.org/drawingml/2006/main">
            <a:off x="6501854" y="284815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1" name="pdf-text-0051">
            <a:extLst xmlns:a="http://schemas.openxmlformats.org/drawingml/2006/main">
              <a:ext uri="{FF2B5EF4-FFF2-40B4-BE49-F238E27FC236}">
                <a16:creationId xmlns:a16="http://schemas.microsoft.com/office/drawing/2014/main" id="{8470D01E-B9B0-4B0A-8405-A8AF466BFF43}"/>
              </a:ext>
            </a:extLst>
          </p:cNvPr>
          <p:cNvSpPr>
            <a:spLocks xmlns:a="http://schemas.openxmlformats.org/drawingml/2006/main" noGrp="1"/>
          </p:cNvSpPr>
          <p:nvPr/>
        </p:nvSpPr>
        <p:spPr>
          <a:xfrm xmlns:a="http://schemas.openxmlformats.org/drawingml/2006/main">
            <a:off x="6788365" y="2838752"/>
            <a:ext cx="80619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之前方案：</a:t>
            </a:r>
          </a:p>
        </p:txBody>
      </p:sp>
      <p:sp>
        <p:nvSpPr>
          <p:cNvPr id="52" name="pdf-text-0052">
            <a:extLst xmlns:a="http://schemas.openxmlformats.org/drawingml/2006/main">
              <a:ext uri="{FF2B5EF4-FFF2-40B4-BE49-F238E27FC236}">
                <a16:creationId xmlns:a16="http://schemas.microsoft.com/office/drawing/2014/main" id="{BBD83D54-BA41-42D2-879D-A4BE36AE33BB}"/>
              </a:ext>
            </a:extLst>
          </p:cNvPr>
          <p:cNvSpPr>
            <a:spLocks xmlns:a="http://schemas.openxmlformats.org/drawingml/2006/main" noGrp="1"/>
          </p:cNvSpPr>
          <p:nvPr/>
        </p:nvSpPr>
        <p:spPr>
          <a:xfrm xmlns:a="http://schemas.openxmlformats.org/drawingml/2006/main">
            <a:off x="7556461" y="2838752"/>
            <a:ext cx="65227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人工检测</a:t>
            </a:r>
          </a:p>
        </p:txBody>
      </p:sp>
      <p:sp>
        <p:nvSpPr>
          <p:cNvPr id="53" name="pdf-text-0053">
            <a:extLst xmlns:a="http://schemas.openxmlformats.org/drawingml/2006/main">
              <a:ext uri="{FF2B5EF4-FFF2-40B4-BE49-F238E27FC236}">
                <a16:creationId xmlns:a16="http://schemas.microsoft.com/office/drawing/2014/main" id="{55627D92-FA06-49A0-9FBC-DB8B5721D021}"/>
              </a:ext>
            </a:extLst>
          </p:cNvPr>
          <p:cNvSpPr>
            <a:spLocks xmlns:a="http://schemas.openxmlformats.org/drawingml/2006/main" noGrp="1"/>
          </p:cNvSpPr>
          <p:nvPr/>
        </p:nvSpPr>
        <p:spPr>
          <a:xfrm xmlns:a="http://schemas.openxmlformats.org/drawingml/2006/main">
            <a:off x="8173681" y="2838752"/>
            <a:ext cx="325831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，有400-500人。人工会有至少2%的逃逸率，AOI</a:t>
            </a:r>
          </a:p>
        </p:txBody>
      </p:sp>
      <p:sp>
        <p:nvSpPr>
          <p:cNvPr id="54" name="pdf-text-0054">
            <a:extLst xmlns:a="http://schemas.openxmlformats.org/drawingml/2006/main">
              <a:ext uri="{FF2B5EF4-FFF2-40B4-BE49-F238E27FC236}">
                <a16:creationId xmlns:a16="http://schemas.microsoft.com/office/drawing/2014/main" id="{04A0A622-B3C7-44A2-A0E9-56C9A0CCD711}"/>
              </a:ext>
            </a:extLst>
          </p:cNvPr>
          <p:cNvSpPr>
            <a:spLocks xmlns:a="http://schemas.openxmlformats.org/drawingml/2006/main" noGrp="1"/>
          </p:cNvSpPr>
          <p:nvPr/>
        </p:nvSpPr>
        <p:spPr>
          <a:xfrm xmlns:a="http://schemas.openxmlformats.org/drawingml/2006/main">
            <a:off x="6788364" y="3076496"/>
            <a:ext cx="46436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要求是准确率在99.5%以上，将来最终要实现99.9%。光通信附加值比</a:t>
            </a:r>
          </a:p>
        </p:txBody>
      </p:sp>
      <p:sp>
        <p:nvSpPr>
          <p:cNvPr id="55" name="pdf-text-0055">
            <a:extLst xmlns:a="http://schemas.openxmlformats.org/drawingml/2006/main">
              <a:ext uri="{FF2B5EF4-FFF2-40B4-BE49-F238E27FC236}">
                <a16:creationId xmlns:a16="http://schemas.microsoft.com/office/drawing/2014/main" id="{80093033-2733-4C5A-A056-725783FF1B32}"/>
              </a:ext>
            </a:extLst>
          </p:cNvPr>
          <p:cNvSpPr>
            <a:spLocks xmlns:a="http://schemas.openxmlformats.org/drawingml/2006/main" noGrp="1"/>
          </p:cNvSpPr>
          <p:nvPr/>
        </p:nvSpPr>
        <p:spPr>
          <a:xfrm xmlns:a="http://schemas.openxmlformats.org/drawingml/2006/main">
            <a:off x="6788364" y="3314240"/>
            <a:ext cx="46436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较高，都是全检。用了AOI后，一个操作员可以看5-10台设备，用于</a:t>
            </a:r>
          </a:p>
        </p:txBody>
      </p:sp>
      <p:sp>
        <p:nvSpPr>
          <p:cNvPr id="56" name="pdf-text-0056">
            <a:extLst xmlns:a="http://schemas.openxmlformats.org/drawingml/2006/main">
              <a:ext uri="{FF2B5EF4-FFF2-40B4-BE49-F238E27FC236}">
                <a16:creationId xmlns:a16="http://schemas.microsoft.com/office/drawing/2014/main" id="{848CFED7-58C7-4C55-AAD5-8180194A5647}"/>
              </a:ext>
            </a:extLst>
          </p:cNvPr>
          <p:cNvSpPr>
            <a:spLocks xmlns:a="http://schemas.openxmlformats.org/drawingml/2006/main" noGrp="1"/>
          </p:cNvSpPr>
          <p:nvPr/>
        </p:nvSpPr>
        <p:spPr>
          <a:xfrm xmlns:a="http://schemas.openxmlformats.org/drawingml/2006/main">
            <a:off x="6788364" y="3551984"/>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复判。</a:t>
            </a:r>
          </a:p>
        </p:txBody>
      </p:sp>
      <p:sp>
        <p:nvSpPr>
          <p:cNvPr id="57" name="pdf-text-0057">
            <a:extLst xmlns:a="http://schemas.openxmlformats.org/drawingml/2006/main">
              <a:ext uri="{FF2B5EF4-FFF2-40B4-BE49-F238E27FC236}">
                <a16:creationId xmlns:a16="http://schemas.microsoft.com/office/drawing/2014/main" id="{39BBA03B-7039-492B-AB60-D33945819F0E}"/>
              </a:ext>
            </a:extLst>
          </p:cNvPr>
          <p:cNvSpPr>
            <a:spLocks xmlns:a="http://schemas.openxmlformats.org/drawingml/2006/main" noGrp="1"/>
          </p:cNvSpPr>
          <p:nvPr/>
        </p:nvSpPr>
        <p:spPr>
          <a:xfrm xmlns:a="http://schemas.openxmlformats.org/drawingml/2006/main">
            <a:off x="6501852" y="3799128"/>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8" name="pdf-text-0058">
            <a:extLst xmlns:a="http://schemas.openxmlformats.org/drawingml/2006/main">
              <a:ext uri="{FF2B5EF4-FFF2-40B4-BE49-F238E27FC236}">
                <a16:creationId xmlns:a16="http://schemas.microsoft.com/office/drawing/2014/main" id="{37BEE8F0-2CE4-4C06-834B-EFD3F8840867}"/>
              </a:ext>
            </a:extLst>
          </p:cNvPr>
          <p:cNvSpPr>
            <a:spLocks xmlns:a="http://schemas.openxmlformats.org/drawingml/2006/main" noGrp="1"/>
          </p:cNvSpPr>
          <p:nvPr/>
        </p:nvSpPr>
        <p:spPr>
          <a:xfrm xmlns:a="http://schemas.openxmlformats.org/drawingml/2006/main">
            <a:off x="6788364" y="3789728"/>
            <a:ext cx="46436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需求规模：光模块BU120k/季度产能需要4-6台AOI。公司短期内规划</a:t>
            </a:r>
          </a:p>
        </p:txBody>
      </p:sp>
      <p:sp>
        <p:nvSpPr>
          <p:cNvPr id="59" name="pdf-text-0059">
            <a:extLst xmlns:a="http://schemas.openxmlformats.org/drawingml/2006/main">
              <a:ext uri="{FF2B5EF4-FFF2-40B4-BE49-F238E27FC236}">
                <a16:creationId xmlns:a16="http://schemas.microsoft.com/office/drawing/2014/main" id="{D9BE77FE-8C4F-4381-A495-49DBCD502C8C}"/>
              </a:ext>
            </a:extLst>
          </p:cNvPr>
          <p:cNvSpPr>
            <a:spLocks xmlns:a="http://schemas.openxmlformats.org/drawingml/2006/main" noGrp="1"/>
          </p:cNvSpPr>
          <p:nvPr/>
        </p:nvSpPr>
        <p:spPr>
          <a:xfrm xmlns:a="http://schemas.openxmlformats.org/drawingml/2006/main">
            <a:off x="6788364" y="4027472"/>
            <a:ext cx="87630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1KK的产量，</a:t>
            </a:r>
          </a:p>
        </p:txBody>
      </p:sp>
      <p:sp>
        <p:nvSpPr>
          <p:cNvPr id="60" name="pdf-text-0060">
            <a:extLst xmlns:a="http://schemas.openxmlformats.org/drawingml/2006/main">
              <a:ext uri="{FF2B5EF4-FFF2-40B4-BE49-F238E27FC236}">
                <a16:creationId xmlns:a16="http://schemas.microsoft.com/office/drawing/2014/main" id="{261512C8-2933-4E70-A3DB-0FBF3617CCFC}"/>
              </a:ext>
            </a:extLst>
          </p:cNvPr>
          <p:cNvSpPr>
            <a:spLocks xmlns:a="http://schemas.openxmlformats.org/drawingml/2006/main" noGrp="1"/>
          </p:cNvSpPr>
          <p:nvPr/>
        </p:nvSpPr>
        <p:spPr>
          <a:xfrm xmlns:a="http://schemas.openxmlformats.org/drawingml/2006/main">
            <a:off x="7626565" y="4027472"/>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短期需要至少50台的设备需求</a:t>
            </a:r>
          </a:p>
        </p:txBody>
      </p:sp>
      <p:sp>
        <p:nvSpPr>
          <p:cNvPr id="61" name="pdf-text-0061">
            <a:extLst xmlns:a="http://schemas.openxmlformats.org/drawingml/2006/main">
              <a:ext uri="{FF2B5EF4-FFF2-40B4-BE49-F238E27FC236}">
                <a16:creationId xmlns:a16="http://schemas.microsoft.com/office/drawing/2014/main" id="{07B3FDB0-04C5-441E-ABC6-06E057393069}"/>
              </a:ext>
            </a:extLst>
          </p:cNvPr>
          <p:cNvSpPr>
            <a:spLocks xmlns:a="http://schemas.openxmlformats.org/drawingml/2006/main" noGrp="1"/>
          </p:cNvSpPr>
          <p:nvPr/>
        </p:nvSpPr>
        <p:spPr>
          <a:xfrm xmlns:a="http://schemas.openxmlformats.org/drawingml/2006/main">
            <a:off x="9609289" y="4027472"/>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62" name="pdf-text-0062">
            <a:extLst xmlns:a="http://schemas.openxmlformats.org/drawingml/2006/main">
              <a:ext uri="{FF2B5EF4-FFF2-40B4-BE49-F238E27FC236}">
                <a16:creationId xmlns:a16="http://schemas.microsoft.com/office/drawing/2014/main" id="{44DC21D8-6CE9-41A6-9D22-D5C017E6577F}"/>
              </a:ext>
            </a:extLst>
          </p:cNvPr>
          <p:cNvSpPr>
            <a:spLocks xmlns:a="http://schemas.openxmlformats.org/drawingml/2006/main" noGrp="1"/>
          </p:cNvSpPr>
          <p:nvPr/>
        </p:nvSpPr>
        <p:spPr>
          <a:xfrm xmlns:a="http://schemas.openxmlformats.org/drawingml/2006/main">
            <a:off x="6501853" y="4274615"/>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63" name="pdf-text-0063">
            <a:extLst xmlns:a="http://schemas.openxmlformats.org/drawingml/2006/main">
              <a:ext uri="{FF2B5EF4-FFF2-40B4-BE49-F238E27FC236}">
                <a16:creationId xmlns:a16="http://schemas.microsoft.com/office/drawing/2014/main" id="{7D24E1B2-4BAB-4214-9712-EEB22BFFA3D8}"/>
              </a:ext>
            </a:extLst>
          </p:cNvPr>
          <p:cNvSpPr>
            <a:spLocks xmlns:a="http://schemas.openxmlformats.org/drawingml/2006/main" noGrp="1"/>
          </p:cNvSpPr>
          <p:nvPr/>
        </p:nvSpPr>
        <p:spPr>
          <a:xfrm xmlns:a="http://schemas.openxmlformats.org/drawingml/2006/main">
            <a:off x="6788365" y="4265214"/>
            <a:ext cx="46451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竞品对比：矩子、奥特维、马来西亚公司，都没有自己的软件，没有</a:t>
            </a:r>
          </a:p>
        </p:txBody>
      </p:sp>
      <p:sp>
        <p:nvSpPr>
          <p:cNvPr id="64" name="pdf-text-0064">
            <a:extLst xmlns:a="http://schemas.openxmlformats.org/drawingml/2006/main">
              <a:ext uri="{FF2B5EF4-FFF2-40B4-BE49-F238E27FC236}">
                <a16:creationId xmlns:a16="http://schemas.microsoft.com/office/drawing/2014/main" id="{904C10B4-C0AD-40FA-94FE-E2235C6789D5}"/>
              </a:ext>
            </a:extLst>
          </p:cNvPr>
          <p:cNvSpPr>
            <a:spLocks xmlns:a="http://schemas.openxmlformats.org/drawingml/2006/main" noGrp="1"/>
          </p:cNvSpPr>
          <p:nvPr/>
        </p:nvSpPr>
        <p:spPr>
          <a:xfrm xmlns:a="http://schemas.openxmlformats.org/drawingml/2006/main">
            <a:off x="6788366" y="4502959"/>
            <a:ext cx="46451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光通信行业经验，只能做DB表面，耦合和WB软件算法不理想。马来西</a:t>
            </a:r>
          </a:p>
        </p:txBody>
      </p:sp>
      <p:sp>
        <p:nvSpPr>
          <p:cNvPr id="65" name="pdf-text-0065">
            <a:extLst xmlns:a="http://schemas.openxmlformats.org/drawingml/2006/main">
              <a:ext uri="{FF2B5EF4-FFF2-40B4-BE49-F238E27FC236}">
                <a16:creationId xmlns:a16="http://schemas.microsoft.com/office/drawing/2014/main" id="{4E83E7B3-8424-4742-9704-D315A81E691D}"/>
              </a:ext>
            </a:extLst>
          </p:cNvPr>
          <p:cNvSpPr>
            <a:spLocks xmlns:a="http://schemas.openxmlformats.org/drawingml/2006/main" noGrp="1"/>
          </p:cNvSpPr>
          <p:nvPr/>
        </p:nvSpPr>
        <p:spPr>
          <a:xfrm xmlns:a="http://schemas.openxmlformats.org/drawingml/2006/main">
            <a:off x="6788366" y="4740702"/>
            <a:ext cx="46436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亚设备价格25万美金，日本设备30-40万美金，国内价格15-20万美金</a:t>
            </a:r>
          </a:p>
        </p:txBody>
      </p:sp>
      <p:sp>
        <p:nvSpPr>
          <p:cNvPr id="66" name="pdf-text-0066">
            <a:extLst xmlns:a="http://schemas.openxmlformats.org/drawingml/2006/main">
              <a:ext uri="{FF2B5EF4-FFF2-40B4-BE49-F238E27FC236}">
                <a16:creationId xmlns:a16="http://schemas.microsoft.com/office/drawing/2014/main" id="{B4782F2A-8542-419F-85A5-6D4185E3D486}"/>
              </a:ext>
            </a:extLst>
          </p:cNvPr>
          <p:cNvSpPr>
            <a:spLocks xmlns:a="http://schemas.openxmlformats.org/drawingml/2006/main" noGrp="1"/>
          </p:cNvSpPr>
          <p:nvPr/>
        </p:nvSpPr>
        <p:spPr>
          <a:xfrm xmlns:a="http://schemas.openxmlformats.org/drawingml/2006/main">
            <a:off x="6788366" y="4978447"/>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以内。</a:t>
            </a:r>
          </a:p>
        </p:txBody>
      </p:sp>
      <p:sp>
        <p:nvSpPr>
          <p:cNvPr id="67" name="pdf-text-0067">
            <a:extLst xmlns:a="http://schemas.openxmlformats.org/drawingml/2006/main">
              <a:ext uri="{FF2B5EF4-FFF2-40B4-BE49-F238E27FC236}">
                <a16:creationId xmlns:a16="http://schemas.microsoft.com/office/drawing/2014/main" id="{25FF2595-CAD3-4856-AB95-9A6C59C9CE8B}"/>
              </a:ext>
            </a:extLst>
          </p:cNvPr>
          <p:cNvSpPr>
            <a:spLocks xmlns:a="http://schemas.openxmlformats.org/drawingml/2006/main" noGrp="1"/>
          </p:cNvSpPr>
          <p:nvPr/>
        </p:nvSpPr>
        <p:spPr>
          <a:xfrm xmlns:a="http://schemas.openxmlformats.org/drawingml/2006/main">
            <a:off x="6501854" y="5225591"/>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68" name="pdf-text-0068">
            <a:extLst xmlns:a="http://schemas.openxmlformats.org/drawingml/2006/main">
              <a:ext uri="{FF2B5EF4-FFF2-40B4-BE49-F238E27FC236}">
                <a16:creationId xmlns:a16="http://schemas.microsoft.com/office/drawing/2014/main" id="{69D7FA54-20AF-415C-99A6-05E1F3C75585}"/>
              </a:ext>
            </a:extLst>
          </p:cNvPr>
          <p:cNvSpPr>
            <a:spLocks xmlns:a="http://schemas.openxmlformats.org/drawingml/2006/main" noGrp="1"/>
          </p:cNvSpPr>
          <p:nvPr/>
        </p:nvSpPr>
        <p:spPr>
          <a:xfrm xmlns:a="http://schemas.openxmlformats.org/drawingml/2006/main">
            <a:off x="6788366" y="521619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设备导入期：第一台4-5个月；后期拓展2个月交期+1个月测试。</a:t>
            </a:r>
          </a:p>
        </p:txBody>
      </p:sp>
      <p:sp>
        <p:nvSpPr>
          <p:cNvPr id="69" name="pdf-text-0069">
            <a:extLst xmlns:a="http://schemas.openxmlformats.org/drawingml/2006/main">
              <a:ext uri="{FF2B5EF4-FFF2-40B4-BE49-F238E27FC236}">
                <a16:creationId xmlns:a16="http://schemas.microsoft.com/office/drawing/2014/main" id="{C242307B-9FEA-4417-AB6F-F2367277FAC0}"/>
              </a:ext>
            </a:extLst>
          </p:cNvPr>
          <p:cNvSpPr>
            <a:spLocks xmlns:a="http://schemas.openxmlformats.org/drawingml/2006/main" noGrp="1"/>
          </p:cNvSpPr>
          <p:nvPr/>
        </p:nvSpPr>
        <p:spPr>
          <a:xfrm xmlns:a="http://schemas.openxmlformats.org/drawingml/2006/main">
            <a:off x="6501854" y="5463335"/>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70" name="pdf-text-0070">
            <a:extLst xmlns:a="http://schemas.openxmlformats.org/drawingml/2006/main">
              <a:ext uri="{FF2B5EF4-FFF2-40B4-BE49-F238E27FC236}">
                <a16:creationId xmlns:a16="http://schemas.microsoft.com/office/drawing/2014/main" id="{2E026529-D550-4D2F-968B-5340FEB0E2E3}"/>
              </a:ext>
            </a:extLst>
          </p:cNvPr>
          <p:cNvSpPr>
            <a:spLocks xmlns:a="http://schemas.openxmlformats.org/drawingml/2006/main" noGrp="1"/>
          </p:cNvSpPr>
          <p:nvPr/>
        </p:nvSpPr>
        <p:spPr>
          <a:xfrm xmlns:a="http://schemas.openxmlformats.org/drawingml/2006/main">
            <a:off x="6788365" y="5453936"/>
            <a:ext cx="112928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后续采购规划：</a:t>
            </a:r>
          </a:p>
        </p:txBody>
      </p:sp>
      <p:sp>
        <p:nvSpPr>
          <p:cNvPr id="71" name="pdf-text-0071">
            <a:extLst xmlns:a="http://schemas.openxmlformats.org/drawingml/2006/main">
              <a:ext uri="{FF2B5EF4-FFF2-40B4-BE49-F238E27FC236}">
                <a16:creationId xmlns:a16="http://schemas.microsoft.com/office/drawing/2014/main" id="{8FE8D5BA-FBDD-43CC-B304-E7337D39C4A8}"/>
              </a:ext>
            </a:extLst>
          </p:cNvPr>
          <p:cNvSpPr>
            <a:spLocks xmlns:a="http://schemas.openxmlformats.org/drawingml/2006/main" noGrp="1"/>
          </p:cNvSpPr>
          <p:nvPr/>
        </p:nvSpPr>
        <p:spPr>
          <a:xfrm xmlns:a="http://schemas.openxmlformats.org/drawingml/2006/main">
            <a:off x="7882596" y="5453936"/>
            <a:ext cx="354939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轻蜓已进入核心供应商名单，目前是唯一合作AOI厂</a:t>
            </a:r>
          </a:p>
        </p:txBody>
      </p:sp>
      <p:sp>
        <p:nvSpPr>
          <p:cNvPr id="72" name="pdf-text-0072">
            <a:extLst xmlns:a="http://schemas.openxmlformats.org/drawingml/2006/main">
              <a:ext uri="{FF2B5EF4-FFF2-40B4-BE49-F238E27FC236}">
                <a16:creationId xmlns:a16="http://schemas.microsoft.com/office/drawing/2014/main" id="{F22EFEB3-05A9-4CF2-9063-65CF48B4E436}"/>
              </a:ext>
            </a:extLst>
          </p:cNvPr>
          <p:cNvSpPr>
            <a:spLocks xmlns:a="http://schemas.openxmlformats.org/drawingml/2006/main" noGrp="1"/>
          </p:cNvSpPr>
          <p:nvPr/>
        </p:nvSpPr>
        <p:spPr>
          <a:xfrm xmlns:a="http://schemas.openxmlformats.org/drawingml/2006/main">
            <a:off x="6788365" y="5691680"/>
            <a:ext cx="34442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家。</a:t>
            </a:r>
          </a:p>
        </p:txBody>
      </p:sp>
      <p:sp>
        <p:nvSpPr>
          <p:cNvPr id="73" name="pdf-text-0073">
            <a:extLst xmlns:a="http://schemas.openxmlformats.org/drawingml/2006/main">
              <a:ext uri="{FF2B5EF4-FFF2-40B4-BE49-F238E27FC236}">
                <a16:creationId xmlns:a16="http://schemas.microsoft.com/office/drawing/2014/main" id="{A4861CC1-2DEB-47BA-9556-391D4C55C1A5}"/>
              </a:ext>
            </a:extLst>
          </p:cNvPr>
          <p:cNvSpPr>
            <a:spLocks xmlns:a="http://schemas.openxmlformats.org/drawingml/2006/main" noGrp="1"/>
          </p:cNvSpPr>
          <p:nvPr/>
        </p:nvSpPr>
        <p:spPr>
          <a:xfrm xmlns:a="http://schemas.openxmlformats.org/drawingml/2006/main">
            <a:off x="7096213" y="5691680"/>
            <a:ext cx="433730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目前就买了一台，处于验收阶段，下个月开始采购DB和WB设备，</a:t>
            </a:r>
          </a:p>
        </p:txBody>
      </p:sp>
      <p:sp>
        <p:nvSpPr>
          <p:cNvPr id="74" name="pdf-text-0074">
            <a:extLst xmlns:a="http://schemas.openxmlformats.org/drawingml/2006/main">
              <a:ext uri="{FF2B5EF4-FFF2-40B4-BE49-F238E27FC236}">
                <a16:creationId xmlns:a16="http://schemas.microsoft.com/office/drawing/2014/main" id="{5C4CAFD2-AC85-4E02-BE11-F89B09D439D1}"/>
              </a:ext>
            </a:extLst>
          </p:cNvPr>
          <p:cNvSpPr>
            <a:spLocks xmlns:a="http://schemas.openxmlformats.org/drawingml/2006/main" noGrp="1"/>
          </p:cNvSpPr>
          <p:nvPr/>
        </p:nvSpPr>
        <p:spPr>
          <a:xfrm xmlns:a="http://schemas.openxmlformats.org/drawingml/2006/main">
            <a:off x="6788365" y="5929424"/>
            <a:ext cx="46436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目标明年6月之前全面铺开DB和WB，后半年陆续采购耦合和Final。在</a:t>
            </a:r>
          </a:p>
        </p:txBody>
      </p:sp>
      <p:sp>
        <p:nvSpPr>
          <p:cNvPr id="75" name="pdf-text-0075">
            <a:extLst xmlns:a="http://schemas.openxmlformats.org/drawingml/2006/main">
              <a:ext uri="{FF2B5EF4-FFF2-40B4-BE49-F238E27FC236}">
                <a16:creationId xmlns:a16="http://schemas.microsoft.com/office/drawing/2014/main" id="{1C9E69B8-E302-4C0D-9523-062FA44E116A}"/>
              </a:ext>
            </a:extLst>
          </p:cNvPr>
          <p:cNvSpPr>
            <a:spLocks xmlns:a="http://schemas.openxmlformats.org/drawingml/2006/main" noGrp="1"/>
          </p:cNvSpPr>
          <p:nvPr/>
        </p:nvSpPr>
        <p:spPr>
          <a:xfrm xmlns:a="http://schemas.openxmlformats.org/drawingml/2006/main">
            <a:off x="6788365" y="6167168"/>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3月之前会有十多台的量，明年DB和WB总计会有20-30台需求</a:t>
            </a:r>
          </a:p>
        </p:txBody>
      </p:sp>
      <p:sp>
        <p:nvSpPr>
          <p:cNvPr id="76" name="pdf-text-0076">
            <a:extLst xmlns:a="http://schemas.openxmlformats.org/drawingml/2006/main">
              <a:ext uri="{FF2B5EF4-FFF2-40B4-BE49-F238E27FC236}">
                <a16:creationId xmlns:a16="http://schemas.microsoft.com/office/drawing/2014/main" id="{DF876BA5-EEE7-4FC7-87A0-D535A74D6012}"/>
              </a:ext>
            </a:extLst>
          </p:cNvPr>
          <p:cNvSpPr>
            <a:spLocks xmlns:a="http://schemas.openxmlformats.org/drawingml/2006/main" noGrp="1"/>
          </p:cNvSpPr>
          <p:nvPr/>
        </p:nvSpPr>
        <p:spPr>
          <a:xfrm xmlns:a="http://schemas.openxmlformats.org/drawingml/2006/main">
            <a:off x="10752289" y="616716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77" name="pdf-vector-0077">
            <a:extLst xmlns:a="http://schemas.openxmlformats.org/drawingml/2006/main">
              <a:ext uri="{FF2B5EF4-FFF2-40B4-BE49-F238E27FC236}">
                <a16:creationId xmlns:a16="http://schemas.microsoft.com/office/drawing/2014/main" id="{9C71F8A3-9366-405F-89C6-D96913EAFD67}"/>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78" name="pdf-vector-0078">
            <a:extLst xmlns:a="http://schemas.openxmlformats.org/drawingml/2006/main">
              <a:ext uri="{FF2B5EF4-FFF2-40B4-BE49-F238E27FC236}">
                <a16:creationId xmlns:a16="http://schemas.microsoft.com/office/drawing/2014/main" id="{5657E0AC-081A-4C24-8F87-7EE9E53276C7}"/>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79" name="pdf-text-0079">
            <a:extLst xmlns:a="http://schemas.openxmlformats.org/drawingml/2006/main">
              <a:ext uri="{FF2B5EF4-FFF2-40B4-BE49-F238E27FC236}">
                <a16:creationId xmlns:a16="http://schemas.microsoft.com/office/drawing/2014/main" id="{4B19414D-41FA-4CE8-96F4-FFC612A805AF}"/>
              </a:ext>
            </a:extLst>
          </p:cNvPr>
          <p:cNvSpPr>
            <a:spLocks xmlns:a="http://schemas.openxmlformats.org/drawingml/2006/main" noGrp="1"/>
          </p:cNvSpPr>
          <p:nvPr/>
        </p:nvSpPr>
        <p:spPr>
          <a:xfrm xmlns:a="http://schemas.openxmlformats.org/drawingml/2006/main">
            <a:off x="594510" y="330993"/>
            <a:ext cx="2028444"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客户访谈（1）</a:t>
            </a:r>
          </a:p>
        </p:txBody>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87e2b8796cc745b7"/>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Tree>
    <p:extLst>
      <p:ext uri="{BB962C8B-B14F-4D97-AF65-F5344CB8AC3E}">
        <p14:creationId xmlns:p14="http://schemas.microsoft.com/office/powerpoint/2010/main" val="5434114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54c49f178da14d66">
            <a:extLst>
              <a:ext uri="{96DAC541-7B7A-43D3-8B79-37D633B846F1}">
                <asvg:svgBlip xmlns:asvg="http://schemas.microsoft.com/office/drawing/2016/SVG/main" r:embed="Rfed7476e73fa42e8"/>
              </a:ext>
            </a:extLst>
          </a:blip>
          <a:stretch xmlns:a="http://schemas.openxmlformats.org/drawingml/2006/main"/>
        </p:blipFill>
        <p:spPr>
          <a:xfrm xmlns:a="http://schemas.openxmlformats.org/drawingml/2006/main">
            <a:off x="507221" y="1138963"/>
            <a:ext cx="5222126" cy="5087531"/>
          </a:xfrm>
          <a:prstGeom xmlns:a="http://schemas.openxmlformats.org/drawingml/2006/main" prst="rect">
            <a:avLst/>
          </a:prstGeom>
        </p:spPr>
      </p:pic>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da306ee39fe945c4">
            <a:extLst>
              <a:ext uri="{96DAC541-7B7A-43D3-8B79-37D633B846F1}">
                <asvg:svgBlip xmlns:asvg="http://schemas.microsoft.com/office/drawing/2016/SVG/main" r:embed="R0d1c0c58e69a4946"/>
              </a:ext>
            </a:extLst>
          </a:blip>
          <a:stretch xmlns:a="http://schemas.openxmlformats.org/drawingml/2006/main"/>
        </p:blipFill>
        <p:spPr>
          <a:xfrm xmlns:a="http://schemas.openxmlformats.org/drawingml/2006/main">
            <a:off x="379090" y="1004335"/>
            <a:ext cx="3131947" cy="463309"/>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97AC7910-617F-4F53-AE7F-4FC4C7152B81}"/>
              </a:ext>
            </a:extLst>
          </p:cNvPr>
          <p:cNvSpPr>
            <a:spLocks xmlns:a="http://schemas.openxmlformats.org/drawingml/2006/main" noGrp="1"/>
          </p:cNvSpPr>
          <p:nvPr/>
        </p:nvSpPr>
        <p:spPr>
          <a:xfrm xmlns:a="http://schemas.openxmlformats.org/drawingml/2006/main">
            <a:off x="611361" y="1144993"/>
            <a:ext cx="2798902"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全球最大光模块公司代工厂</a:t>
            </a:r>
          </a:p>
        </p:txBody>
      </p:sp>
      <p:sp>
        <p:nvSpPr>
          <p:cNvPr id="4" name="pdf-text-0004">
            <a:extLst xmlns:a="http://schemas.openxmlformats.org/drawingml/2006/main">
              <a:ext uri="{FF2B5EF4-FFF2-40B4-BE49-F238E27FC236}">
                <a16:creationId xmlns:a16="http://schemas.microsoft.com/office/drawing/2014/main" id="{2C1229A3-B50C-4D91-954B-3191BD68409C}"/>
              </a:ext>
            </a:extLst>
          </p:cNvPr>
          <p:cNvSpPr>
            <a:spLocks xmlns:a="http://schemas.openxmlformats.org/drawingml/2006/main" noGrp="1"/>
          </p:cNvSpPr>
          <p:nvPr/>
        </p:nvSpPr>
        <p:spPr>
          <a:xfrm xmlns:a="http://schemas.openxmlformats.org/drawingml/2006/main">
            <a:off x="901957"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Arial"/>
                <a:ea typeface="Arial"/>
                <a:cs typeface="Arial"/>
              </a:defRPr>
            </a:pPr>
            <a:r>
              <a:rPr sz="1200" b="0" i="0">
                <a:solidFill>
                  <a:srgbClr val="1382BA"/>
                </a:solidFill>
                <a:latin typeface="Arial"/>
                <a:ea typeface="Arial"/>
                <a:cs typeface="Arial"/>
              </a:rPr>
              <a:t>•</a:t>
            </a:r>
          </a:p>
        </p:txBody>
      </p:sp>
      <p:sp>
        <p:nvSpPr>
          <p:cNvPr id="5" name="pdf-text-0005">
            <a:extLst xmlns:a="http://schemas.openxmlformats.org/drawingml/2006/main">
              <a:ext uri="{FF2B5EF4-FFF2-40B4-BE49-F238E27FC236}">
                <a16:creationId xmlns:a16="http://schemas.microsoft.com/office/drawing/2014/main" id="{E06A05A4-AC32-4503-B845-6122DBBD6125}"/>
              </a:ext>
            </a:extLst>
          </p:cNvPr>
          <p:cNvSpPr>
            <a:spLocks xmlns:a="http://schemas.openxmlformats.org/drawingml/2006/main" noGrp="1"/>
          </p:cNvSpPr>
          <p:nvPr/>
        </p:nvSpPr>
        <p:spPr>
          <a:xfrm xmlns:a="http://schemas.openxmlformats.org/drawingml/2006/main">
            <a:off x="1188469" y="1650032"/>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光模块代工厂</a:t>
            </a:r>
          </a:p>
        </p:txBody>
      </p:sp>
      <p:sp>
        <p:nvSpPr>
          <p:cNvPr id="6" name="pdf-text-0006">
            <a:extLst xmlns:a="http://schemas.openxmlformats.org/drawingml/2006/main">
              <a:ext uri="{FF2B5EF4-FFF2-40B4-BE49-F238E27FC236}">
                <a16:creationId xmlns:a16="http://schemas.microsoft.com/office/drawing/2014/main" id="{8D62E563-AC3C-4701-8348-2CB15B937D7B}"/>
              </a:ext>
            </a:extLst>
          </p:cNvPr>
          <p:cNvSpPr>
            <a:spLocks xmlns:a="http://schemas.openxmlformats.org/drawingml/2006/main" noGrp="1"/>
          </p:cNvSpPr>
          <p:nvPr/>
        </p:nvSpPr>
        <p:spPr>
          <a:xfrm xmlns:a="http://schemas.openxmlformats.org/drawingml/2006/main">
            <a:off x="2104393" y="1650032"/>
            <a:ext cx="140817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，负责SMTPCBA加工</a:t>
            </a:r>
          </a:p>
        </p:txBody>
      </p:sp>
      <p:sp>
        <p:nvSpPr>
          <p:cNvPr id="7" name="pdf-text-0007">
            <a:extLst xmlns:a="http://schemas.openxmlformats.org/drawingml/2006/main">
              <a:ext uri="{FF2B5EF4-FFF2-40B4-BE49-F238E27FC236}">
                <a16:creationId xmlns:a16="http://schemas.microsoft.com/office/drawing/2014/main" id="{6D507434-467D-450C-A1DB-2FAC9F297013}"/>
              </a:ext>
            </a:extLst>
          </p:cNvPr>
          <p:cNvSpPr>
            <a:spLocks xmlns:a="http://schemas.openxmlformats.org/drawingml/2006/main" noGrp="1"/>
          </p:cNvSpPr>
          <p:nvPr/>
        </p:nvSpPr>
        <p:spPr>
          <a:xfrm xmlns:a="http://schemas.openxmlformats.org/drawingml/2006/main">
            <a:off x="901957" y="189717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8" name="pdf-text-0008">
            <a:extLst xmlns:a="http://schemas.openxmlformats.org/drawingml/2006/main">
              <a:ext uri="{FF2B5EF4-FFF2-40B4-BE49-F238E27FC236}">
                <a16:creationId xmlns:a16="http://schemas.microsoft.com/office/drawing/2014/main" id="{81135E9F-6D82-4E7F-B2C8-B85E7C602A00}"/>
              </a:ext>
            </a:extLst>
          </p:cNvPr>
          <p:cNvSpPr>
            <a:spLocks xmlns:a="http://schemas.openxmlformats.org/drawingml/2006/main" noGrp="1"/>
          </p:cNvSpPr>
          <p:nvPr/>
        </p:nvSpPr>
        <p:spPr>
          <a:xfrm xmlns:a="http://schemas.openxmlformats.org/drawingml/2006/main">
            <a:off x="1188469" y="1887776"/>
            <a:ext cx="41864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应用场景：SMT-4个机型：锡高、炉前AOI（金手指、金线、元</a:t>
            </a:r>
          </a:p>
        </p:txBody>
      </p:sp>
      <p:sp>
        <p:nvSpPr>
          <p:cNvPr id="9" name="pdf-text-0009">
            <a:extLst xmlns:a="http://schemas.openxmlformats.org/drawingml/2006/main">
              <a:ext uri="{FF2B5EF4-FFF2-40B4-BE49-F238E27FC236}">
                <a16:creationId xmlns:a16="http://schemas.microsoft.com/office/drawing/2014/main" id="{6BD68115-C82F-4411-B123-C041506EEC92}"/>
              </a:ext>
            </a:extLst>
          </p:cNvPr>
          <p:cNvSpPr>
            <a:spLocks xmlns:a="http://schemas.openxmlformats.org/drawingml/2006/main" noGrp="1"/>
          </p:cNvSpPr>
          <p:nvPr/>
        </p:nvSpPr>
        <p:spPr>
          <a:xfrm xmlns:a="http://schemas.openxmlformats.org/drawingml/2006/main">
            <a:off x="1188469" y="2125520"/>
            <a:ext cx="171297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器件）、炉后（3DAOI</a:t>
            </a:r>
          </a:p>
        </p:txBody>
      </p:sp>
      <p:sp>
        <p:nvSpPr>
          <p:cNvPr id="10" name="pdf-text-0010">
            <a:extLst xmlns:a="http://schemas.openxmlformats.org/drawingml/2006/main">
              <a:ext uri="{FF2B5EF4-FFF2-40B4-BE49-F238E27FC236}">
                <a16:creationId xmlns:a16="http://schemas.microsoft.com/office/drawing/2014/main" id="{C9339088-6596-433F-B43C-0078E487BD82}"/>
              </a:ext>
            </a:extLst>
          </p:cNvPr>
          <p:cNvSpPr>
            <a:spLocks xmlns:a="http://schemas.openxmlformats.org/drawingml/2006/main" noGrp="1"/>
          </p:cNvSpPr>
          <p:nvPr/>
        </p:nvSpPr>
        <p:spPr>
          <a:xfrm xmlns:a="http://schemas.openxmlformats.org/drawingml/2006/main">
            <a:off x="2957833" y="2125520"/>
            <a:ext cx="241401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元器件和打线外观）、检查硅光</a:t>
            </a:r>
          </a:p>
        </p:txBody>
      </p:sp>
      <p:sp>
        <p:nvSpPr>
          <p:cNvPr id="11" name="pdf-text-0011">
            <a:extLst xmlns:a="http://schemas.openxmlformats.org/drawingml/2006/main">
              <a:ext uri="{FF2B5EF4-FFF2-40B4-BE49-F238E27FC236}">
                <a16:creationId xmlns:a16="http://schemas.microsoft.com/office/drawing/2014/main" id="{E113694E-2ED2-46C3-9193-39C74330FC82}"/>
              </a:ext>
            </a:extLst>
          </p:cNvPr>
          <p:cNvSpPr>
            <a:spLocks xmlns:a="http://schemas.openxmlformats.org/drawingml/2006/main" noGrp="1"/>
          </p:cNvSpPr>
          <p:nvPr/>
        </p:nvSpPr>
        <p:spPr>
          <a:xfrm xmlns:a="http://schemas.openxmlformats.org/drawingml/2006/main">
            <a:off x="1188469" y="2363264"/>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FLIPCHIP的芯片锡高（70微米）；光模块：双面检、光口波导</a:t>
            </a:r>
          </a:p>
        </p:txBody>
      </p:sp>
      <p:sp>
        <p:nvSpPr>
          <p:cNvPr id="12" name="pdf-text-0012">
            <a:extLst xmlns:a="http://schemas.openxmlformats.org/drawingml/2006/main">
              <a:ext uri="{FF2B5EF4-FFF2-40B4-BE49-F238E27FC236}">
                <a16:creationId xmlns:a16="http://schemas.microsoft.com/office/drawing/2014/main" id="{15331308-8503-45F2-A710-BB8419E18F48}"/>
              </a:ext>
            </a:extLst>
          </p:cNvPr>
          <p:cNvSpPr>
            <a:spLocks xmlns:a="http://schemas.openxmlformats.org/drawingml/2006/main" noGrp="1"/>
          </p:cNvSpPr>
          <p:nvPr/>
        </p:nvSpPr>
        <p:spPr>
          <a:xfrm xmlns:a="http://schemas.openxmlformats.org/drawingml/2006/main">
            <a:off x="1188469" y="2601008"/>
            <a:ext cx="2628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检、来料晶圆检，都是完全不同的设备</a:t>
            </a:r>
          </a:p>
        </p:txBody>
      </p:sp>
      <p:sp>
        <p:nvSpPr>
          <p:cNvPr id="13" name="pdf-text-0013">
            <a:extLst xmlns:a="http://schemas.openxmlformats.org/drawingml/2006/main">
              <a:ext uri="{FF2B5EF4-FFF2-40B4-BE49-F238E27FC236}">
                <a16:creationId xmlns:a16="http://schemas.microsoft.com/office/drawing/2014/main" id="{48121663-AAB7-4B9C-BAD9-9628ABDD22DA}"/>
              </a:ext>
            </a:extLst>
          </p:cNvPr>
          <p:cNvSpPr>
            <a:spLocks xmlns:a="http://schemas.openxmlformats.org/drawingml/2006/main" noGrp="1"/>
          </p:cNvSpPr>
          <p:nvPr/>
        </p:nvSpPr>
        <p:spPr>
          <a:xfrm xmlns:a="http://schemas.openxmlformats.org/drawingml/2006/main">
            <a:off x="901957" y="284815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4" name="pdf-text-0014">
            <a:extLst xmlns:a="http://schemas.openxmlformats.org/drawingml/2006/main">
              <a:ext uri="{FF2B5EF4-FFF2-40B4-BE49-F238E27FC236}">
                <a16:creationId xmlns:a16="http://schemas.microsoft.com/office/drawing/2014/main" id="{6C2C85AE-CCBB-448B-8F1A-943A7DCE2497}"/>
              </a:ext>
            </a:extLst>
          </p:cNvPr>
          <p:cNvSpPr>
            <a:spLocks xmlns:a="http://schemas.openxmlformats.org/drawingml/2006/main" noGrp="1"/>
          </p:cNvSpPr>
          <p:nvPr/>
        </p:nvSpPr>
        <p:spPr>
          <a:xfrm xmlns:a="http://schemas.openxmlformats.org/drawingml/2006/main">
            <a:off x="1188469" y="2838752"/>
            <a:ext cx="4186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合作情况：轻蜓价格从10-20万到100多万都有。光口和晶圆的</a:t>
            </a:r>
          </a:p>
        </p:txBody>
      </p:sp>
      <p:sp>
        <p:nvSpPr>
          <p:cNvPr id="15" name="pdf-text-0015">
            <a:extLst xmlns:a="http://schemas.openxmlformats.org/drawingml/2006/main">
              <a:ext uri="{FF2B5EF4-FFF2-40B4-BE49-F238E27FC236}">
                <a16:creationId xmlns:a16="http://schemas.microsoft.com/office/drawing/2014/main" id="{56B60567-B814-4988-B0C8-EC72F864030B}"/>
              </a:ext>
            </a:extLst>
          </p:cNvPr>
          <p:cNvSpPr>
            <a:spLocks xmlns:a="http://schemas.openxmlformats.org/drawingml/2006/main" noGrp="1"/>
          </p:cNvSpPr>
          <p:nvPr/>
        </p:nvSpPr>
        <p:spPr>
          <a:xfrm xmlns:a="http://schemas.openxmlformats.org/drawingml/2006/main">
            <a:off x="1188468" y="3076496"/>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最贵，100万出头</a:t>
            </a:r>
          </a:p>
        </p:txBody>
      </p:sp>
      <p:sp>
        <p:nvSpPr>
          <p:cNvPr id="16" name="pdf-text-0016">
            <a:extLst xmlns:a="http://schemas.openxmlformats.org/drawingml/2006/main">
              <a:ext uri="{FF2B5EF4-FFF2-40B4-BE49-F238E27FC236}">
                <a16:creationId xmlns:a16="http://schemas.microsoft.com/office/drawing/2014/main" id="{F19931FB-EC06-4B18-A1DE-89A5DF91DA42}"/>
              </a:ext>
            </a:extLst>
          </p:cNvPr>
          <p:cNvSpPr>
            <a:spLocks xmlns:a="http://schemas.openxmlformats.org/drawingml/2006/main" noGrp="1"/>
          </p:cNvSpPr>
          <p:nvPr/>
        </p:nvSpPr>
        <p:spPr>
          <a:xfrm xmlns:a="http://schemas.openxmlformats.org/drawingml/2006/main">
            <a:off x="901956" y="332364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7" name="pdf-text-0017">
            <a:extLst xmlns:a="http://schemas.openxmlformats.org/drawingml/2006/main">
              <a:ext uri="{FF2B5EF4-FFF2-40B4-BE49-F238E27FC236}">
                <a16:creationId xmlns:a16="http://schemas.microsoft.com/office/drawing/2014/main" id="{15B33CFB-9272-4888-873C-CB4D8F9125C8}"/>
              </a:ext>
            </a:extLst>
          </p:cNvPr>
          <p:cNvSpPr>
            <a:spLocks xmlns:a="http://schemas.openxmlformats.org/drawingml/2006/main" noGrp="1"/>
          </p:cNvSpPr>
          <p:nvPr/>
        </p:nvSpPr>
        <p:spPr>
          <a:xfrm xmlns:a="http://schemas.openxmlformats.org/drawingml/2006/main">
            <a:off x="1188469" y="3314240"/>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之前方案：</a:t>
            </a:r>
          </a:p>
        </p:txBody>
      </p:sp>
      <p:sp>
        <p:nvSpPr>
          <p:cNvPr id="18" name="pdf-text-0018">
            <a:extLst xmlns:a="http://schemas.openxmlformats.org/drawingml/2006/main">
              <a:ext uri="{FF2B5EF4-FFF2-40B4-BE49-F238E27FC236}">
                <a16:creationId xmlns:a16="http://schemas.microsoft.com/office/drawing/2014/main" id="{306D9494-EAC0-4015-9E6D-280AD2975D1C}"/>
              </a:ext>
            </a:extLst>
          </p:cNvPr>
          <p:cNvSpPr>
            <a:spLocks xmlns:a="http://schemas.openxmlformats.org/drawingml/2006/main" noGrp="1"/>
          </p:cNvSpPr>
          <p:nvPr/>
        </p:nvSpPr>
        <p:spPr>
          <a:xfrm xmlns:a="http://schemas.openxmlformats.org/drawingml/2006/main">
            <a:off x="1950469" y="331424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人工检</a:t>
            </a:r>
          </a:p>
        </p:txBody>
      </p:sp>
      <p:sp>
        <p:nvSpPr>
          <p:cNvPr id="19" name="pdf-text-0019">
            <a:extLst xmlns:a="http://schemas.openxmlformats.org/drawingml/2006/main">
              <a:ext uri="{FF2B5EF4-FFF2-40B4-BE49-F238E27FC236}">
                <a16:creationId xmlns:a16="http://schemas.microsoft.com/office/drawing/2014/main" id="{45357FA6-11B6-45DC-B1DC-CBEE630A6CF3}"/>
              </a:ext>
            </a:extLst>
          </p:cNvPr>
          <p:cNvSpPr>
            <a:spLocks xmlns:a="http://schemas.openxmlformats.org/drawingml/2006/main" noGrp="1"/>
          </p:cNvSpPr>
          <p:nvPr/>
        </p:nvSpPr>
        <p:spPr>
          <a:xfrm xmlns:a="http://schemas.openxmlformats.org/drawingml/2006/main">
            <a:off x="901957" y="3561384"/>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20" name="pdf-text-0020">
            <a:extLst xmlns:a="http://schemas.openxmlformats.org/drawingml/2006/main">
              <a:ext uri="{FF2B5EF4-FFF2-40B4-BE49-F238E27FC236}">
                <a16:creationId xmlns:a16="http://schemas.microsoft.com/office/drawing/2014/main" id="{55C2DE50-45D3-458E-949B-8FCB88FDB425}"/>
              </a:ext>
            </a:extLst>
          </p:cNvPr>
          <p:cNvSpPr>
            <a:spLocks xmlns:a="http://schemas.openxmlformats.org/drawingml/2006/main" noGrp="1"/>
          </p:cNvSpPr>
          <p:nvPr/>
        </p:nvSpPr>
        <p:spPr>
          <a:xfrm xmlns:a="http://schemas.openxmlformats.org/drawingml/2006/main">
            <a:off x="1188469" y="3551984"/>
            <a:ext cx="81838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后续需求：</a:t>
            </a:r>
          </a:p>
        </p:txBody>
      </p:sp>
      <p:sp>
        <p:nvSpPr>
          <p:cNvPr id="21" name="pdf-text-0021">
            <a:extLst xmlns:a="http://schemas.openxmlformats.org/drawingml/2006/main">
              <a:ext uri="{FF2B5EF4-FFF2-40B4-BE49-F238E27FC236}">
                <a16:creationId xmlns:a16="http://schemas.microsoft.com/office/drawing/2014/main" id="{418E3F2C-CC84-40C2-8677-9506F105FD41}"/>
              </a:ext>
            </a:extLst>
          </p:cNvPr>
          <p:cNvSpPr>
            <a:spLocks xmlns:a="http://schemas.openxmlformats.org/drawingml/2006/main" noGrp="1"/>
          </p:cNvSpPr>
          <p:nvPr/>
        </p:nvSpPr>
        <p:spPr>
          <a:xfrm xmlns:a="http://schemas.openxmlformats.org/drawingml/2006/main">
            <a:off x="1971804" y="3551984"/>
            <a:ext cx="340156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SMT明年还会有28条线，目前有30条线，规划是58</a:t>
            </a:r>
          </a:p>
        </p:txBody>
      </p:sp>
      <p:sp>
        <p:nvSpPr>
          <p:cNvPr id="22" name="pdf-text-0022">
            <a:extLst xmlns:a="http://schemas.openxmlformats.org/drawingml/2006/main">
              <a:ext uri="{FF2B5EF4-FFF2-40B4-BE49-F238E27FC236}">
                <a16:creationId xmlns:a16="http://schemas.microsoft.com/office/drawing/2014/main" id="{CDF073C6-161F-4854-A4FC-70697B3B2096}"/>
              </a:ext>
            </a:extLst>
          </p:cNvPr>
          <p:cNvSpPr>
            <a:spLocks xmlns:a="http://schemas.openxmlformats.org/drawingml/2006/main" noGrp="1"/>
          </p:cNvSpPr>
          <p:nvPr/>
        </p:nvSpPr>
        <p:spPr>
          <a:xfrm xmlns:a="http://schemas.openxmlformats.org/drawingml/2006/main">
            <a:off x="1188469" y="3789728"/>
            <a:ext cx="34442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条线</a:t>
            </a:r>
          </a:p>
        </p:txBody>
      </p:sp>
      <p:sp>
        <p:nvSpPr>
          <p:cNvPr id="23" name="pdf-text-0023">
            <a:extLst xmlns:a="http://schemas.openxmlformats.org/drawingml/2006/main">
              <a:ext uri="{FF2B5EF4-FFF2-40B4-BE49-F238E27FC236}">
                <a16:creationId xmlns:a16="http://schemas.microsoft.com/office/drawing/2014/main" id="{938B68AC-F5E1-4499-B1B9-32AD09EB7FC2}"/>
              </a:ext>
            </a:extLst>
          </p:cNvPr>
          <p:cNvSpPr>
            <a:spLocks xmlns:a="http://schemas.openxmlformats.org/drawingml/2006/main" noGrp="1"/>
          </p:cNvSpPr>
          <p:nvPr/>
        </p:nvSpPr>
        <p:spPr>
          <a:xfrm xmlns:a="http://schemas.openxmlformats.org/drawingml/2006/main">
            <a:off x="1496317" y="3789728"/>
            <a:ext cx="20345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。平均每两条线需要7台AOI，</a:t>
            </a:r>
          </a:p>
        </p:txBody>
      </p:sp>
      <p:sp>
        <p:nvSpPr>
          <p:cNvPr id="24" name="pdf-text-0024">
            <a:extLst xmlns:a="http://schemas.openxmlformats.org/drawingml/2006/main">
              <a:ext uri="{FF2B5EF4-FFF2-40B4-BE49-F238E27FC236}">
                <a16:creationId xmlns:a16="http://schemas.microsoft.com/office/drawing/2014/main" id="{0001337C-EB58-482E-B00B-5E63AE9950CF}"/>
              </a:ext>
            </a:extLst>
          </p:cNvPr>
          <p:cNvSpPr>
            <a:spLocks xmlns:a="http://schemas.openxmlformats.org/drawingml/2006/main" noGrp="1"/>
          </p:cNvSpPr>
          <p:nvPr/>
        </p:nvSpPr>
        <p:spPr>
          <a:xfrm xmlns:a="http://schemas.openxmlformats.org/drawingml/2006/main">
            <a:off x="3492757" y="3789728"/>
            <a:ext cx="18821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28条线对应98台。计划明年</a:t>
            </a:r>
          </a:p>
        </p:txBody>
      </p:sp>
      <p:sp>
        <p:nvSpPr>
          <p:cNvPr id="25" name="pdf-text-0025">
            <a:extLst xmlns:a="http://schemas.openxmlformats.org/drawingml/2006/main">
              <a:ext uri="{FF2B5EF4-FFF2-40B4-BE49-F238E27FC236}">
                <a16:creationId xmlns:a16="http://schemas.microsoft.com/office/drawing/2014/main" id="{6AFB0E2E-CE84-4B40-908B-2DF30C80D4D3}"/>
              </a:ext>
            </a:extLst>
          </p:cNvPr>
          <p:cNvSpPr>
            <a:spLocks xmlns:a="http://schemas.openxmlformats.org/drawingml/2006/main" noGrp="1"/>
          </p:cNvSpPr>
          <p:nvPr/>
        </p:nvSpPr>
        <p:spPr>
          <a:xfrm xmlns:a="http://schemas.openxmlformats.org/drawingml/2006/main">
            <a:off x="1188469" y="4027472"/>
            <a:ext cx="11506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上半年全部到位</a:t>
            </a:r>
          </a:p>
        </p:txBody>
      </p:sp>
      <p:sp>
        <p:nvSpPr>
          <p:cNvPr id="26" name="pdf-text-0026">
            <a:extLst xmlns:a="http://schemas.openxmlformats.org/drawingml/2006/main">
              <a:ext uri="{FF2B5EF4-FFF2-40B4-BE49-F238E27FC236}">
                <a16:creationId xmlns:a16="http://schemas.microsoft.com/office/drawing/2014/main" id="{8FA6DE36-239E-43EF-B4AF-C2C4E5E0B8A2}"/>
              </a:ext>
            </a:extLst>
          </p:cNvPr>
          <p:cNvSpPr>
            <a:spLocks xmlns:a="http://schemas.openxmlformats.org/drawingml/2006/main" noGrp="1"/>
          </p:cNvSpPr>
          <p:nvPr/>
        </p:nvSpPr>
        <p:spPr>
          <a:xfrm xmlns:a="http://schemas.openxmlformats.org/drawingml/2006/main">
            <a:off x="2308609" y="4027472"/>
            <a:ext cx="306476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，平均价格在20万。硅光检测设备预计需求</a:t>
            </a:r>
          </a:p>
        </p:txBody>
      </p:sp>
      <p:sp>
        <p:nvSpPr>
          <p:cNvPr id="27" name="pdf-text-0027">
            <a:extLst xmlns:a="http://schemas.openxmlformats.org/drawingml/2006/main">
              <a:ext uri="{FF2B5EF4-FFF2-40B4-BE49-F238E27FC236}">
                <a16:creationId xmlns:a16="http://schemas.microsoft.com/office/drawing/2014/main" id="{55F2C09E-B449-4729-BEB5-6401557902E8}"/>
              </a:ext>
            </a:extLst>
          </p:cNvPr>
          <p:cNvSpPr>
            <a:spLocks xmlns:a="http://schemas.openxmlformats.org/drawingml/2006/main" noGrp="1"/>
          </p:cNvSpPr>
          <p:nvPr/>
        </p:nvSpPr>
        <p:spPr>
          <a:xfrm xmlns:a="http://schemas.openxmlformats.org/drawingml/2006/main">
            <a:off x="1188469" y="4265216"/>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20-30台，明年到位。</a:t>
            </a:r>
          </a:p>
        </p:txBody>
      </p:sp>
      <p:sp>
        <p:nvSpPr>
          <p:cNvPr id="28" name="pdf-text-0028">
            <a:extLst xmlns:a="http://schemas.openxmlformats.org/drawingml/2006/main">
              <a:ext uri="{FF2B5EF4-FFF2-40B4-BE49-F238E27FC236}">
                <a16:creationId xmlns:a16="http://schemas.microsoft.com/office/drawing/2014/main" id="{D84A7E70-F1B2-4E54-BCFA-1E6055589A37}"/>
              </a:ext>
            </a:extLst>
          </p:cNvPr>
          <p:cNvSpPr>
            <a:spLocks xmlns:a="http://schemas.openxmlformats.org/drawingml/2006/main" noGrp="1"/>
          </p:cNvSpPr>
          <p:nvPr/>
        </p:nvSpPr>
        <p:spPr>
          <a:xfrm xmlns:a="http://schemas.openxmlformats.org/drawingml/2006/main">
            <a:off x="901957" y="451236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29" name="pdf-text-0029">
            <a:extLst xmlns:a="http://schemas.openxmlformats.org/drawingml/2006/main">
              <a:ext uri="{FF2B5EF4-FFF2-40B4-BE49-F238E27FC236}">
                <a16:creationId xmlns:a16="http://schemas.microsoft.com/office/drawing/2014/main" id="{55E60683-8A98-433E-8B61-9CD1E4D8A73C}"/>
              </a:ext>
            </a:extLst>
          </p:cNvPr>
          <p:cNvSpPr>
            <a:spLocks xmlns:a="http://schemas.openxmlformats.org/drawingml/2006/main" noGrp="1"/>
          </p:cNvSpPr>
          <p:nvPr/>
        </p:nvSpPr>
        <p:spPr>
          <a:xfrm xmlns:a="http://schemas.openxmlformats.org/drawingml/2006/main">
            <a:off x="1188469" y="4502959"/>
            <a:ext cx="80619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竞争对手：</a:t>
            </a:r>
          </a:p>
        </p:txBody>
      </p:sp>
      <p:sp>
        <p:nvSpPr>
          <p:cNvPr id="30" name="pdf-text-0030">
            <a:extLst xmlns:a="http://schemas.openxmlformats.org/drawingml/2006/main">
              <a:ext uri="{FF2B5EF4-FFF2-40B4-BE49-F238E27FC236}">
                <a16:creationId xmlns:a16="http://schemas.microsoft.com/office/drawing/2014/main" id="{31AA9AAF-9235-445A-8880-9973B2E359CE}"/>
              </a:ext>
            </a:extLst>
          </p:cNvPr>
          <p:cNvSpPr>
            <a:spLocks xmlns:a="http://schemas.openxmlformats.org/drawingml/2006/main" noGrp="1"/>
          </p:cNvSpPr>
          <p:nvPr/>
        </p:nvSpPr>
        <p:spPr>
          <a:xfrm xmlns:a="http://schemas.openxmlformats.org/drawingml/2006/main">
            <a:off x="1956565" y="4502959"/>
            <a:ext cx="341833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别的没办法通过AI检测外观，目前和轻蜓是唯一合</a:t>
            </a:r>
          </a:p>
        </p:txBody>
      </p:sp>
      <p:sp>
        <p:nvSpPr>
          <p:cNvPr id="31" name="pdf-text-0031">
            <a:extLst xmlns:a="http://schemas.openxmlformats.org/drawingml/2006/main">
              <a:ext uri="{FF2B5EF4-FFF2-40B4-BE49-F238E27FC236}">
                <a16:creationId xmlns:a16="http://schemas.microsoft.com/office/drawing/2014/main" id="{DF36FABD-381E-4417-BACB-BF79EE92FA97}"/>
              </a:ext>
            </a:extLst>
          </p:cNvPr>
          <p:cNvSpPr>
            <a:spLocks xmlns:a="http://schemas.openxmlformats.org/drawingml/2006/main" noGrp="1"/>
          </p:cNvSpPr>
          <p:nvPr/>
        </p:nvSpPr>
        <p:spPr>
          <a:xfrm xmlns:a="http://schemas.openxmlformats.org/drawingml/2006/main">
            <a:off x="1188469" y="4740702"/>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作。</a:t>
            </a:r>
          </a:p>
        </p:txBody>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4f40ec9c36c84f3e">
            <a:extLst>
              <a:ext uri="{96DAC541-7B7A-43D3-8B79-37D633B846F1}">
                <asvg:svgBlip xmlns:asvg="http://schemas.microsoft.com/office/drawing/2016/SVG/main" r:embed="R55b45a477d0f4aed"/>
              </a:ext>
            </a:extLst>
          </a:blip>
          <a:stretch xmlns:a="http://schemas.openxmlformats.org/drawingml/2006/main"/>
        </p:blipFill>
        <p:spPr>
          <a:xfrm xmlns:a="http://schemas.openxmlformats.org/drawingml/2006/main">
            <a:off x="6336520" y="1138963"/>
            <a:ext cx="5348262" cy="5087531"/>
          </a:xfrm>
          <a:prstGeom xmlns:a="http://schemas.openxmlformats.org/drawingml/2006/main" prst="rect">
            <a:avLst/>
          </a:prstGeom>
        </p:spPr>
      </p:pic>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61bd8b64b90f4d80">
            <a:extLst>
              <a:ext uri="{96DAC541-7B7A-43D3-8B79-37D633B846F1}">
                <asvg:svgBlip xmlns:asvg="http://schemas.microsoft.com/office/drawing/2016/SVG/main" r:embed="Rbe62dd2ed7ef487f"/>
              </a:ext>
            </a:extLst>
          </a:blip>
          <a:stretch xmlns:a="http://schemas.openxmlformats.org/drawingml/2006/main"/>
        </p:blipFill>
        <p:spPr>
          <a:xfrm xmlns:a="http://schemas.openxmlformats.org/drawingml/2006/main">
            <a:off x="6208391" y="1004335"/>
            <a:ext cx="3189491" cy="463321"/>
          </a:xfrm>
          <a:prstGeom xmlns:a="http://schemas.openxmlformats.org/drawingml/2006/main" prst="rect">
            <a:avLst/>
          </a:prstGeom>
        </p:spPr>
      </p:pic>
      <p:sp>
        <p:nvSpPr>
          <p:cNvPr id="34" name="pdf-text-0034">
            <a:extLst xmlns:a="http://schemas.openxmlformats.org/drawingml/2006/main">
              <a:ext uri="{FF2B5EF4-FFF2-40B4-BE49-F238E27FC236}">
                <a16:creationId xmlns:a16="http://schemas.microsoft.com/office/drawing/2014/main" id="{4C27E133-1CD3-46F7-8064-2CA5EAA83DA7}"/>
              </a:ext>
            </a:extLst>
          </p:cNvPr>
          <p:cNvSpPr>
            <a:spLocks xmlns:a="http://schemas.openxmlformats.org/drawingml/2006/main" noGrp="1"/>
          </p:cNvSpPr>
          <p:nvPr/>
        </p:nvSpPr>
        <p:spPr>
          <a:xfrm xmlns:a="http://schemas.openxmlformats.org/drawingml/2006/main">
            <a:off x="6440660" y="1144992"/>
            <a:ext cx="1417699"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某先进封装厂</a:t>
            </a:r>
          </a:p>
        </p:txBody>
      </p:sp>
      <p:sp>
        <p:nvSpPr>
          <p:cNvPr id="35" name="pdf-text-0035">
            <a:extLst xmlns:a="http://schemas.openxmlformats.org/drawingml/2006/main">
              <a:ext uri="{FF2B5EF4-FFF2-40B4-BE49-F238E27FC236}">
                <a16:creationId xmlns:a16="http://schemas.microsoft.com/office/drawing/2014/main" id="{0234447A-B47C-4F69-946A-057E31ACD0C7}"/>
              </a:ext>
            </a:extLst>
          </p:cNvPr>
          <p:cNvSpPr>
            <a:spLocks xmlns:a="http://schemas.openxmlformats.org/drawingml/2006/main" noGrp="1"/>
          </p:cNvSpPr>
          <p:nvPr/>
        </p:nvSpPr>
        <p:spPr>
          <a:xfrm xmlns:a="http://schemas.openxmlformats.org/drawingml/2006/main">
            <a:off x="6501853"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36" name="pdf-text-0036">
            <a:extLst xmlns:a="http://schemas.openxmlformats.org/drawingml/2006/main">
              <a:ext uri="{FF2B5EF4-FFF2-40B4-BE49-F238E27FC236}">
                <a16:creationId xmlns:a16="http://schemas.microsoft.com/office/drawing/2014/main" id="{09958D3E-9E1C-4680-8D81-6A9DCCBBADB8}"/>
              </a:ext>
            </a:extLst>
          </p:cNvPr>
          <p:cNvSpPr>
            <a:spLocks xmlns:a="http://schemas.openxmlformats.org/drawingml/2006/main" noGrp="1"/>
          </p:cNvSpPr>
          <p:nvPr/>
        </p:nvSpPr>
        <p:spPr>
          <a:xfrm xmlns:a="http://schemas.openxmlformats.org/drawingml/2006/main">
            <a:off x="6788365" y="1650032"/>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先进封装厂。</a:t>
            </a:r>
          </a:p>
        </p:txBody>
      </p:sp>
      <p:sp>
        <p:nvSpPr>
          <p:cNvPr id="37" name="pdf-text-0037">
            <a:extLst xmlns:a="http://schemas.openxmlformats.org/drawingml/2006/main">
              <a:ext uri="{FF2B5EF4-FFF2-40B4-BE49-F238E27FC236}">
                <a16:creationId xmlns:a16="http://schemas.microsoft.com/office/drawing/2014/main" id="{CD5F6339-CB2D-45B7-9B69-4DE701442745}"/>
              </a:ext>
            </a:extLst>
          </p:cNvPr>
          <p:cNvSpPr>
            <a:spLocks xmlns:a="http://schemas.openxmlformats.org/drawingml/2006/main" noGrp="1"/>
          </p:cNvSpPr>
          <p:nvPr/>
        </p:nvSpPr>
        <p:spPr>
          <a:xfrm xmlns:a="http://schemas.openxmlformats.org/drawingml/2006/main">
            <a:off x="6501853" y="189717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38" name="pdf-text-0038">
            <a:extLst xmlns:a="http://schemas.openxmlformats.org/drawingml/2006/main">
              <a:ext uri="{FF2B5EF4-FFF2-40B4-BE49-F238E27FC236}">
                <a16:creationId xmlns:a16="http://schemas.microsoft.com/office/drawing/2014/main" id="{C187D423-24A5-4795-88FC-4B40EA97B1A3}"/>
              </a:ext>
            </a:extLst>
          </p:cNvPr>
          <p:cNvSpPr>
            <a:spLocks xmlns:a="http://schemas.openxmlformats.org/drawingml/2006/main" noGrp="1"/>
          </p:cNvSpPr>
          <p:nvPr/>
        </p:nvSpPr>
        <p:spPr>
          <a:xfrm xmlns:a="http://schemas.openxmlformats.org/drawingml/2006/main">
            <a:off x="6788365" y="1887776"/>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a:t>
            </a:r>
          </a:p>
        </p:txBody>
      </p:sp>
      <p:sp>
        <p:nvSpPr>
          <p:cNvPr id="39" name="pdf-text-0039">
            <a:extLst xmlns:a="http://schemas.openxmlformats.org/drawingml/2006/main">
              <a:ext uri="{FF2B5EF4-FFF2-40B4-BE49-F238E27FC236}">
                <a16:creationId xmlns:a16="http://schemas.microsoft.com/office/drawing/2014/main" id="{90F3F0B7-9110-47E8-9158-9390BF63A0FE}"/>
              </a:ext>
            </a:extLst>
          </p:cNvPr>
          <p:cNvSpPr>
            <a:spLocks xmlns:a="http://schemas.openxmlformats.org/drawingml/2006/main" noGrp="1"/>
          </p:cNvSpPr>
          <p:nvPr/>
        </p:nvSpPr>
        <p:spPr>
          <a:xfrm xmlns:a="http://schemas.openxmlformats.org/drawingml/2006/main">
            <a:off x="7550365" y="1887776"/>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2D是表面外观缺陷，3D是球高</a:t>
            </a:r>
          </a:p>
        </p:txBody>
      </p:sp>
      <p:sp>
        <p:nvSpPr>
          <p:cNvPr id="40" name="pdf-text-0040">
            <a:extLst xmlns:a="http://schemas.openxmlformats.org/drawingml/2006/main">
              <a:ext uri="{FF2B5EF4-FFF2-40B4-BE49-F238E27FC236}">
                <a16:creationId xmlns:a16="http://schemas.microsoft.com/office/drawing/2014/main" id="{B8CE8502-7AD8-4CD0-9E3B-1C8E079DAC8B}"/>
              </a:ext>
            </a:extLst>
          </p:cNvPr>
          <p:cNvSpPr>
            <a:spLocks xmlns:a="http://schemas.openxmlformats.org/drawingml/2006/main" noGrp="1"/>
          </p:cNvSpPr>
          <p:nvPr/>
        </p:nvSpPr>
        <p:spPr>
          <a:xfrm xmlns:a="http://schemas.openxmlformats.org/drawingml/2006/main">
            <a:off x="9533089" y="1887776"/>
            <a:ext cx="171297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。用于是出货前的检验。</a:t>
            </a:r>
          </a:p>
        </p:txBody>
      </p:sp>
      <p:sp>
        <p:nvSpPr>
          <p:cNvPr id="41" name="pdf-text-0041">
            <a:extLst xmlns:a="http://schemas.openxmlformats.org/drawingml/2006/main">
              <a:ext uri="{FF2B5EF4-FFF2-40B4-BE49-F238E27FC236}">
                <a16:creationId xmlns:a16="http://schemas.microsoft.com/office/drawing/2014/main" id="{2E4FFC77-6016-47B0-B227-45CBDFD65E8A}"/>
              </a:ext>
            </a:extLst>
          </p:cNvPr>
          <p:cNvSpPr>
            <a:spLocks xmlns:a="http://schemas.openxmlformats.org/drawingml/2006/main" noGrp="1"/>
          </p:cNvSpPr>
          <p:nvPr/>
        </p:nvSpPr>
        <p:spPr>
          <a:xfrm xmlns:a="http://schemas.openxmlformats.org/drawingml/2006/main">
            <a:off x="6501853" y="213492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2" name="pdf-text-0042">
            <a:extLst xmlns:a="http://schemas.openxmlformats.org/drawingml/2006/main">
              <a:ext uri="{FF2B5EF4-FFF2-40B4-BE49-F238E27FC236}">
                <a16:creationId xmlns:a16="http://schemas.microsoft.com/office/drawing/2014/main" id="{B2D32B48-CA03-4AEE-93A3-2A6D8732610D}"/>
              </a:ext>
            </a:extLst>
          </p:cNvPr>
          <p:cNvSpPr>
            <a:spLocks xmlns:a="http://schemas.openxmlformats.org/drawingml/2006/main" noGrp="1"/>
          </p:cNvSpPr>
          <p:nvPr/>
        </p:nvSpPr>
        <p:spPr>
          <a:xfrm xmlns:a="http://schemas.openxmlformats.org/drawingml/2006/main">
            <a:off x="6788365" y="2125520"/>
            <a:ext cx="46436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之前方案：3D用的以色列camtek，售价120万美金，目前有20台。2D</a:t>
            </a:r>
          </a:p>
        </p:txBody>
      </p:sp>
      <p:sp>
        <p:nvSpPr>
          <p:cNvPr id="43" name="pdf-text-0043">
            <a:extLst xmlns:a="http://schemas.openxmlformats.org/drawingml/2006/main">
              <a:ext uri="{FF2B5EF4-FFF2-40B4-BE49-F238E27FC236}">
                <a16:creationId xmlns:a16="http://schemas.microsoft.com/office/drawing/2014/main" id="{F08267EE-E70A-4273-9B2E-BFD680321361}"/>
              </a:ext>
            </a:extLst>
          </p:cNvPr>
          <p:cNvSpPr>
            <a:spLocks xmlns:a="http://schemas.openxmlformats.org/drawingml/2006/main" noGrp="1"/>
          </p:cNvSpPr>
          <p:nvPr/>
        </p:nvSpPr>
        <p:spPr>
          <a:xfrm xmlns:a="http://schemas.openxmlformats.org/drawingml/2006/main">
            <a:off x="6788364" y="2363264"/>
            <a:ext cx="46436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用的是中科飞测，有100多台（中科飞测3D产能3片/小时，camtek20</a:t>
            </a:r>
          </a:p>
        </p:txBody>
      </p:sp>
      <p:sp>
        <p:nvSpPr>
          <p:cNvPr id="44" name="pdf-text-0044">
            <a:extLst xmlns:a="http://schemas.openxmlformats.org/drawingml/2006/main">
              <a:ext uri="{FF2B5EF4-FFF2-40B4-BE49-F238E27FC236}">
                <a16:creationId xmlns:a16="http://schemas.microsoft.com/office/drawing/2014/main" id="{E0D0D0C9-306B-4A30-870F-7FF17632EFAF}"/>
              </a:ext>
            </a:extLst>
          </p:cNvPr>
          <p:cNvSpPr>
            <a:spLocks xmlns:a="http://schemas.openxmlformats.org/drawingml/2006/main" noGrp="1"/>
          </p:cNvSpPr>
          <p:nvPr/>
        </p:nvSpPr>
        <p:spPr>
          <a:xfrm xmlns:a="http://schemas.openxmlformats.org/drawingml/2006/main">
            <a:off x="6788364" y="2601008"/>
            <a:ext cx="46421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片/小时，中科飞测的测头不是自己的）。之前测6万片的时候需要有</a:t>
            </a:r>
          </a:p>
        </p:txBody>
      </p:sp>
      <p:sp>
        <p:nvSpPr>
          <p:cNvPr id="45" name="pdf-text-0045">
            <a:extLst xmlns:a="http://schemas.openxmlformats.org/drawingml/2006/main">
              <a:ext uri="{FF2B5EF4-FFF2-40B4-BE49-F238E27FC236}">
                <a16:creationId xmlns:a16="http://schemas.microsoft.com/office/drawing/2014/main" id="{69EE1986-E39B-4114-931B-8556A41F6016}"/>
              </a:ext>
            </a:extLst>
          </p:cNvPr>
          <p:cNvSpPr>
            <a:spLocks xmlns:a="http://schemas.openxmlformats.org/drawingml/2006/main" noGrp="1"/>
          </p:cNvSpPr>
          <p:nvPr/>
        </p:nvSpPr>
        <p:spPr>
          <a:xfrm xmlns:a="http://schemas.openxmlformats.org/drawingml/2006/main">
            <a:off x="6788364" y="2838752"/>
            <a:ext cx="2705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160-170人，现在做10万片只需要70人。</a:t>
            </a:r>
          </a:p>
        </p:txBody>
      </p:sp>
      <p:sp>
        <p:nvSpPr>
          <p:cNvPr id="46" name="pdf-text-0046">
            <a:extLst xmlns:a="http://schemas.openxmlformats.org/drawingml/2006/main">
              <a:ext uri="{FF2B5EF4-FFF2-40B4-BE49-F238E27FC236}">
                <a16:creationId xmlns:a16="http://schemas.microsoft.com/office/drawing/2014/main" id="{FEC3C61B-2534-47B5-8EDA-A9CFA9FA41C5}"/>
              </a:ext>
            </a:extLst>
          </p:cNvPr>
          <p:cNvSpPr>
            <a:spLocks xmlns:a="http://schemas.openxmlformats.org/drawingml/2006/main" noGrp="1"/>
          </p:cNvSpPr>
          <p:nvPr/>
        </p:nvSpPr>
        <p:spPr>
          <a:xfrm xmlns:a="http://schemas.openxmlformats.org/drawingml/2006/main">
            <a:off x="6501852" y="308589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7" name="pdf-text-0047">
            <a:extLst xmlns:a="http://schemas.openxmlformats.org/drawingml/2006/main">
              <a:ext uri="{FF2B5EF4-FFF2-40B4-BE49-F238E27FC236}">
                <a16:creationId xmlns:a16="http://schemas.microsoft.com/office/drawing/2014/main" id="{280F10F5-A2BC-46C3-9A78-86A75522E4C5}"/>
              </a:ext>
            </a:extLst>
          </p:cNvPr>
          <p:cNvSpPr>
            <a:spLocks xmlns:a="http://schemas.openxmlformats.org/drawingml/2006/main" noGrp="1"/>
          </p:cNvSpPr>
          <p:nvPr/>
        </p:nvSpPr>
        <p:spPr>
          <a:xfrm xmlns:a="http://schemas.openxmlformats.org/drawingml/2006/main">
            <a:off x="6788364" y="3076496"/>
            <a:ext cx="46451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目前进度：3月底进场测试，9-10月上客户片，验证周期比较长，对</a:t>
            </a:r>
          </a:p>
        </p:txBody>
      </p:sp>
      <p:sp>
        <p:nvSpPr>
          <p:cNvPr id="48" name="pdf-text-0048">
            <a:extLst xmlns:a="http://schemas.openxmlformats.org/drawingml/2006/main">
              <a:ext uri="{FF2B5EF4-FFF2-40B4-BE49-F238E27FC236}">
                <a16:creationId xmlns:a16="http://schemas.microsoft.com/office/drawing/2014/main" id="{7AABD0C6-CDBC-47F1-BACF-8D5B29777C98}"/>
              </a:ext>
            </a:extLst>
          </p:cNvPr>
          <p:cNvSpPr>
            <a:spLocks xmlns:a="http://schemas.openxmlformats.org/drawingml/2006/main" noGrp="1"/>
          </p:cNvSpPr>
          <p:nvPr/>
        </p:nvSpPr>
        <p:spPr>
          <a:xfrm xmlns:a="http://schemas.openxmlformats.org/drawingml/2006/main">
            <a:off x="6788364" y="3314240"/>
            <a:ext cx="46436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比了几百片数据。2D有一两片的漏检，RDL中间会比较窄，当时有个</a:t>
            </a:r>
          </a:p>
        </p:txBody>
      </p:sp>
      <p:sp>
        <p:nvSpPr>
          <p:cNvPr id="49" name="pdf-text-0049">
            <a:extLst xmlns:a="http://schemas.openxmlformats.org/drawingml/2006/main">
              <a:ext uri="{FF2B5EF4-FFF2-40B4-BE49-F238E27FC236}">
                <a16:creationId xmlns:a16="http://schemas.microsoft.com/office/drawing/2014/main" id="{D45083B8-17DD-40BF-AEA8-0F3ADB3BA037}"/>
              </a:ext>
            </a:extLst>
          </p:cNvPr>
          <p:cNvSpPr>
            <a:spLocks xmlns:a="http://schemas.openxmlformats.org/drawingml/2006/main" noGrp="1"/>
          </p:cNvSpPr>
          <p:nvPr/>
        </p:nvSpPr>
        <p:spPr>
          <a:xfrm xmlns:a="http://schemas.openxmlformats.org/drawingml/2006/main">
            <a:off x="6788364" y="3551984"/>
            <a:ext cx="257403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功能没上线，后面上线就没漏检了。</a:t>
            </a:r>
          </a:p>
        </p:txBody>
      </p:sp>
      <p:sp>
        <p:nvSpPr>
          <p:cNvPr id="50" name="pdf-text-0050">
            <a:extLst xmlns:a="http://schemas.openxmlformats.org/drawingml/2006/main">
              <a:ext uri="{FF2B5EF4-FFF2-40B4-BE49-F238E27FC236}">
                <a16:creationId xmlns:a16="http://schemas.microsoft.com/office/drawing/2014/main" id="{32307A73-C510-4145-93DC-F6F8C63D4466}"/>
              </a:ext>
            </a:extLst>
          </p:cNvPr>
          <p:cNvSpPr>
            <a:spLocks xmlns:a="http://schemas.openxmlformats.org/drawingml/2006/main" noGrp="1"/>
          </p:cNvSpPr>
          <p:nvPr/>
        </p:nvSpPr>
        <p:spPr>
          <a:xfrm xmlns:a="http://schemas.openxmlformats.org/drawingml/2006/main">
            <a:off x="9330396" y="3551984"/>
            <a:ext cx="210007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3D能达到要求，差异可以达到</a:t>
            </a:r>
          </a:p>
        </p:txBody>
      </p:sp>
      <p:sp>
        <p:nvSpPr>
          <p:cNvPr id="51" name="pdf-text-0051">
            <a:extLst xmlns:a="http://schemas.openxmlformats.org/drawingml/2006/main">
              <a:ext uri="{FF2B5EF4-FFF2-40B4-BE49-F238E27FC236}">
                <a16:creationId xmlns:a16="http://schemas.microsoft.com/office/drawing/2014/main" id="{D3C16641-E7FB-4B4E-8A08-FD9806DAF711}"/>
              </a:ext>
            </a:extLst>
          </p:cNvPr>
          <p:cNvSpPr>
            <a:spLocks xmlns:a="http://schemas.openxmlformats.org/drawingml/2006/main" noGrp="1"/>
          </p:cNvSpPr>
          <p:nvPr/>
        </p:nvSpPr>
        <p:spPr>
          <a:xfrm xmlns:a="http://schemas.openxmlformats.org/drawingml/2006/main">
            <a:off x="6788365" y="3789728"/>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0.1微米级别</a:t>
            </a:r>
          </a:p>
        </p:txBody>
      </p:sp>
      <p:sp>
        <p:nvSpPr>
          <p:cNvPr id="52" name="pdf-text-0052">
            <a:extLst xmlns:a="http://schemas.openxmlformats.org/drawingml/2006/main">
              <a:ext uri="{FF2B5EF4-FFF2-40B4-BE49-F238E27FC236}">
                <a16:creationId xmlns:a16="http://schemas.microsoft.com/office/drawing/2014/main" id="{F97FD692-FF3C-4979-84DB-92DB5B33EAEE}"/>
              </a:ext>
            </a:extLst>
          </p:cNvPr>
          <p:cNvSpPr>
            <a:spLocks xmlns:a="http://schemas.openxmlformats.org/drawingml/2006/main" noGrp="1"/>
          </p:cNvSpPr>
          <p:nvPr/>
        </p:nvSpPr>
        <p:spPr>
          <a:xfrm xmlns:a="http://schemas.openxmlformats.org/drawingml/2006/main">
            <a:off x="6501853" y="403687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3" name="pdf-text-0053">
            <a:extLst xmlns:a="http://schemas.openxmlformats.org/drawingml/2006/main">
              <a:ext uri="{FF2B5EF4-FFF2-40B4-BE49-F238E27FC236}">
                <a16:creationId xmlns:a16="http://schemas.microsoft.com/office/drawing/2014/main" id="{BFAFD19D-B623-4142-8E48-D1F994482700}"/>
              </a:ext>
            </a:extLst>
          </p:cNvPr>
          <p:cNvSpPr>
            <a:spLocks xmlns:a="http://schemas.openxmlformats.org/drawingml/2006/main" noGrp="1"/>
          </p:cNvSpPr>
          <p:nvPr/>
        </p:nvSpPr>
        <p:spPr>
          <a:xfrm xmlns:a="http://schemas.openxmlformats.org/drawingml/2006/main">
            <a:off x="6788365" y="4027472"/>
            <a:ext cx="31592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未来规划：现在10.6万片，规划12万片产能，</a:t>
            </a:r>
          </a:p>
        </p:txBody>
      </p:sp>
      <p:sp>
        <p:nvSpPr>
          <p:cNvPr id="54" name="pdf-text-0054">
            <a:extLst xmlns:a="http://schemas.openxmlformats.org/drawingml/2006/main">
              <a:ext uri="{FF2B5EF4-FFF2-40B4-BE49-F238E27FC236}">
                <a16:creationId xmlns:a16="http://schemas.microsoft.com/office/drawing/2014/main" id="{AC5BE3D5-5760-48AC-A7FB-813F37F2D49F}"/>
              </a:ext>
            </a:extLst>
          </p:cNvPr>
          <p:cNvSpPr>
            <a:spLocks xmlns:a="http://schemas.openxmlformats.org/drawingml/2006/main" noGrp="1"/>
          </p:cNvSpPr>
          <p:nvPr/>
        </p:nvSpPr>
        <p:spPr>
          <a:xfrm xmlns:a="http://schemas.openxmlformats.org/drawingml/2006/main">
            <a:off x="9912565" y="4027472"/>
            <a:ext cx="1519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还需增加5-6台检测设</a:t>
            </a:r>
          </a:p>
        </p:txBody>
      </p:sp>
      <p:sp>
        <p:nvSpPr>
          <p:cNvPr id="55" name="pdf-text-0055">
            <a:extLst xmlns:a="http://schemas.openxmlformats.org/drawingml/2006/main">
              <a:ext uri="{FF2B5EF4-FFF2-40B4-BE49-F238E27FC236}">
                <a16:creationId xmlns:a16="http://schemas.microsoft.com/office/drawing/2014/main" id="{A8E197F4-B95F-46A3-8680-CFA3DE69A438}"/>
              </a:ext>
            </a:extLst>
          </p:cNvPr>
          <p:cNvSpPr>
            <a:spLocks xmlns:a="http://schemas.openxmlformats.org/drawingml/2006/main" noGrp="1"/>
          </p:cNvSpPr>
          <p:nvPr/>
        </p:nvSpPr>
        <p:spPr>
          <a:xfrm xmlns:a="http://schemas.openxmlformats.org/drawingml/2006/main">
            <a:off x="6788365" y="4265214"/>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备</a:t>
            </a:r>
          </a:p>
        </p:txBody>
      </p:sp>
      <p:sp>
        <p:nvSpPr>
          <p:cNvPr id="56" name="pdf-text-0056">
            <a:extLst xmlns:a="http://schemas.openxmlformats.org/drawingml/2006/main">
              <a:ext uri="{FF2B5EF4-FFF2-40B4-BE49-F238E27FC236}">
                <a16:creationId xmlns:a16="http://schemas.microsoft.com/office/drawing/2014/main" id="{6A4FB3A9-19E3-453F-A8B9-AA05F7CDD926}"/>
              </a:ext>
            </a:extLst>
          </p:cNvPr>
          <p:cNvSpPr>
            <a:spLocks xmlns:a="http://schemas.openxmlformats.org/drawingml/2006/main" noGrp="1"/>
          </p:cNvSpPr>
          <p:nvPr/>
        </p:nvSpPr>
        <p:spPr>
          <a:xfrm xmlns:a="http://schemas.openxmlformats.org/drawingml/2006/main">
            <a:off x="6945337" y="4265214"/>
            <a:ext cx="354939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。新厂扩展会是现在的2-3倍，总规划30万片产能，</a:t>
            </a:r>
          </a:p>
        </p:txBody>
      </p:sp>
      <p:sp>
        <p:nvSpPr>
          <p:cNvPr id="57" name="pdf-text-0057">
            <a:extLst xmlns:a="http://schemas.openxmlformats.org/drawingml/2006/main">
              <a:ext uri="{FF2B5EF4-FFF2-40B4-BE49-F238E27FC236}">
                <a16:creationId xmlns:a16="http://schemas.microsoft.com/office/drawing/2014/main" id="{1CBB90E3-BE70-4F35-9891-5D8B0DEB20BB}"/>
              </a:ext>
            </a:extLst>
          </p:cNvPr>
          <p:cNvSpPr>
            <a:spLocks xmlns:a="http://schemas.openxmlformats.org/drawingml/2006/main" noGrp="1"/>
          </p:cNvSpPr>
          <p:nvPr/>
        </p:nvSpPr>
        <p:spPr>
          <a:xfrm xmlns:a="http://schemas.openxmlformats.org/drawingml/2006/main">
            <a:off x="10459681" y="4265214"/>
            <a:ext cx="97231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预计60多台检</a:t>
            </a:r>
          </a:p>
        </p:txBody>
      </p:sp>
      <p:sp>
        <p:nvSpPr>
          <p:cNvPr id="58" name="pdf-text-0058">
            <a:extLst xmlns:a="http://schemas.openxmlformats.org/drawingml/2006/main">
              <a:ext uri="{FF2B5EF4-FFF2-40B4-BE49-F238E27FC236}">
                <a16:creationId xmlns:a16="http://schemas.microsoft.com/office/drawing/2014/main" id="{CBDFF4FB-AECE-4590-AD5B-0247B55B6462}"/>
              </a:ext>
            </a:extLst>
          </p:cNvPr>
          <p:cNvSpPr>
            <a:spLocks xmlns:a="http://schemas.openxmlformats.org/drawingml/2006/main" noGrp="1"/>
          </p:cNvSpPr>
          <p:nvPr/>
        </p:nvSpPr>
        <p:spPr>
          <a:xfrm xmlns:a="http://schemas.openxmlformats.org/drawingml/2006/main">
            <a:off x="6788365" y="450295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测设备需求</a:t>
            </a:r>
          </a:p>
        </p:txBody>
      </p:sp>
      <p:sp>
        <p:nvSpPr>
          <p:cNvPr id="59" name="pdf-text-0059">
            <a:extLst xmlns:a="http://schemas.openxmlformats.org/drawingml/2006/main">
              <a:ext uri="{FF2B5EF4-FFF2-40B4-BE49-F238E27FC236}">
                <a16:creationId xmlns:a16="http://schemas.microsoft.com/office/drawing/2014/main" id="{8AF598BE-1847-446D-80DF-DC545EFB3D29}"/>
              </a:ext>
            </a:extLst>
          </p:cNvPr>
          <p:cNvSpPr>
            <a:spLocks xmlns:a="http://schemas.openxmlformats.org/drawingml/2006/main" noGrp="1"/>
          </p:cNvSpPr>
          <p:nvPr/>
        </p:nvSpPr>
        <p:spPr>
          <a:xfrm xmlns:a="http://schemas.openxmlformats.org/drawingml/2006/main">
            <a:off x="7551889" y="4502959"/>
            <a:ext cx="125577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（仅电源部门）。</a:t>
            </a:r>
          </a:p>
        </p:txBody>
      </p:sp>
      <p:sp>
        <p:nvSpPr>
          <p:cNvPr id="60" name="pdf-text-0060">
            <a:extLst xmlns:a="http://schemas.openxmlformats.org/drawingml/2006/main">
              <a:ext uri="{FF2B5EF4-FFF2-40B4-BE49-F238E27FC236}">
                <a16:creationId xmlns:a16="http://schemas.microsoft.com/office/drawing/2014/main" id="{2502BCD4-2B8B-4BEC-8346-A839CAECDC08}"/>
              </a:ext>
            </a:extLst>
          </p:cNvPr>
          <p:cNvSpPr>
            <a:spLocks xmlns:a="http://schemas.openxmlformats.org/drawingml/2006/main" noGrp="1"/>
          </p:cNvSpPr>
          <p:nvPr/>
        </p:nvSpPr>
        <p:spPr>
          <a:xfrm xmlns:a="http://schemas.openxmlformats.org/drawingml/2006/main">
            <a:off x="6501853" y="4750103"/>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61" name="pdf-text-0061">
            <a:extLst xmlns:a="http://schemas.openxmlformats.org/drawingml/2006/main">
              <a:ext uri="{FF2B5EF4-FFF2-40B4-BE49-F238E27FC236}">
                <a16:creationId xmlns:a16="http://schemas.microsoft.com/office/drawing/2014/main" id="{DCDF453D-33CB-4F6E-8795-79CB85D23DA7}"/>
              </a:ext>
            </a:extLst>
          </p:cNvPr>
          <p:cNvSpPr>
            <a:spLocks xmlns:a="http://schemas.openxmlformats.org/drawingml/2006/main" noGrp="1"/>
          </p:cNvSpPr>
          <p:nvPr/>
        </p:nvSpPr>
        <p:spPr>
          <a:xfrm xmlns:a="http://schemas.openxmlformats.org/drawingml/2006/main">
            <a:off x="6788365" y="4740702"/>
            <a:ext cx="464515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竞争对比：精测对接过2D，样品阶段测试没过。3D对接过大族，精度</a:t>
            </a:r>
          </a:p>
        </p:txBody>
      </p:sp>
      <p:sp>
        <p:nvSpPr>
          <p:cNvPr id="62" name="pdf-text-0062">
            <a:extLst xmlns:a="http://schemas.openxmlformats.org/drawingml/2006/main">
              <a:ext uri="{FF2B5EF4-FFF2-40B4-BE49-F238E27FC236}">
                <a16:creationId xmlns:a16="http://schemas.microsoft.com/office/drawing/2014/main" id="{76F7998F-C5BD-49BB-9E4D-78609E2BAA5E}"/>
              </a:ext>
            </a:extLst>
          </p:cNvPr>
          <p:cNvSpPr>
            <a:spLocks xmlns:a="http://schemas.openxmlformats.org/drawingml/2006/main" noGrp="1"/>
          </p:cNvSpPr>
          <p:nvPr/>
        </p:nvSpPr>
        <p:spPr>
          <a:xfrm xmlns:a="http://schemas.openxmlformats.org/drawingml/2006/main">
            <a:off x="6788364" y="4978447"/>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没达到要求。</a:t>
            </a:r>
          </a:p>
        </p:txBody>
      </p:sp>
      <p:sp>
        <p:nvSpPr>
          <p:cNvPr id="63" name="pdf-vector-0063">
            <a:extLst xmlns:a="http://schemas.openxmlformats.org/drawingml/2006/main">
              <a:ext uri="{FF2B5EF4-FFF2-40B4-BE49-F238E27FC236}">
                <a16:creationId xmlns:a16="http://schemas.microsoft.com/office/drawing/2014/main" id="{D3A19FD0-B732-455D-9FB0-D8668D8099EC}"/>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64" name="pdf-vector-0064">
            <a:extLst xmlns:a="http://schemas.openxmlformats.org/drawingml/2006/main">
              <a:ext uri="{FF2B5EF4-FFF2-40B4-BE49-F238E27FC236}">
                <a16:creationId xmlns:a16="http://schemas.microsoft.com/office/drawing/2014/main" id="{E86523E8-B1AE-4177-A26A-3DEE8EDADB3C}"/>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65" name="pdf-text-0065">
            <a:extLst xmlns:a="http://schemas.openxmlformats.org/drawingml/2006/main">
              <a:ext uri="{FF2B5EF4-FFF2-40B4-BE49-F238E27FC236}">
                <a16:creationId xmlns:a16="http://schemas.microsoft.com/office/drawing/2014/main" id="{E6E36247-FA66-4EA2-B487-41B4BC0875A2}"/>
              </a:ext>
            </a:extLst>
          </p:cNvPr>
          <p:cNvSpPr>
            <a:spLocks xmlns:a="http://schemas.openxmlformats.org/drawingml/2006/main" noGrp="1"/>
          </p:cNvSpPr>
          <p:nvPr/>
        </p:nvSpPr>
        <p:spPr>
          <a:xfrm xmlns:a="http://schemas.openxmlformats.org/drawingml/2006/main">
            <a:off x="594510" y="330993"/>
            <a:ext cx="2028444"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客户访谈（2）</a:t>
            </a:r>
          </a:p>
        </p:txBody>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1a3eb2d14e574de9"/>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Tree>
    <p:extLst>
      <p:ext uri="{BB962C8B-B14F-4D97-AF65-F5344CB8AC3E}">
        <p14:creationId xmlns:p14="http://schemas.microsoft.com/office/powerpoint/2010/main" val="689213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d6cf02c6aa344b3c">
            <a:extLst>
              <a:ext uri="{96DAC541-7B7A-43D3-8B79-37D633B846F1}">
                <asvg:svgBlip xmlns:asvg="http://schemas.microsoft.com/office/drawing/2016/SVG/main" r:embed="Re8e09cf57b7a4590"/>
              </a:ext>
            </a:extLst>
          </a:blip>
          <a:stretch xmlns:a="http://schemas.openxmlformats.org/drawingml/2006/main"/>
        </p:blipFill>
        <p:spPr>
          <a:xfrm xmlns:a="http://schemas.openxmlformats.org/drawingml/2006/main">
            <a:off x="507221" y="1138960"/>
            <a:ext cx="5222126" cy="4851209"/>
          </a:xfrm>
          <a:prstGeom xmlns:a="http://schemas.openxmlformats.org/drawingml/2006/main" prst="rect">
            <a:avLst/>
          </a:prstGeom>
        </p:spPr>
      </p:pic>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983dedd561d44a3d">
            <a:extLst>
              <a:ext uri="{96DAC541-7B7A-43D3-8B79-37D633B846F1}">
                <asvg:svgBlip xmlns:asvg="http://schemas.microsoft.com/office/drawing/2016/SVG/main" r:embed="R1721348a1ca84ab4"/>
              </a:ext>
            </a:extLst>
          </a:blip>
          <a:stretch xmlns:a="http://schemas.openxmlformats.org/drawingml/2006/main"/>
        </p:blipFill>
        <p:spPr>
          <a:xfrm xmlns:a="http://schemas.openxmlformats.org/drawingml/2006/main">
            <a:off x="379090" y="1004335"/>
            <a:ext cx="3131947" cy="463309"/>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E1EC9C8A-D776-4B77-A257-6B07658C53D3}"/>
              </a:ext>
            </a:extLst>
          </p:cNvPr>
          <p:cNvSpPr>
            <a:spLocks xmlns:a="http://schemas.openxmlformats.org/drawingml/2006/main" noGrp="1"/>
          </p:cNvSpPr>
          <p:nvPr/>
        </p:nvSpPr>
        <p:spPr>
          <a:xfrm xmlns:a="http://schemas.openxmlformats.org/drawingml/2006/main">
            <a:off x="611361" y="1144993"/>
            <a:ext cx="141770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某功率器件厂</a:t>
            </a:r>
          </a:p>
        </p:txBody>
      </p:sp>
      <p:sp>
        <p:nvSpPr>
          <p:cNvPr id="4" name="pdf-text-0004">
            <a:extLst xmlns:a="http://schemas.openxmlformats.org/drawingml/2006/main">
              <a:ext uri="{FF2B5EF4-FFF2-40B4-BE49-F238E27FC236}">
                <a16:creationId xmlns:a16="http://schemas.microsoft.com/office/drawing/2014/main" id="{72C9D0D4-CF30-4209-85CB-BA7294A3ECE5}"/>
              </a:ext>
            </a:extLst>
          </p:cNvPr>
          <p:cNvSpPr>
            <a:spLocks xmlns:a="http://schemas.openxmlformats.org/drawingml/2006/main" noGrp="1"/>
          </p:cNvSpPr>
          <p:nvPr/>
        </p:nvSpPr>
        <p:spPr>
          <a:xfrm xmlns:a="http://schemas.openxmlformats.org/drawingml/2006/main">
            <a:off x="901957"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 name="pdf-text-0005">
            <a:extLst xmlns:a="http://schemas.openxmlformats.org/drawingml/2006/main">
              <a:ext uri="{FF2B5EF4-FFF2-40B4-BE49-F238E27FC236}">
                <a16:creationId xmlns:a16="http://schemas.microsoft.com/office/drawing/2014/main" id="{5D12775B-85D6-46A8-A1C5-BAF5CC2F9B46}"/>
              </a:ext>
            </a:extLst>
          </p:cNvPr>
          <p:cNvSpPr>
            <a:spLocks xmlns:a="http://schemas.openxmlformats.org/drawingml/2006/main" noGrp="1"/>
          </p:cNvSpPr>
          <p:nvPr/>
        </p:nvSpPr>
        <p:spPr>
          <a:xfrm xmlns:a="http://schemas.openxmlformats.org/drawingml/2006/main">
            <a:off x="1188469" y="1650032"/>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公司主要做汽车电子模块、电控总成，涉及碳化硅IGBT芯片的</a:t>
            </a:r>
          </a:p>
        </p:txBody>
      </p:sp>
      <p:sp>
        <p:nvSpPr>
          <p:cNvPr id="6" name="pdf-text-0006">
            <a:extLst xmlns:a="http://schemas.openxmlformats.org/drawingml/2006/main">
              <a:ext uri="{FF2B5EF4-FFF2-40B4-BE49-F238E27FC236}">
                <a16:creationId xmlns:a16="http://schemas.microsoft.com/office/drawing/2014/main" id="{8B312D62-031C-4B34-9FF8-B25E86F19D4A}"/>
              </a:ext>
            </a:extLst>
          </p:cNvPr>
          <p:cNvSpPr>
            <a:spLocks xmlns:a="http://schemas.openxmlformats.org/drawingml/2006/main" noGrp="1"/>
          </p:cNvSpPr>
          <p:nvPr/>
        </p:nvSpPr>
        <p:spPr>
          <a:xfrm xmlns:a="http://schemas.openxmlformats.org/drawingml/2006/main">
            <a:off x="1188468" y="1887776"/>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组装和封装，涉及AOI的部分包括产品的外观检测、铝线键合</a:t>
            </a:r>
          </a:p>
        </p:txBody>
      </p:sp>
      <p:sp>
        <p:nvSpPr>
          <p:cNvPr id="7" name="pdf-text-0007">
            <a:extLst xmlns:a="http://schemas.openxmlformats.org/drawingml/2006/main">
              <a:ext uri="{FF2B5EF4-FFF2-40B4-BE49-F238E27FC236}">
                <a16:creationId xmlns:a16="http://schemas.microsoft.com/office/drawing/2014/main" id="{F7C95192-7826-4D04-8316-EE44D7EC114B}"/>
              </a:ext>
            </a:extLst>
          </p:cNvPr>
          <p:cNvSpPr>
            <a:spLocks xmlns:a="http://schemas.openxmlformats.org/drawingml/2006/main" noGrp="1"/>
          </p:cNvSpPr>
          <p:nvPr/>
        </p:nvSpPr>
        <p:spPr>
          <a:xfrm xmlns:a="http://schemas.openxmlformats.org/drawingml/2006/main">
            <a:off x="1188468" y="212552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线的3D检测。</a:t>
            </a:r>
          </a:p>
        </p:txBody>
      </p:sp>
      <p:sp>
        <p:nvSpPr>
          <p:cNvPr id="8" name="pdf-text-0008">
            <a:extLst xmlns:a="http://schemas.openxmlformats.org/drawingml/2006/main">
              <a:ext uri="{FF2B5EF4-FFF2-40B4-BE49-F238E27FC236}">
                <a16:creationId xmlns:a16="http://schemas.microsoft.com/office/drawing/2014/main" id="{CBB26711-1E16-4AF3-BEC7-CB7B3CDA4E29}"/>
              </a:ext>
            </a:extLst>
          </p:cNvPr>
          <p:cNvSpPr>
            <a:spLocks xmlns:a="http://schemas.openxmlformats.org/drawingml/2006/main" noGrp="1"/>
          </p:cNvSpPr>
          <p:nvPr/>
        </p:nvSpPr>
        <p:spPr>
          <a:xfrm xmlns:a="http://schemas.openxmlformats.org/drawingml/2006/main">
            <a:off x="901956" y="2372664"/>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9" name="pdf-text-0009">
            <a:extLst xmlns:a="http://schemas.openxmlformats.org/drawingml/2006/main">
              <a:ext uri="{FF2B5EF4-FFF2-40B4-BE49-F238E27FC236}">
                <a16:creationId xmlns:a16="http://schemas.microsoft.com/office/drawing/2014/main" id="{035846AF-55AA-476B-942A-424B637C2588}"/>
              </a:ext>
            </a:extLst>
          </p:cNvPr>
          <p:cNvSpPr>
            <a:spLocks xmlns:a="http://schemas.openxmlformats.org/drawingml/2006/main" noGrp="1"/>
          </p:cNvSpPr>
          <p:nvPr/>
        </p:nvSpPr>
        <p:spPr>
          <a:xfrm xmlns:a="http://schemas.openxmlformats.org/drawingml/2006/main">
            <a:off x="1188468" y="2363264"/>
            <a:ext cx="418490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目前公司有4条产线，除了最老的线用的是进口设备，新的三</a:t>
            </a:r>
          </a:p>
        </p:txBody>
      </p:sp>
      <p:sp>
        <p:nvSpPr>
          <p:cNvPr id="10" name="pdf-text-0010">
            <a:extLst xmlns:a="http://schemas.openxmlformats.org/drawingml/2006/main">
              <a:ext uri="{FF2B5EF4-FFF2-40B4-BE49-F238E27FC236}">
                <a16:creationId xmlns:a16="http://schemas.microsoft.com/office/drawing/2014/main" id="{F8D25F2F-ABDD-48F4-A8FD-73E9341791FF}"/>
              </a:ext>
            </a:extLst>
          </p:cNvPr>
          <p:cNvSpPr>
            <a:spLocks xmlns:a="http://schemas.openxmlformats.org/drawingml/2006/main" noGrp="1"/>
          </p:cNvSpPr>
          <p:nvPr/>
        </p:nvSpPr>
        <p:spPr>
          <a:xfrm xmlns:a="http://schemas.openxmlformats.org/drawingml/2006/main">
            <a:off x="1188469" y="2601008"/>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条线都是用轻蜓设备。</a:t>
            </a:r>
          </a:p>
        </p:txBody>
      </p:sp>
      <p:sp>
        <p:nvSpPr>
          <p:cNvPr id="11" name="pdf-text-0011">
            <a:extLst xmlns:a="http://schemas.openxmlformats.org/drawingml/2006/main">
              <a:ext uri="{FF2B5EF4-FFF2-40B4-BE49-F238E27FC236}">
                <a16:creationId xmlns:a16="http://schemas.microsoft.com/office/drawing/2014/main" id="{FE2834B6-803C-47D6-AC50-67181C3533F6}"/>
              </a:ext>
            </a:extLst>
          </p:cNvPr>
          <p:cNvSpPr>
            <a:spLocks xmlns:a="http://schemas.openxmlformats.org/drawingml/2006/main" noGrp="1"/>
          </p:cNvSpPr>
          <p:nvPr/>
        </p:nvSpPr>
        <p:spPr>
          <a:xfrm xmlns:a="http://schemas.openxmlformats.org/drawingml/2006/main">
            <a:off x="2712469" y="2601008"/>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已经买了10多台轻蜓的2D&amp;3D</a:t>
            </a:r>
          </a:p>
        </p:txBody>
      </p:sp>
      <p:sp>
        <p:nvSpPr>
          <p:cNvPr id="12" name="pdf-text-0012">
            <a:extLst xmlns:a="http://schemas.openxmlformats.org/drawingml/2006/main">
              <a:ext uri="{FF2B5EF4-FFF2-40B4-BE49-F238E27FC236}">
                <a16:creationId xmlns:a16="http://schemas.microsoft.com/office/drawing/2014/main" id="{8A9E917C-6729-4AFC-A0A6-9C0D2F2B1BD4}"/>
              </a:ext>
            </a:extLst>
          </p:cNvPr>
          <p:cNvSpPr>
            <a:spLocks xmlns:a="http://schemas.openxmlformats.org/drawingml/2006/main" noGrp="1"/>
          </p:cNvSpPr>
          <p:nvPr/>
        </p:nvSpPr>
        <p:spPr>
          <a:xfrm xmlns:a="http://schemas.openxmlformats.org/drawingml/2006/main">
            <a:off x="4693669" y="2601008"/>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AOI</a:t>
            </a:r>
          </a:p>
        </p:txBody>
      </p:sp>
      <p:sp>
        <p:nvSpPr>
          <p:cNvPr id="13" name="pdf-text-0013">
            <a:extLst xmlns:a="http://schemas.openxmlformats.org/drawingml/2006/main">
              <a:ext uri="{FF2B5EF4-FFF2-40B4-BE49-F238E27FC236}">
                <a16:creationId xmlns:a16="http://schemas.microsoft.com/office/drawing/2014/main" id="{22CFF9F0-1B3E-4043-AAAE-FD55A4B83324}"/>
              </a:ext>
            </a:extLst>
          </p:cNvPr>
          <p:cNvSpPr>
            <a:spLocks xmlns:a="http://schemas.openxmlformats.org/drawingml/2006/main" noGrp="1"/>
          </p:cNvSpPr>
          <p:nvPr/>
        </p:nvSpPr>
        <p:spPr>
          <a:xfrm xmlns:a="http://schemas.openxmlformats.org/drawingml/2006/main">
            <a:off x="4923793" y="260100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14" name="pdf-text-0014">
            <a:extLst xmlns:a="http://schemas.openxmlformats.org/drawingml/2006/main">
              <a:ext uri="{FF2B5EF4-FFF2-40B4-BE49-F238E27FC236}">
                <a16:creationId xmlns:a16="http://schemas.microsoft.com/office/drawing/2014/main" id="{89D13E7B-50AB-491E-8B82-EB55981956EC}"/>
              </a:ext>
            </a:extLst>
          </p:cNvPr>
          <p:cNvSpPr>
            <a:spLocks xmlns:a="http://schemas.openxmlformats.org/drawingml/2006/main" noGrp="1"/>
          </p:cNvSpPr>
          <p:nvPr/>
        </p:nvSpPr>
        <p:spPr>
          <a:xfrm xmlns:a="http://schemas.openxmlformats.org/drawingml/2006/main">
            <a:off x="901957" y="284815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5" name="pdf-text-0015">
            <a:extLst xmlns:a="http://schemas.openxmlformats.org/drawingml/2006/main">
              <a:ext uri="{FF2B5EF4-FFF2-40B4-BE49-F238E27FC236}">
                <a16:creationId xmlns:a16="http://schemas.microsoft.com/office/drawing/2014/main" id="{46D02887-536A-4E3C-AA19-328EBBF5FA2F}"/>
              </a:ext>
            </a:extLst>
          </p:cNvPr>
          <p:cNvSpPr>
            <a:spLocks xmlns:a="http://schemas.openxmlformats.org/drawingml/2006/main" noGrp="1"/>
          </p:cNvSpPr>
          <p:nvPr/>
        </p:nvSpPr>
        <p:spPr>
          <a:xfrm xmlns:a="http://schemas.openxmlformats.org/drawingml/2006/main">
            <a:off x="1188469" y="2838752"/>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进口设备用的是马来西亚的TTV，没有3D功能，切换到国产是</a:t>
            </a:r>
          </a:p>
        </p:txBody>
      </p:sp>
      <p:sp>
        <p:nvSpPr>
          <p:cNvPr id="16" name="pdf-text-0016">
            <a:extLst xmlns:a="http://schemas.openxmlformats.org/drawingml/2006/main">
              <a:ext uri="{FF2B5EF4-FFF2-40B4-BE49-F238E27FC236}">
                <a16:creationId xmlns:a16="http://schemas.microsoft.com/office/drawing/2014/main" id="{E4E75F9C-2DC7-4DC5-A033-3737201E3017}"/>
              </a:ext>
            </a:extLst>
          </p:cNvPr>
          <p:cNvSpPr>
            <a:spLocks xmlns:a="http://schemas.openxmlformats.org/drawingml/2006/main" noGrp="1"/>
          </p:cNvSpPr>
          <p:nvPr/>
        </p:nvSpPr>
        <p:spPr>
          <a:xfrm xmlns:a="http://schemas.openxmlformats.org/drawingml/2006/main">
            <a:off x="1188468" y="3076496"/>
            <a:ext cx="3390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因为有新需求和新功能、国外服务差、考虑降本。</a:t>
            </a:r>
          </a:p>
        </p:txBody>
      </p:sp>
      <p:sp>
        <p:nvSpPr>
          <p:cNvPr id="17" name="pdf-text-0017">
            <a:extLst xmlns:a="http://schemas.openxmlformats.org/drawingml/2006/main">
              <a:ext uri="{FF2B5EF4-FFF2-40B4-BE49-F238E27FC236}">
                <a16:creationId xmlns:a16="http://schemas.microsoft.com/office/drawing/2014/main" id="{68D37E57-9F75-452A-8207-F51902C0B8E9}"/>
              </a:ext>
            </a:extLst>
          </p:cNvPr>
          <p:cNvSpPr>
            <a:spLocks xmlns:a="http://schemas.openxmlformats.org/drawingml/2006/main" noGrp="1"/>
          </p:cNvSpPr>
          <p:nvPr/>
        </p:nvSpPr>
        <p:spPr>
          <a:xfrm xmlns:a="http://schemas.openxmlformats.org/drawingml/2006/main">
            <a:off x="901956" y="332364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8" name="pdf-text-0018">
            <a:extLst xmlns:a="http://schemas.openxmlformats.org/drawingml/2006/main">
              <a:ext uri="{FF2B5EF4-FFF2-40B4-BE49-F238E27FC236}">
                <a16:creationId xmlns:a16="http://schemas.microsoft.com/office/drawing/2014/main" id="{E4D327ED-7CC0-407D-B2B1-963A2171998A}"/>
              </a:ext>
            </a:extLst>
          </p:cNvPr>
          <p:cNvSpPr>
            <a:spLocks xmlns:a="http://schemas.openxmlformats.org/drawingml/2006/main" noGrp="1"/>
          </p:cNvSpPr>
          <p:nvPr/>
        </p:nvSpPr>
        <p:spPr>
          <a:xfrm xmlns:a="http://schemas.openxmlformats.org/drawingml/2006/main">
            <a:off x="1188468" y="3314240"/>
            <a:ext cx="41864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检测内容包括：芯片烧结后与基板高温连接的外观检测，需检</a:t>
            </a:r>
          </a:p>
        </p:txBody>
      </p:sp>
      <p:sp>
        <p:nvSpPr>
          <p:cNvPr id="19" name="pdf-text-0019">
            <a:extLst xmlns:a="http://schemas.openxmlformats.org/drawingml/2006/main">
              <a:ext uri="{FF2B5EF4-FFF2-40B4-BE49-F238E27FC236}">
                <a16:creationId xmlns:a16="http://schemas.microsoft.com/office/drawing/2014/main" id="{6879DC04-3C86-49DD-882A-6684B275F847}"/>
              </a:ext>
            </a:extLst>
          </p:cNvPr>
          <p:cNvSpPr>
            <a:spLocks xmlns:a="http://schemas.openxmlformats.org/drawingml/2006/main" noGrp="1"/>
          </p:cNvSpPr>
          <p:nvPr/>
        </p:nvSpPr>
        <p:spPr>
          <a:xfrm xmlns:a="http://schemas.openxmlformats.org/drawingml/2006/main">
            <a:off x="1188469" y="3551984"/>
            <a:ext cx="41864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出异物、表面划痕及来料缺陷；3D：铝线键合与焊接，需检测</a:t>
            </a:r>
          </a:p>
        </p:txBody>
      </p:sp>
      <p:sp>
        <p:nvSpPr>
          <p:cNvPr id="20" name="pdf-text-0020">
            <a:extLst xmlns:a="http://schemas.openxmlformats.org/drawingml/2006/main">
              <a:ext uri="{FF2B5EF4-FFF2-40B4-BE49-F238E27FC236}">
                <a16:creationId xmlns:a16="http://schemas.microsoft.com/office/drawing/2014/main" id="{BE1B78E6-2A38-4B0E-BE51-855FFBBCC99F}"/>
              </a:ext>
            </a:extLst>
          </p:cNvPr>
          <p:cNvSpPr>
            <a:spLocks xmlns:a="http://schemas.openxmlformats.org/drawingml/2006/main" noGrp="1"/>
          </p:cNvSpPr>
          <p:nvPr/>
        </p:nvSpPr>
        <p:spPr>
          <a:xfrm xmlns:a="http://schemas.openxmlformats.org/drawingml/2006/main">
            <a:off x="1188468" y="3789728"/>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弧高最大值；焊接后需检测clip和框架的翘曲或弧高。均为全</a:t>
            </a:r>
          </a:p>
        </p:txBody>
      </p:sp>
      <p:sp>
        <p:nvSpPr>
          <p:cNvPr id="21" name="pdf-text-0021">
            <a:extLst xmlns:a="http://schemas.openxmlformats.org/drawingml/2006/main">
              <a:ext uri="{FF2B5EF4-FFF2-40B4-BE49-F238E27FC236}">
                <a16:creationId xmlns:a16="http://schemas.microsoft.com/office/drawing/2014/main" id="{5B8C25D4-D415-4769-A5F1-940A5528E302}"/>
              </a:ext>
            </a:extLst>
          </p:cNvPr>
          <p:cNvSpPr>
            <a:spLocks xmlns:a="http://schemas.openxmlformats.org/drawingml/2006/main" noGrp="1"/>
          </p:cNvSpPr>
          <p:nvPr/>
        </p:nvSpPr>
        <p:spPr>
          <a:xfrm xmlns:a="http://schemas.openxmlformats.org/drawingml/2006/main">
            <a:off x="1188468" y="4027472"/>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a:t>
            </a:r>
          </a:p>
        </p:txBody>
      </p:sp>
      <p:sp>
        <p:nvSpPr>
          <p:cNvPr id="22" name="pdf-text-0022">
            <a:extLst xmlns:a="http://schemas.openxmlformats.org/drawingml/2006/main">
              <a:ext uri="{FF2B5EF4-FFF2-40B4-BE49-F238E27FC236}">
                <a16:creationId xmlns:a16="http://schemas.microsoft.com/office/drawing/2014/main" id="{3DAEBEE9-CD90-4CC7-AC82-31A51D0F8290}"/>
              </a:ext>
            </a:extLst>
          </p:cNvPr>
          <p:cNvSpPr>
            <a:spLocks xmlns:a="http://schemas.openxmlformats.org/drawingml/2006/main" noGrp="1"/>
          </p:cNvSpPr>
          <p:nvPr/>
        </p:nvSpPr>
        <p:spPr>
          <a:xfrm xmlns:a="http://schemas.openxmlformats.org/drawingml/2006/main">
            <a:off x="901956" y="427461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23" name="pdf-text-0023">
            <a:extLst xmlns:a="http://schemas.openxmlformats.org/drawingml/2006/main">
              <a:ext uri="{FF2B5EF4-FFF2-40B4-BE49-F238E27FC236}">
                <a16:creationId xmlns:a16="http://schemas.microsoft.com/office/drawing/2014/main" id="{8E0A71A6-669E-4FBC-8F0E-52D6101B6F55}"/>
              </a:ext>
            </a:extLst>
          </p:cNvPr>
          <p:cNvSpPr>
            <a:spLocks xmlns:a="http://schemas.openxmlformats.org/drawingml/2006/main" noGrp="1"/>
          </p:cNvSpPr>
          <p:nvPr/>
        </p:nvSpPr>
        <p:spPr>
          <a:xfrm xmlns:a="http://schemas.openxmlformats.org/drawingml/2006/main">
            <a:off x="1188468" y="4265216"/>
            <a:ext cx="167640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对比过深圳华拓、TTV，</a:t>
            </a:r>
          </a:p>
        </p:txBody>
      </p:sp>
      <p:sp>
        <p:nvSpPr>
          <p:cNvPr id="24" name="pdf-text-0024">
            <a:extLst xmlns:a="http://schemas.openxmlformats.org/drawingml/2006/main">
              <a:ext uri="{FF2B5EF4-FFF2-40B4-BE49-F238E27FC236}">
                <a16:creationId xmlns:a16="http://schemas.microsoft.com/office/drawing/2014/main" id="{4D549962-90E5-49DF-B15C-8C562854A73D}"/>
              </a:ext>
            </a:extLst>
          </p:cNvPr>
          <p:cNvSpPr>
            <a:spLocks xmlns:a="http://schemas.openxmlformats.org/drawingml/2006/main" noGrp="1"/>
          </p:cNvSpPr>
          <p:nvPr/>
        </p:nvSpPr>
        <p:spPr>
          <a:xfrm xmlns:a="http://schemas.openxmlformats.org/drawingml/2006/main">
            <a:off x="2831341" y="4265214"/>
            <a:ext cx="254203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轻蜓的优势在于2D和3D检测能力满足</a:t>
            </a:r>
          </a:p>
        </p:txBody>
      </p:sp>
      <p:sp>
        <p:nvSpPr>
          <p:cNvPr id="25" name="pdf-text-0025">
            <a:extLst xmlns:a="http://schemas.openxmlformats.org/drawingml/2006/main">
              <a:ext uri="{FF2B5EF4-FFF2-40B4-BE49-F238E27FC236}">
                <a16:creationId xmlns:a16="http://schemas.microsoft.com/office/drawing/2014/main" id="{C5A661F5-1F13-49F7-855E-7C9268CE196D}"/>
              </a:ext>
            </a:extLst>
          </p:cNvPr>
          <p:cNvSpPr>
            <a:spLocks xmlns:a="http://schemas.openxmlformats.org/drawingml/2006/main" noGrp="1"/>
          </p:cNvSpPr>
          <p:nvPr/>
        </p:nvSpPr>
        <p:spPr>
          <a:xfrm xmlns:a="http://schemas.openxmlformats.org/drawingml/2006/main">
            <a:off x="1188469" y="4502959"/>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产品要求；具备完整的SPC检测数据管理，追溯方便；检测指</a:t>
            </a:r>
          </a:p>
        </p:txBody>
      </p:sp>
      <p:sp>
        <p:nvSpPr>
          <p:cNvPr id="26" name="pdf-text-0026">
            <a:extLst xmlns:a="http://schemas.openxmlformats.org/drawingml/2006/main">
              <a:ext uri="{FF2B5EF4-FFF2-40B4-BE49-F238E27FC236}">
                <a16:creationId xmlns:a16="http://schemas.microsoft.com/office/drawing/2014/main" id="{DFD08094-1B7F-4DF4-ABC8-11B2CA3276B4}"/>
              </a:ext>
            </a:extLst>
          </p:cNvPr>
          <p:cNvSpPr>
            <a:spLocks xmlns:a="http://schemas.openxmlformats.org/drawingml/2006/main" noGrp="1"/>
          </p:cNvSpPr>
          <p:nvPr/>
        </p:nvSpPr>
        <p:spPr>
          <a:xfrm xmlns:a="http://schemas.openxmlformats.org/drawingml/2006/main">
            <a:off x="1188469" y="4740702"/>
            <a:ext cx="41864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标（重复性、准确性）优于华拓；整体检测速度最快，程序耗</a:t>
            </a:r>
          </a:p>
        </p:txBody>
      </p:sp>
      <p:sp>
        <p:nvSpPr>
          <p:cNvPr id="27" name="pdf-text-0027">
            <a:extLst xmlns:a="http://schemas.openxmlformats.org/drawingml/2006/main">
              <a:ext uri="{FF2B5EF4-FFF2-40B4-BE49-F238E27FC236}">
                <a16:creationId xmlns:a16="http://schemas.microsoft.com/office/drawing/2014/main" id="{DB293516-9DB0-4000-8E68-F9B8D9FB2102}"/>
              </a:ext>
            </a:extLst>
          </p:cNvPr>
          <p:cNvSpPr>
            <a:spLocks xmlns:a="http://schemas.openxmlformats.org/drawingml/2006/main" noGrp="1"/>
          </p:cNvSpPr>
          <p:nvPr/>
        </p:nvSpPr>
        <p:spPr>
          <a:xfrm xmlns:a="http://schemas.openxmlformats.org/drawingml/2006/main">
            <a:off x="1188469" y="4978447"/>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时更少。</a:t>
            </a:r>
          </a:p>
        </p:txBody>
      </p:sp>
      <p:sp>
        <p:nvSpPr>
          <p:cNvPr id="28" name="pdf-text-0028">
            <a:extLst xmlns:a="http://schemas.openxmlformats.org/drawingml/2006/main">
              <a:ext uri="{FF2B5EF4-FFF2-40B4-BE49-F238E27FC236}">
                <a16:creationId xmlns:a16="http://schemas.microsoft.com/office/drawing/2014/main" id="{C32D2543-98B0-48CF-9062-053F723E0875}"/>
              </a:ext>
            </a:extLst>
          </p:cNvPr>
          <p:cNvSpPr>
            <a:spLocks xmlns:a="http://schemas.openxmlformats.org/drawingml/2006/main" noGrp="1"/>
          </p:cNvSpPr>
          <p:nvPr/>
        </p:nvSpPr>
        <p:spPr>
          <a:xfrm xmlns:a="http://schemas.openxmlformats.org/drawingml/2006/main">
            <a:off x="901957" y="522559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29" name="pdf-text-0029">
            <a:extLst xmlns:a="http://schemas.openxmlformats.org/drawingml/2006/main">
              <a:ext uri="{FF2B5EF4-FFF2-40B4-BE49-F238E27FC236}">
                <a16:creationId xmlns:a16="http://schemas.microsoft.com/office/drawing/2014/main" id="{69339C17-9E11-4B46-B187-E6B6A33F6815}"/>
              </a:ext>
            </a:extLst>
          </p:cNvPr>
          <p:cNvSpPr>
            <a:spLocks xmlns:a="http://schemas.openxmlformats.org/drawingml/2006/main" noGrp="1"/>
          </p:cNvSpPr>
          <p:nvPr/>
        </p:nvSpPr>
        <p:spPr>
          <a:xfrm xmlns:a="http://schemas.openxmlformats.org/drawingml/2006/main">
            <a:off x="1188469" y="5216192"/>
            <a:ext cx="4186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后续采购需求：第一条老产线改造，有5台AOI需求；塑封前检</a:t>
            </a:r>
          </a:p>
        </p:txBody>
      </p:sp>
      <p:sp>
        <p:nvSpPr>
          <p:cNvPr id="30" name="pdf-text-0030">
            <a:extLst xmlns:a="http://schemas.openxmlformats.org/drawingml/2006/main">
              <a:ext uri="{FF2B5EF4-FFF2-40B4-BE49-F238E27FC236}">
                <a16:creationId xmlns:a16="http://schemas.microsoft.com/office/drawing/2014/main" id="{CF8D1606-5C1B-45EF-9B67-6E57903CAC6A}"/>
              </a:ext>
            </a:extLst>
          </p:cNvPr>
          <p:cNvSpPr>
            <a:spLocks xmlns:a="http://schemas.openxmlformats.org/drawingml/2006/main" noGrp="1"/>
          </p:cNvSpPr>
          <p:nvPr/>
        </p:nvSpPr>
        <p:spPr>
          <a:xfrm xmlns:a="http://schemas.openxmlformats.org/drawingml/2006/main">
            <a:off x="1188468" y="5453936"/>
            <a:ext cx="415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测目前为人工，后续替换AOI至少需3台以上，上半年会下PO。</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155a49c2fc3a40f9">
            <a:extLst>
              <a:ext uri="{96DAC541-7B7A-43D3-8B79-37D633B846F1}">
                <asvg:svgBlip xmlns:asvg="http://schemas.microsoft.com/office/drawing/2016/SVG/main" r:embed="R1e9943ea3fe34ee7"/>
              </a:ext>
            </a:extLst>
          </a:blip>
          <a:stretch xmlns:a="http://schemas.openxmlformats.org/drawingml/2006/main"/>
        </p:blipFill>
        <p:spPr>
          <a:xfrm xmlns:a="http://schemas.openxmlformats.org/drawingml/2006/main">
            <a:off x="6336520" y="1138959"/>
            <a:ext cx="5348262" cy="4851209"/>
          </a:xfrm>
          <a:prstGeom xmlns:a="http://schemas.openxmlformats.org/drawingml/2006/main" prst="rect">
            <a:avLst/>
          </a:prstGeom>
        </p:spPr>
      </p:pic>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e12d68e3c0a746cc">
            <a:extLst>
              <a:ext uri="{96DAC541-7B7A-43D3-8B79-37D633B846F1}">
                <asvg:svgBlip xmlns:asvg="http://schemas.microsoft.com/office/drawing/2016/SVG/main" r:embed="Rfe7524df5d3845e8"/>
              </a:ext>
            </a:extLst>
          </a:blip>
          <a:stretch xmlns:a="http://schemas.openxmlformats.org/drawingml/2006/main"/>
        </p:blipFill>
        <p:spPr>
          <a:xfrm xmlns:a="http://schemas.openxmlformats.org/drawingml/2006/main">
            <a:off x="6208391" y="1004335"/>
            <a:ext cx="3189491" cy="463321"/>
          </a:xfrm>
          <a:prstGeom xmlns:a="http://schemas.openxmlformats.org/drawingml/2006/main" prst="rect">
            <a:avLst/>
          </a:prstGeom>
        </p:spPr>
      </p:pic>
      <p:sp>
        <p:nvSpPr>
          <p:cNvPr id="33" name="pdf-text-0033">
            <a:extLst xmlns:a="http://schemas.openxmlformats.org/drawingml/2006/main">
              <a:ext uri="{FF2B5EF4-FFF2-40B4-BE49-F238E27FC236}">
                <a16:creationId xmlns:a16="http://schemas.microsoft.com/office/drawing/2014/main" id="{221C35B2-8C3E-42B9-AECF-003A95DFE320}"/>
              </a:ext>
            </a:extLst>
          </p:cNvPr>
          <p:cNvSpPr>
            <a:spLocks xmlns:a="http://schemas.openxmlformats.org/drawingml/2006/main" noGrp="1"/>
          </p:cNvSpPr>
          <p:nvPr/>
        </p:nvSpPr>
        <p:spPr>
          <a:xfrm xmlns:a="http://schemas.openxmlformats.org/drawingml/2006/main">
            <a:off x="6440660" y="1144992"/>
            <a:ext cx="118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某光模块厂</a:t>
            </a:r>
          </a:p>
        </p:txBody>
      </p:sp>
      <p:sp>
        <p:nvSpPr>
          <p:cNvPr id="34" name="pdf-text-0034">
            <a:extLst xmlns:a="http://schemas.openxmlformats.org/drawingml/2006/main">
              <a:ext uri="{FF2B5EF4-FFF2-40B4-BE49-F238E27FC236}">
                <a16:creationId xmlns:a16="http://schemas.microsoft.com/office/drawing/2014/main" id="{8CB39FD0-3517-4276-985C-07B84FF7A806}"/>
              </a:ext>
            </a:extLst>
          </p:cNvPr>
          <p:cNvSpPr>
            <a:spLocks xmlns:a="http://schemas.openxmlformats.org/drawingml/2006/main" noGrp="1"/>
          </p:cNvSpPr>
          <p:nvPr/>
        </p:nvSpPr>
        <p:spPr>
          <a:xfrm xmlns:a="http://schemas.openxmlformats.org/drawingml/2006/main">
            <a:off x="6501853"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35" name="pdf-text-0035">
            <a:extLst xmlns:a="http://schemas.openxmlformats.org/drawingml/2006/main">
              <a:ext uri="{FF2B5EF4-FFF2-40B4-BE49-F238E27FC236}">
                <a16:creationId xmlns:a16="http://schemas.microsoft.com/office/drawing/2014/main" id="{DD2A2BF7-C7A5-4566-8397-C815161E7708}"/>
              </a:ext>
            </a:extLst>
          </p:cNvPr>
          <p:cNvSpPr>
            <a:spLocks xmlns:a="http://schemas.openxmlformats.org/drawingml/2006/main" noGrp="1"/>
          </p:cNvSpPr>
          <p:nvPr/>
        </p:nvSpPr>
        <p:spPr>
          <a:xfrm xmlns:a="http://schemas.openxmlformats.org/drawingml/2006/main">
            <a:off x="6788365" y="1650032"/>
            <a:ext cx="464515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承接集团AI与数字化转型中的智能制造（光模块）视觉检测任务，以</a:t>
            </a:r>
          </a:p>
        </p:txBody>
      </p:sp>
      <p:sp>
        <p:nvSpPr>
          <p:cNvPr id="36" name="pdf-text-0036">
            <a:extLst xmlns:a="http://schemas.openxmlformats.org/drawingml/2006/main">
              <a:ext uri="{FF2B5EF4-FFF2-40B4-BE49-F238E27FC236}">
                <a16:creationId xmlns:a16="http://schemas.microsoft.com/office/drawing/2014/main" id="{1373D1AA-C039-40EE-8209-7F20447DFE81}"/>
              </a:ext>
            </a:extLst>
          </p:cNvPr>
          <p:cNvSpPr>
            <a:spLocks xmlns:a="http://schemas.openxmlformats.org/drawingml/2006/main" noGrp="1"/>
          </p:cNvSpPr>
          <p:nvPr/>
        </p:nvSpPr>
        <p:spPr>
          <a:xfrm xmlns:a="http://schemas.openxmlformats.org/drawingml/2006/main">
            <a:off x="6788364" y="1887776"/>
            <a:ext cx="26487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软件为主。做项目时寻找硬件合作方，</a:t>
            </a:r>
          </a:p>
        </p:txBody>
      </p:sp>
      <p:sp>
        <p:nvSpPr>
          <p:cNvPr id="37" name="pdf-text-0037">
            <a:extLst xmlns:a="http://schemas.openxmlformats.org/drawingml/2006/main">
              <a:ext uri="{FF2B5EF4-FFF2-40B4-BE49-F238E27FC236}">
                <a16:creationId xmlns:a16="http://schemas.microsoft.com/office/drawing/2014/main" id="{78E9318E-33F2-4FFC-8C6B-E1059515630D}"/>
              </a:ext>
            </a:extLst>
          </p:cNvPr>
          <p:cNvSpPr>
            <a:spLocks xmlns:a="http://schemas.openxmlformats.org/drawingml/2006/main" noGrp="1"/>
          </p:cNvSpPr>
          <p:nvPr/>
        </p:nvSpPr>
        <p:spPr>
          <a:xfrm xmlns:a="http://schemas.openxmlformats.org/drawingml/2006/main">
            <a:off x="9398977" y="1887776"/>
            <a:ext cx="20345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看重轻蜓的光学成像、电气控</a:t>
            </a:r>
          </a:p>
        </p:txBody>
      </p:sp>
      <p:sp>
        <p:nvSpPr>
          <p:cNvPr id="38" name="pdf-text-0038">
            <a:extLst xmlns:a="http://schemas.openxmlformats.org/drawingml/2006/main">
              <a:ext uri="{FF2B5EF4-FFF2-40B4-BE49-F238E27FC236}">
                <a16:creationId xmlns:a16="http://schemas.microsoft.com/office/drawing/2014/main" id="{46C0726F-7BDE-4EEF-A03D-ED9F403F6105}"/>
              </a:ext>
            </a:extLst>
          </p:cNvPr>
          <p:cNvSpPr>
            <a:spLocks xmlns:a="http://schemas.openxmlformats.org/drawingml/2006/main" noGrp="1"/>
          </p:cNvSpPr>
          <p:nvPr/>
        </p:nvSpPr>
        <p:spPr>
          <a:xfrm xmlns:a="http://schemas.openxmlformats.org/drawingml/2006/main">
            <a:off x="6788365" y="2125520"/>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制、结构能力，尤其是成熟的3D检测技术</a:t>
            </a:r>
          </a:p>
        </p:txBody>
      </p:sp>
      <p:sp>
        <p:nvSpPr>
          <p:cNvPr id="39" name="pdf-text-0039">
            <a:extLst xmlns:a="http://schemas.openxmlformats.org/drawingml/2006/main">
              <a:ext uri="{FF2B5EF4-FFF2-40B4-BE49-F238E27FC236}">
                <a16:creationId xmlns:a16="http://schemas.microsoft.com/office/drawing/2014/main" id="{A7FDD287-D05B-485B-93F8-7995923CD190}"/>
              </a:ext>
            </a:extLst>
          </p:cNvPr>
          <p:cNvSpPr>
            <a:spLocks xmlns:a="http://schemas.openxmlformats.org/drawingml/2006/main" noGrp="1"/>
          </p:cNvSpPr>
          <p:nvPr/>
        </p:nvSpPr>
        <p:spPr>
          <a:xfrm xmlns:a="http://schemas.openxmlformats.org/drawingml/2006/main">
            <a:off x="9533089" y="212552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40" name="pdf-text-0040">
            <a:extLst xmlns:a="http://schemas.openxmlformats.org/drawingml/2006/main">
              <a:ext uri="{FF2B5EF4-FFF2-40B4-BE49-F238E27FC236}">
                <a16:creationId xmlns:a16="http://schemas.microsoft.com/office/drawing/2014/main" id="{F586F212-A9FE-4761-912A-D042769447E6}"/>
              </a:ext>
            </a:extLst>
          </p:cNvPr>
          <p:cNvSpPr>
            <a:spLocks xmlns:a="http://schemas.openxmlformats.org/drawingml/2006/main" noGrp="1"/>
          </p:cNvSpPr>
          <p:nvPr/>
        </p:nvSpPr>
        <p:spPr>
          <a:xfrm xmlns:a="http://schemas.openxmlformats.org/drawingml/2006/main">
            <a:off x="6501853" y="2372664"/>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1" name="pdf-text-0041">
            <a:extLst xmlns:a="http://schemas.openxmlformats.org/drawingml/2006/main">
              <a:ext uri="{FF2B5EF4-FFF2-40B4-BE49-F238E27FC236}">
                <a16:creationId xmlns:a16="http://schemas.microsoft.com/office/drawing/2014/main" id="{1A4308E3-F684-4F7A-908B-EA475358E651}"/>
              </a:ext>
            </a:extLst>
          </p:cNvPr>
          <p:cNvSpPr>
            <a:spLocks xmlns:a="http://schemas.openxmlformats.org/drawingml/2006/main" noGrp="1"/>
          </p:cNvSpPr>
          <p:nvPr/>
        </p:nvSpPr>
        <p:spPr>
          <a:xfrm xmlns:a="http://schemas.openxmlformats.org/drawingml/2006/main">
            <a:off x="6788365" y="2363264"/>
            <a:ext cx="245211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2025年初POC合作，年中招标中标，</a:t>
            </a:r>
          </a:p>
        </p:txBody>
      </p:sp>
      <p:sp>
        <p:nvSpPr>
          <p:cNvPr id="42" name="pdf-text-0042">
            <a:extLst xmlns:a="http://schemas.openxmlformats.org/drawingml/2006/main">
              <a:ext uri="{FF2B5EF4-FFF2-40B4-BE49-F238E27FC236}">
                <a16:creationId xmlns:a16="http://schemas.microsoft.com/office/drawing/2014/main" id="{54652044-EA0E-4C08-9049-B30BE9ED9EC9}"/>
              </a:ext>
            </a:extLst>
          </p:cNvPr>
          <p:cNvSpPr>
            <a:spLocks xmlns:a="http://schemas.openxmlformats.org/drawingml/2006/main" noGrp="1"/>
          </p:cNvSpPr>
          <p:nvPr/>
        </p:nvSpPr>
        <p:spPr>
          <a:xfrm xmlns:a="http://schemas.openxmlformats.org/drawingml/2006/main">
            <a:off x="9205429" y="2363264"/>
            <a:ext cx="183489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第一阶段先采购8台做验证</a:t>
            </a:r>
          </a:p>
        </p:txBody>
      </p:sp>
      <p:sp>
        <p:nvSpPr>
          <p:cNvPr id="43" name="pdf-text-0043">
            <a:extLst xmlns:a="http://schemas.openxmlformats.org/drawingml/2006/main">
              <a:ext uri="{FF2B5EF4-FFF2-40B4-BE49-F238E27FC236}">
                <a16:creationId xmlns:a16="http://schemas.microsoft.com/office/drawing/2014/main" id="{F9097E4A-5076-4DE7-BFB0-6325FBBC2C39}"/>
              </a:ext>
            </a:extLst>
          </p:cNvPr>
          <p:cNvSpPr>
            <a:spLocks xmlns:a="http://schemas.openxmlformats.org/drawingml/2006/main" noGrp="1"/>
          </p:cNvSpPr>
          <p:nvPr/>
        </p:nvSpPr>
        <p:spPr>
          <a:xfrm xmlns:a="http://schemas.openxmlformats.org/drawingml/2006/main">
            <a:off x="11006796" y="2363264"/>
            <a:ext cx="42519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，共4</a:t>
            </a:r>
          </a:p>
        </p:txBody>
      </p:sp>
      <p:sp>
        <p:nvSpPr>
          <p:cNvPr id="44" name="pdf-text-0044">
            <a:extLst xmlns:a="http://schemas.openxmlformats.org/drawingml/2006/main">
              <a:ext uri="{FF2B5EF4-FFF2-40B4-BE49-F238E27FC236}">
                <a16:creationId xmlns:a16="http://schemas.microsoft.com/office/drawing/2014/main" id="{340970BD-6EB9-42A8-AA77-F986DC4F7699}"/>
              </a:ext>
            </a:extLst>
          </p:cNvPr>
          <p:cNvSpPr>
            <a:spLocks xmlns:a="http://schemas.openxmlformats.org/drawingml/2006/main" noGrp="1"/>
          </p:cNvSpPr>
          <p:nvPr/>
        </p:nvSpPr>
        <p:spPr>
          <a:xfrm xmlns:a="http://schemas.openxmlformats.org/drawingml/2006/main">
            <a:off x="6788366" y="2601008"/>
            <a:ext cx="46421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个工厂各放1-2台。第一批8台（交付7台），后续再下10台以内，按</a:t>
            </a:r>
          </a:p>
        </p:txBody>
      </p:sp>
      <p:sp>
        <p:nvSpPr>
          <p:cNvPr id="45" name="pdf-text-0045">
            <a:extLst xmlns:a="http://schemas.openxmlformats.org/drawingml/2006/main">
              <a:ext uri="{FF2B5EF4-FFF2-40B4-BE49-F238E27FC236}">
                <a16:creationId xmlns:a16="http://schemas.microsoft.com/office/drawing/2014/main" id="{68AE6EDD-0967-4350-AE88-34953D7A152A}"/>
              </a:ext>
            </a:extLst>
          </p:cNvPr>
          <p:cNvSpPr>
            <a:spLocks xmlns:a="http://schemas.openxmlformats.org/drawingml/2006/main" noGrp="1"/>
          </p:cNvSpPr>
          <p:nvPr/>
        </p:nvSpPr>
        <p:spPr>
          <a:xfrm xmlns:a="http://schemas.openxmlformats.org/drawingml/2006/main">
            <a:off x="6788366" y="2838752"/>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订单执行。</a:t>
            </a:r>
          </a:p>
        </p:txBody>
      </p:sp>
      <p:sp>
        <p:nvSpPr>
          <p:cNvPr id="46" name="pdf-text-0046">
            <a:extLst xmlns:a="http://schemas.openxmlformats.org/drawingml/2006/main">
              <a:ext uri="{FF2B5EF4-FFF2-40B4-BE49-F238E27FC236}">
                <a16:creationId xmlns:a16="http://schemas.microsoft.com/office/drawing/2014/main" id="{AE48C88C-2675-4242-9415-FE2D7659F0EA}"/>
              </a:ext>
            </a:extLst>
          </p:cNvPr>
          <p:cNvSpPr>
            <a:spLocks xmlns:a="http://schemas.openxmlformats.org/drawingml/2006/main" noGrp="1"/>
          </p:cNvSpPr>
          <p:nvPr/>
        </p:nvSpPr>
        <p:spPr>
          <a:xfrm xmlns:a="http://schemas.openxmlformats.org/drawingml/2006/main">
            <a:off x="6501854" y="308589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7" name="pdf-text-0047">
            <a:extLst xmlns:a="http://schemas.openxmlformats.org/drawingml/2006/main">
              <a:ext uri="{FF2B5EF4-FFF2-40B4-BE49-F238E27FC236}">
                <a16:creationId xmlns:a16="http://schemas.microsoft.com/office/drawing/2014/main" id="{7D173130-A9B6-439D-BBF3-97DB31F67A8A}"/>
              </a:ext>
            </a:extLst>
          </p:cNvPr>
          <p:cNvSpPr>
            <a:spLocks xmlns:a="http://schemas.openxmlformats.org/drawingml/2006/main" noGrp="1"/>
          </p:cNvSpPr>
          <p:nvPr/>
        </p:nvSpPr>
        <p:spPr>
          <a:xfrm xmlns:a="http://schemas.openxmlformats.org/drawingml/2006/main">
            <a:off x="6788366" y="3076496"/>
            <a:ext cx="464515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检测场景与工艺：DB：芯片外观不良（脏、异物、胶水、崩缺），检</a:t>
            </a:r>
          </a:p>
        </p:txBody>
      </p:sp>
      <p:sp>
        <p:nvSpPr>
          <p:cNvPr id="48" name="pdf-text-0048">
            <a:extLst xmlns:a="http://schemas.openxmlformats.org/drawingml/2006/main">
              <a:ext uri="{FF2B5EF4-FFF2-40B4-BE49-F238E27FC236}">
                <a16:creationId xmlns:a16="http://schemas.microsoft.com/office/drawing/2014/main" id="{1470B19D-B343-4E11-98A2-A5A412CFC331}"/>
              </a:ext>
            </a:extLst>
          </p:cNvPr>
          <p:cNvSpPr>
            <a:spLocks xmlns:a="http://schemas.openxmlformats.org/drawingml/2006/main" noGrp="1"/>
          </p:cNvSpPr>
          <p:nvPr/>
        </p:nvSpPr>
        <p:spPr>
          <a:xfrm xmlns:a="http://schemas.openxmlformats.org/drawingml/2006/main">
            <a:off x="6788364" y="3314240"/>
            <a:ext cx="47945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测模型为客户自有；WB：打金线后检测芯片损伤、DB问题、金线偏移、</a:t>
            </a:r>
          </a:p>
        </p:txBody>
      </p:sp>
      <p:sp>
        <p:nvSpPr>
          <p:cNvPr id="49" name="pdf-text-0049">
            <a:extLst xmlns:a="http://schemas.openxmlformats.org/drawingml/2006/main">
              <a:ext uri="{FF2B5EF4-FFF2-40B4-BE49-F238E27FC236}">
                <a16:creationId xmlns:a16="http://schemas.microsoft.com/office/drawing/2014/main" id="{53D8792C-E306-4864-BC57-B2B54C5BE3E9}"/>
              </a:ext>
            </a:extLst>
          </p:cNvPr>
          <p:cNvSpPr>
            <a:spLocks xmlns:a="http://schemas.openxmlformats.org/drawingml/2006/main" noGrp="1"/>
          </p:cNvSpPr>
          <p:nvPr/>
        </p:nvSpPr>
        <p:spPr>
          <a:xfrm xmlns:a="http://schemas.openxmlformats.org/drawingml/2006/main">
            <a:off x="6788364" y="3551984"/>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线高、短路、断线，轻蜓提供检测模型。之前方案全人工目检。</a:t>
            </a:r>
          </a:p>
        </p:txBody>
      </p:sp>
      <p:sp>
        <p:nvSpPr>
          <p:cNvPr id="50" name="pdf-text-0050">
            <a:extLst xmlns:a="http://schemas.openxmlformats.org/drawingml/2006/main">
              <a:ext uri="{FF2B5EF4-FFF2-40B4-BE49-F238E27FC236}">
                <a16:creationId xmlns:a16="http://schemas.microsoft.com/office/drawing/2014/main" id="{5D93D607-41FE-4B83-8CA7-9EFA27D73A65}"/>
              </a:ext>
            </a:extLst>
          </p:cNvPr>
          <p:cNvSpPr>
            <a:spLocks xmlns:a="http://schemas.openxmlformats.org/drawingml/2006/main" noGrp="1"/>
          </p:cNvSpPr>
          <p:nvPr/>
        </p:nvSpPr>
        <p:spPr>
          <a:xfrm xmlns:a="http://schemas.openxmlformats.org/drawingml/2006/main">
            <a:off x="6501852" y="3799128"/>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1" name="pdf-text-0051">
            <a:extLst xmlns:a="http://schemas.openxmlformats.org/drawingml/2006/main">
              <a:ext uri="{FF2B5EF4-FFF2-40B4-BE49-F238E27FC236}">
                <a16:creationId xmlns:a16="http://schemas.microsoft.com/office/drawing/2014/main" id="{4B2C92C8-EA75-48E3-B231-B44E55C43288}"/>
              </a:ext>
            </a:extLst>
          </p:cNvPr>
          <p:cNvSpPr>
            <a:spLocks xmlns:a="http://schemas.openxmlformats.org/drawingml/2006/main" noGrp="1"/>
          </p:cNvSpPr>
          <p:nvPr/>
        </p:nvSpPr>
        <p:spPr>
          <a:xfrm xmlns:a="http://schemas.openxmlformats.org/drawingml/2006/main">
            <a:off x="6788364" y="3789728"/>
            <a:ext cx="464210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对比过的公司：精测（无3D或显微单技术）、奥特维（3D节拍有差</a:t>
            </a:r>
          </a:p>
        </p:txBody>
      </p:sp>
      <p:sp>
        <p:nvSpPr>
          <p:cNvPr id="52" name="pdf-text-0052">
            <a:extLst xmlns:a="http://schemas.openxmlformats.org/drawingml/2006/main">
              <a:ext uri="{FF2B5EF4-FFF2-40B4-BE49-F238E27FC236}">
                <a16:creationId xmlns:a16="http://schemas.microsoft.com/office/drawing/2014/main" id="{D7D69B26-3F54-4753-873A-A7EA4573D440}"/>
              </a:ext>
            </a:extLst>
          </p:cNvPr>
          <p:cNvSpPr>
            <a:spLocks xmlns:a="http://schemas.openxmlformats.org/drawingml/2006/main" noGrp="1"/>
          </p:cNvSpPr>
          <p:nvPr/>
        </p:nvSpPr>
        <p:spPr>
          <a:xfrm xmlns:a="http://schemas.openxmlformats.org/drawingml/2006/main">
            <a:off x="6788366" y="4027472"/>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距）、智立方（六面检较好，DB/WB不行）等。</a:t>
            </a:r>
          </a:p>
        </p:txBody>
      </p:sp>
      <p:sp>
        <p:nvSpPr>
          <p:cNvPr id="53" name="pdf-text-0053">
            <a:extLst xmlns:a="http://schemas.openxmlformats.org/drawingml/2006/main">
              <a:ext uri="{FF2B5EF4-FFF2-40B4-BE49-F238E27FC236}">
                <a16:creationId xmlns:a16="http://schemas.microsoft.com/office/drawing/2014/main" id="{6DEA63C9-772F-4CA5-BA13-1D513D3D49D9}"/>
              </a:ext>
            </a:extLst>
          </p:cNvPr>
          <p:cNvSpPr>
            <a:spLocks xmlns:a="http://schemas.openxmlformats.org/drawingml/2006/main" noGrp="1"/>
          </p:cNvSpPr>
          <p:nvPr/>
        </p:nvSpPr>
        <p:spPr>
          <a:xfrm xmlns:a="http://schemas.openxmlformats.org/drawingml/2006/main">
            <a:off x="6501854" y="427461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4" name="pdf-text-0054">
            <a:extLst xmlns:a="http://schemas.openxmlformats.org/drawingml/2006/main">
              <a:ext uri="{FF2B5EF4-FFF2-40B4-BE49-F238E27FC236}">
                <a16:creationId xmlns:a16="http://schemas.microsoft.com/office/drawing/2014/main" id="{5D9444E4-C42F-4794-94DC-99CF1F1111FF}"/>
              </a:ext>
            </a:extLst>
          </p:cNvPr>
          <p:cNvSpPr>
            <a:spLocks xmlns:a="http://schemas.openxmlformats.org/drawingml/2006/main" noGrp="1"/>
          </p:cNvSpPr>
          <p:nvPr/>
        </p:nvSpPr>
        <p:spPr>
          <a:xfrm xmlns:a="http://schemas.openxmlformats.org/drawingml/2006/main">
            <a:off x="6788366" y="4265216"/>
            <a:ext cx="47960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后续采购需求：2025年四个厂共50台，全年50-60台；目前已经满产，</a:t>
            </a:r>
          </a:p>
        </p:txBody>
      </p:sp>
      <p:sp>
        <p:nvSpPr>
          <p:cNvPr id="55" name="pdf-text-0055">
            <a:extLst xmlns:a="http://schemas.openxmlformats.org/drawingml/2006/main">
              <a:ext uri="{FF2B5EF4-FFF2-40B4-BE49-F238E27FC236}">
                <a16:creationId xmlns:a16="http://schemas.microsoft.com/office/drawing/2014/main" id="{24DD8133-F97E-415C-B237-A432BCA9B688}"/>
              </a:ext>
            </a:extLst>
          </p:cNvPr>
          <p:cNvSpPr>
            <a:spLocks xmlns:a="http://schemas.openxmlformats.org/drawingml/2006/main" noGrp="1"/>
          </p:cNvSpPr>
          <p:nvPr/>
        </p:nvSpPr>
        <p:spPr>
          <a:xfrm xmlns:a="http://schemas.openxmlformats.org/drawingml/2006/main">
            <a:off x="6788364" y="4502959"/>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亟需扩产，还会有增量需求。</a:t>
            </a:r>
          </a:p>
        </p:txBody>
      </p:sp>
      <p:sp>
        <p:nvSpPr>
          <p:cNvPr id="56" name="pdf-vector-0056">
            <a:extLst xmlns:a="http://schemas.openxmlformats.org/drawingml/2006/main">
              <a:ext uri="{FF2B5EF4-FFF2-40B4-BE49-F238E27FC236}">
                <a16:creationId xmlns:a16="http://schemas.microsoft.com/office/drawing/2014/main" id="{C292DFE0-9660-4470-B29B-52B95874D0A1}"/>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57" name="pdf-vector-0057">
            <a:extLst xmlns:a="http://schemas.openxmlformats.org/drawingml/2006/main">
              <a:ext uri="{FF2B5EF4-FFF2-40B4-BE49-F238E27FC236}">
                <a16:creationId xmlns:a16="http://schemas.microsoft.com/office/drawing/2014/main" id="{1F300916-6906-4648-B0A9-F4EF44EE104E}"/>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58" name="pdf-text-0058">
            <a:extLst xmlns:a="http://schemas.openxmlformats.org/drawingml/2006/main">
              <a:ext uri="{FF2B5EF4-FFF2-40B4-BE49-F238E27FC236}">
                <a16:creationId xmlns:a16="http://schemas.microsoft.com/office/drawing/2014/main" id="{0AFA91F7-711C-4EC8-B5EF-786ED062C4A3}"/>
              </a:ext>
            </a:extLst>
          </p:cNvPr>
          <p:cNvSpPr>
            <a:spLocks xmlns:a="http://schemas.openxmlformats.org/drawingml/2006/main" noGrp="1"/>
          </p:cNvSpPr>
          <p:nvPr/>
        </p:nvSpPr>
        <p:spPr>
          <a:xfrm xmlns:a="http://schemas.openxmlformats.org/drawingml/2006/main">
            <a:off x="594510" y="330993"/>
            <a:ext cx="2028444"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客户访谈（3）</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2bda82cf748b4de1"/>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Tree>
    <p:extLst>
      <p:ext uri="{BB962C8B-B14F-4D97-AF65-F5344CB8AC3E}">
        <p14:creationId xmlns:p14="http://schemas.microsoft.com/office/powerpoint/2010/main" val="953526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d7059986cd54e1d">
            <a:extLst>
              <a:ext uri="{96DAC541-7B7A-43D3-8B79-37D633B846F1}">
                <asvg:svgBlip xmlns:asvg="http://schemas.microsoft.com/office/drawing/2016/SVG/main" r:embed="Rba7d5c900d7b485f"/>
              </a:ext>
            </a:extLst>
          </a:blip>
          <a:stretch xmlns:a="http://schemas.openxmlformats.org/drawingml/2006/main"/>
        </p:blipFill>
        <p:spPr>
          <a:xfrm xmlns:a="http://schemas.openxmlformats.org/drawingml/2006/main">
            <a:off x="507221" y="1138967"/>
            <a:ext cx="5222126" cy="4444797"/>
          </a:xfrm>
          <a:prstGeom xmlns:a="http://schemas.openxmlformats.org/drawingml/2006/main" prst="rect">
            <a:avLst/>
          </a:prstGeom>
        </p:spPr>
      </p:pic>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293cd91cfcca408d">
            <a:extLst>
              <a:ext uri="{96DAC541-7B7A-43D3-8B79-37D633B846F1}">
                <asvg:svgBlip xmlns:asvg="http://schemas.microsoft.com/office/drawing/2016/SVG/main" r:embed="Rbce9a09f21cb4a9a"/>
              </a:ext>
            </a:extLst>
          </a:blip>
          <a:stretch xmlns:a="http://schemas.openxmlformats.org/drawingml/2006/main"/>
        </p:blipFill>
        <p:spPr>
          <a:xfrm xmlns:a="http://schemas.openxmlformats.org/drawingml/2006/main">
            <a:off x="379090" y="1004335"/>
            <a:ext cx="3131947" cy="463309"/>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30F8F61F-A759-4F7D-AE81-0620B218451D}"/>
              </a:ext>
            </a:extLst>
          </p:cNvPr>
          <p:cNvSpPr>
            <a:spLocks xmlns:a="http://schemas.openxmlformats.org/drawingml/2006/main" noGrp="1"/>
          </p:cNvSpPr>
          <p:nvPr/>
        </p:nvSpPr>
        <p:spPr>
          <a:xfrm xmlns:a="http://schemas.openxmlformats.org/drawingml/2006/main">
            <a:off x="611361" y="1144993"/>
            <a:ext cx="141770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某先进封装厂</a:t>
            </a:r>
          </a:p>
        </p:txBody>
      </p:sp>
      <p:sp>
        <p:nvSpPr>
          <p:cNvPr id="4" name="pdf-text-0004">
            <a:extLst xmlns:a="http://schemas.openxmlformats.org/drawingml/2006/main">
              <a:ext uri="{FF2B5EF4-FFF2-40B4-BE49-F238E27FC236}">
                <a16:creationId xmlns:a16="http://schemas.microsoft.com/office/drawing/2014/main" id="{6F7902F1-3CAA-4E8D-B6DC-33BFCEDB9B49}"/>
              </a:ext>
            </a:extLst>
          </p:cNvPr>
          <p:cNvSpPr>
            <a:spLocks xmlns:a="http://schemas.openxmlformats.org/drawingml/2006/main" noGrp="1"/>
          </p:cNvSpPr>
          <p:nvPr/>
        </p:nvSpPr>
        <p:spPr>
          <a:xfrm xmlns:a="http://schemas.openxmlformats.org/drawingml/2006/main">
            <a:off x="901957"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 name="pdf-text-0005">
            <a:extLst xmlns:a="http://schemas.openxmlformats.org/drawingml/2006/main">
              <a:ext uri="{FF2B5EF4-FFF2-40B4-BE49-F238E27FC236}">
                <a16:creationId xmlns:a16="http://schemas.microsoft.com/office/drawing/2014/main" id="{11A1C0A2-2EA2-49F0-BE74-FE03B88224FC}"/>
              </a:ext>
            </a:extLst>
          </p:cNvPr>
          <p:cNvSpPr>
            <a:spLocks xmlns:a="http://schemas.openxmlformats.org/drawingml/2006/main" noGrp="1"/>
          </p:cNvSpPr>
          <p:nvPr/>
        </p:nvSpPr>
        <p:spPr>
          <a:xfrm xmlns:a="http://schemas.openxmlformats.org/drawingml/2006/main">
            <a:off x="1188469" y="1650032"/>
            <a:ext cx="41864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国内进度最快的先进封装/板级封装（PLP）公司，终端客户为</a:t>
            </a:r>
          </a:p>
        </p:txBody>
      </p:sp>
      <p:sp>
        <p:nvSpPr>
          <p:cNvPr id="6" name="pdf-text-0006">
            <a:extLst xmlns:a="http://schemas.openxmlformats.org/drawingml/2006/main">
              <a:ext uri="{FF2B5EF4-FFF2-40B4-BE49-F238E27FC236}">
                <a16:creationId xmlns:a16="http://schemas.microsoft.com/office/drawing/2014/main" id="{86D84518-7400-4C99-ABD5-95816E8F4430}"/>
              </a:ext>
            </a:extLst>
          </p:cNvPr>
          <p:cNvSpPr>
            <a:spLocks xmlns:a="http://schemas.openxmlformats.org/drawingml/2006/main" noGrp="1"/>
          </p:cNvSpPr>
          <p:nvPr/>
        </p:nvSpPr>
        <p:spPr>
          <a:xfrm xmlns:a="http://schemas.openxmlformats.org/drawingml/2006/main">
            <a:off x="1188468" y="1887776"/>
            <a:ext cx="3543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AI算法芯片、手机芯片公司。板级封装是行业趋势。</a:t>
            </a:r>
          </a:p>
        </p:txBody>
      </p:sp>
      <p:sp>
        <p:nvSpPr>
          <p:cNvPr id="7" name="pdf-text-0007">
            <a:extLst xmlns:a="http://schemas.openxmlformats.org/drawingml/2006/main">
              <a:ext uri="{FF2B5EF4-FFF2-40B4-BE49-F238E27FC236}">
                <a16:creationId xmlns:a16="http://schemas.microsoft.com/office/drawing/2014/main" id="{8043B4E0-25B4-406E-ABFF-5902A7620435}"/>
              </a:ext>
            </a:extLst>
          </p:cNvPr>
          <p:cNvSpPr>
            <a:spLocks xmlns:a="http://schemas.openxmlformats.org/drawingml/2006/main" noGrp="1"/>
          </p:cNvSpPr>
          <p:nvPr/>
        </p:nvSpPr>
        <p:spPr>
          <a:xfrm xmlns:a="http://schemas.openxmlformats.org/drawingml/2006/main">
            <a:off x="901956" y="213492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8" name="pdf-text-0008">
            <a:extLst xmlns:a="http://schemas.openxmlformats.org/drawingml/2006/main">
              <a:ext uri="{FF2B5EF4-FFF2-40B4-BE49-F238E27FC236}">
                <a16:creationId xmlns:a16="http://schemas.microsoft.com/office/drawing/2014/main" id="{B7D1880D-2A09-4C83-A23B-57E4FC8A9F36}"/>
              </a:ext>
            </a:extLst>
          </p:cNvPr>
          <p:cNvSpPr>
            <a:spLocks xmlns:a="http://schemas.openxmlformats.org/drawingml/2006/main" noGrp="1"/>
          </p:cNvSpPr>
          <p:nvPr/>
        </p:nvSpPr>
        <p:spPr>
          <a:xfrm xmlns:a="http://schemas.openxmlformats.org/drawingml/2006/main">
            <a:off x="1188468" y="2125520"/>
            <a:ext cx="308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采购2DAOI，2025年5月进厂、8月完成验证。</a:t>
            </a:r>
          </a:p>
        </p:txBody>
      </p:sp>
      <p:sp>
        <p:nvSpPr>
          <p:cNvPr id="9" name="pdf-text-0009">
            <a:extLst xmlns:a="http://schemas.openxmlformats.org/drawingml/2006/main">
              <a:ext uri="{FF2B5EF4-FFF2-40B4-BE49-F238E27FC236}">
                <a16:creationId xmlns:a16="http://schemas.microsoft.com/office/drawing/2014/main" id="{BEB7CEF5-F47E-4521-AF41-FE33F29B0110}"/>
              </a:ext>
            </a:extLst>
          </p:cNvPr>
          <p:cNvSpPr>
            <a:spLocks xmlns:a="http://schemas.openxmlformats.org/drawingml/2006/main" noGrp="1"/>
          </p:cNvSpPr>
          <p:nvPr/>
        </p:nvSpPr>
        <p:spPr>
          <a:xfrm xmlns:a="http://schemas.openxmlformats.org/drawingml/2006/main">
            <a:off x="901957" y="2372664"/>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0" name="pdf-text-0010">
            <a:extLst xmlns:a="http://schemas.openxmlformats.org/drawingml/2006/main">
              <a:ext uri="{FF2B5EF4-FFF2-40B4-BE49-F238E27FC236}">
                <a16:creationId xmlns:a16="http://schemas.microsoft.com/office/drawing/2014/main" id="{9A607CC3-DE58-4910-BA15-1B61866055E1}"/>
              </a:ext>
            </a:extLst>
          </p:cNvPr>
          <p:cNvSpPr>
            <a:spLocks xmlns:a="http://schemas.openxmlformats.org/drawingml/2006/main" noGrp="1"/>
          </p:cNvSpPr>
          <p:nvPr/>
        </p:nvSpPr>
        <p:spPr>
          <a:xfrm xmlns:a="http://schemas.openxmlformats.org/drawingml/2006/main">
            <a:off x="1188469" y="2363264"/>
            <a:ext cx="41864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检测场景：芯片重组后检测、DB、显影后、蚀刻后，需做5层</a:t>
            </a:r>
          </a:p>
        </p:txBody>
      </p:sp>
      <p:sp>
        <p:nvSpPr>
          <p:cNvPr id="11" name="pdf-text-0011">
            <a:extLst xmlns:a="http://schemas.openxmlformats.org/drawingml/2006/main">
              <a:ext uri="{FF2B5EF4-FFF2-40B4-BE49-F238E27FC236}">
                <a16:creationId xmlns:a16="http://schemas.microsoft.com/office/drawing/2014/main" id="{A0420384-3C4D-431B-BBFB-564E1E8AA641}"/>
              </a:ext>
            </a:extLst>
          </p:cNvPr>
          <p:cNvSpPr>
            <a:spLocks xmlns:a="http://schemas.openxmlformats.org/drawingml/2006/main" noGrp="1"/>
          </p:cNvSpPr>
          <p:nvPr/>
        </p:nvSpPr>
        <p:spPr>
          <a:xfrm xmlns:a="http://schemas.openxmlformats.org/drawingml/2006/main">
            <a:off x="1188469" y="2601008"/>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RDL（每层4道工艺，共20个站点）。</a:t>
            </a:r>
          </a:p>
        </p:txBody>
      </p:sp>
      <p:sp>
        <p:nvSpPr>
          <p:cNvPr id="12" name="pdf-text-0012">
            <a:extLst xmlns:a="http://schemas.openxmlformats.org/drawingml/2006/main">
              <a:ext uri="{FF2B5EF4-FFF2-40B4-BE49-F238E27FC236}">
                <a16:creationId xmlns:a16="http://schemas.microsoft.com/office/drawing/2014/main" id="{9CF4492A-2ED3-4FFA-B83D-CFB9CD74F97D}"/>
              </a:ext>
            </a:extLst>
          </p:cNvPr>
          <p:cNvSpPr>
            <a:spLocks xmlns:a="http://schemas.openxmlformats.org/drawingml/2006/main" noGrp="1"/>
          </p:cNvSpPr>
          <p:nvPr/>
        </p:nvSpPr>
        <p:spPr>
          <a:xfrm xmlns:a="http://schemas.openxmlformats.org/drawingml/2006/main">
            <a:off x="901957" y="284815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3" name="pdf-text-0013">
            <a:extLst xmlns:a="http://schemas.openxmlformats.org/drawingml/2006/main">
              <a:ext uri="{FF2B5EF4-FFF2-40B4-BE49-F238E27FC236}">
                <a16:creationId xmlns:a16="http://schemas.microsoft.com/office/drawing/2014/main" id="{8B8546C8-EB79-4F67-826F-1251376D6A74}"/>
              </a:ext>
            </a:extLst>
          </p:cNvPr>
          <p:cNvSpPr>
            <a:spLocks xmlns:a="http://schemas.openxmlformats.org/drawingml/2006/main" noGrp="1"/>
          </p:cNvSpPr>
          <p:nvPr/>
        </p:nvSpPr>
        <p:spPr>
          <a:xfrm xmlns:a="http://schemas.openxmlformats.org/drawingml/2006/main">
            <a:off x="1188469" y="2838752"/>
            <a:ext cx="418490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行业内做PLPAOI的只有上海微、中科飞测、台湾正美；ONTO</a:t>
            </a:r>
          </a:p>
        </p:txBody>
      </p:sp>
      <p:sp>
        <p:nvSpPr>
          <p:cNvPr id="14" name="pdf-text-0014">
            <a:extLst xmlns:a="http://schemas.openxmlformats.org/drawingml/2006/main">
              <a:ext uri="{FF2B5EF4-FFF2-40B4-BE49-F238E27FC236}">
                <a16:creationId xmlns:a16="http://schemas.microsoft.com/office/drawing/2014/main" id="{A57B66E3-3A51-4E6E-8D37-0FAF618DDAC5}"/>
              </a:ext>
            </a:extLst>
          </p:cNvPr>
          <p:cNvSpPr>
            <a:spLocks xmlns:a="http://schemas.openxmlformats.org/drawingml/2006/main" noGrp="1"/>
          </p:cNvSpPr>
          <p:nvPr/>
        </p:nvSpPr>
        <p:spPr>
          <a:xfrm xmlns:a="http://schemas.openxmlformats.org/drawingml/2006/main">
            <a:off x="1188468" y="3076496"/>
            <a:ext cx="41864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设备有问题未使用。原先供应商都存在虚焦问题（因板子翘曲</a:t>
            </a:r>
          </a:p>
        </p:txBody>
      </p:sp>
      <p:sp>
        <p:nvSpPr>
          <p:cNvPr id="15" name="pdf-text-0015">
            <a:extLst xmlns:a="http://schemas.openxmlformats.org/drawingml/2006/main">
              <a:ext uri="{FF2B5EF4-FFF2-40B4-BE49-F238E27FC236}">
                <a16:creationId xmlns:a16="http://schemas.microsoft.com/office/drawing/2014/main" id="{0285D581-218E-47B1-B015-A5334AB2A361}"/>
              </a:ext>
            </a:extLst>
          </p:cNvPr>
          <p:cNvSpPr>
            <a:spLocks xmlns:a="http://schemas.openxmlformats.org/drawingml/2006/main" noGrp="1"/>
          </p:cNvSpPr>
          <p:nvPr/>
        </p:nvSpPr>
        <p:spPr>
          <a:xfrm xmlns:a="http://schemas.openxmlformats.org/drawingml/2006/main">
            <a:off x="1188468" y="3314240"/>
            <a:ext cx="415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高、工艺高度差），正美表现最好；中科飞测三年仍有虚焦。</a:t>
            </a:r>
          </a:p>
        </p:txBody>
      </p:sp>
      <p:sp>
        <p:nvSpPr>
          <p:cNvPr id="16" name="pdf-text-0016">
            <a:extLst xmlns:a="http://schemas.openxmlformats.org/drawingml/2006/main">
              <a:ext uri="{FF2B5EF4-FFF2-40B4-BE49-F238E27FC236}">
                <a16:creationId xmlns:a16="http://schemas.microsoft.com/office/drawing/2014/main" id="{660241CA-92E4-4A37-A0E8-3F85B912FD57}"/>
              </a:ext>
            </a:extLst>
          </p:cNvPr>
          <p:cNvSpPr>
            <a:spLocks xmlns:a="http://schemas.openxmlformats.org/drawingml/2006/main" noGrp="1"/>
          </p:cNvSpPr>
          <p:nvPr/>
        </p:nvSpPr>
        <p:spPr>
          <a:xfrm xmlns:a="http://schemas.openxmlformats.org/drawingml/2006/main">
            <a:off x="901956" y="3561384"/>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17" name="pdf-text-0017">
            <a:extLst xmlns:a="http://schemas.openxmlformats.org/drawingml/2006/main">
              <a:ext uri="{FF2B5EF4-FFF2-40B4-BE49-F238E27FC236}">
                <a16:creationId xmlns:a16="http://schemas.microsoft.com/office/drawing/2014/main" id="{300F9FCB-1682-4CAC-8908-4457AF913CDB}"/>
              </a:ext>
            </a:extLst>
          </p:cNvPr>
          <p:cNvSpPr>
            <a:spLocks xmlns:a="http://schemas.openxmlformats.org/drawingml/2006/main" noGrp="1"/>
          </p:cNvSpPr>
          <p:nvPr/>
        </p:nvSpPr>
        <p:spPr>
          <a:xfrm xmlns:a="http://schemas.openxmlformats.org/drawingml/2006/main">
            <a:off x="1188468" y="3551984"/>
            <a:ext cx="41864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Camtek有设备但要求2D+3D捆绑采购，且国外售后差；KLA太贵</a:t>
            </a:r>
          </a:p>
        </p:txBody>
      </p:sp>
      <p:sp>
        <p:nvSpPr>
          <p:cNvPr id="18" name="pdf-text-0018">
            <a:extLst xmlns:a="http://schemas.openxmlformats.org/drawingml/2006/main">
              <a:ext uri="{FF2B5EF4-FFF2-40B4-BE49-F238E27FC236}">
                <a16:creationId xmlns:a16="http://schemas.microsoft.com/office/drawing/2014/main" id="{D0A0542B-81BE-45D0-9CC7-332F0B893A8F}"/>
              </a:ext>
            </a:extLst>
          </p:cNvPr>
          <p:cNvSpPr>
            <a:spLocks xmlns:a="http://schemas.openxmlformats.org/drawingml/2006/main" noGrp="1"/>
          </p:cNvSpPr>
          <p:nvPr/>
        </p:nvSpPr>
        <p:spPr>
          <a:xfrm xmlns:a="http://schemas.openxmlformats.org/drawingml/2006/main">
            <a:off x="1188469" y="3789728"/>
            <a:ext cx="418490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且国内先进封装线宽不会很细，没必要。Camtek报价175万美</a:t>
            </a:r>
          </a:p>
        </p:txBody>
      </p:sp>
      <p:sp>
        <p:nvSpPr>
          <p:cNvPr id="19" name="pdf-text-0019">
            <a:extLst xmlns:a="http://schemas.openxmlformats.org/drawingml/2006/main">
              <a:ext uri="{FF2B5EF4-FFF2-40B4-BE49-F238E27FC236}">
                <a16:creationId xmlns:a16="http://schemas.microsoft.com/office/drawing/2014/main" id="{CAD5A142-2E3D-4D28-B584-2ADE4E5C0292}"/>
              </a:ext>
            </a:extLst>
          </p:cNvPr>
          <p:cNvSpPr>
            <a:spLocks xmlns:a="http://schemas.openxmlformats.org/drawingml/2006/main" noGrp="1"/>
          </p:cNvSpPr>
          <p:nvPr/>
        </p:nvSpPr>
        <p:spPr>
          <a:xfrm xmlns:a="http://schemas.openxmlformats.org/drawingml/2006/main">
            <a:off x="1188469" y="4027472"/>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元，国产设备500-600万人民币</a:t>
            </a:r>
          </a:p>
        </p:txBody>
      </p:sp>
      <p:sp>
        <p:nvSpPr>
          <p:cNvPr id="20" name="pdf-text-0020">
            <a:extLst xmlns:a="http://schemas.openxmlformats.org/drawingml/2006/main">
              <a:ext uri="{FF2B5EF4-FFF2-40B4-BE49-F238E27FC236}">
                <a16:creationId xmlns:a16="http://schemas.microsoft.com/office/drawing/2014/main" id="{726A750F-4515-4008-A390-A8AE1EF71195}"/>
              </a:ext>
            </a:extLst>
          </p:cNvPr>
          <p:cNvSpPr>
            <a:spLocks xmlns:a="http://schemas.openxmlformats.org/drawingml/2006/main" noGrp="1"/>
          </p:cNvSpPr>
          <p:nvPr/>
        </p:nvSpPr>
        <p:spPr>
          <a:xfrm xmlns:a="http://schemas.openxmlformats.org/drawingml/2006/main">
            <a:off x="901957" y="4274616"/>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Arial"/>
                <a:ea typeface="Arial"/>
                <a:cs typeface="Arial"/>
              </a:defRPr>
            </a:pPr>
            <a:r>
              <a:rPr sz="1200" b="0" i="0">
                <a:solidFill>
                  <a:srgbClr val="1382BA"/>
                </a:solidFill>
                <a:latin typeface="Arial"/>
                <a:ea typeface="Arial"/>
                <a:cs typeface="Arial"/>
              </a:rPr>
              <a:t>•</a:t>
            </a:r>
          </a:p>
        </p:txBody>
      </p:sp>
      <p:sp>
        <p:nvSpPr>
          <p:cNvPr id="21" name="pdf-text-0021">
            <a:extLst xmlns:a="http://schemas.openxmlformats.org/drawingml/2006/main">
              <a:ext uri="{FF2B5EF4-FFF2-40B4-BE49-F238E27FC236}">
                <a16:creationId xmlns:a16="http://schemas.microsoft.com/office/drawing/2014/main" id="{70C39559-CF6B-4631-94F3-D3FFC0439E6C}"/>
              </a:ext>
            </a:extLst>
          </p:cNvPr>
          <p:cNvSpPr>
            <a:spLocks xmlns:a="http://schemas.openxmlformats.org/drawingml/2006/main" noGrp="1"/>
          </p:cNvSpPr>
          <p:nvPr/>
        </p:nvSpPr>
        <p:spPr>
          <a:xfrm xmlns:a="http://schemas.openxmlformats.org/drawingml/2006/main">
            <a:off x="1188469" y="4265214"/>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认可轻蜓技术及负责人务实。</a:t>
            </a:r>
          </a:p>
        </p:txBody>
      </p:sp>
      <p:sp>
        <p:nvSpPr>
          <p:cNvPr id="22" name="pdf-text-0022">
            <a:extLst xmlns:a="http://schemas.openxmlformats.org/drawingml/2006/main">
              <a:ext uri="{FF2B5EF4-FFF2-40B4-BE49-F238E27FC236}">
                <a16:creationId xmlns:a16="http://schemas.microsoft.com/office/drawing/2014/main" id="{3FB37216-CE43-4DE7-9F47-D135053FEC8E}"/>
              </a:ext>
            </a:extLst>
          </p:cNvPr>
          <p:cNvSpPr>
            <a:spLocks xmlns:a="http://schemas.openxmlformats.org/drawingml/2006/main" noGrp="1"/>
          </p:cNvSpPr>
          <p:nvPr/>
        </p:nvSpPr>
        <p:spPr>
          <a:xfrm xmlns:a="http://schemas.openxmlformats.org/drawingml/2006/main">
            <a:off x="901957" y="4512359"/>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23" name="pdf-text-0023">
            <a:extLst xmlns:a="http://schemas.openxmlformats.org/drawingml/2006/main">
              <a:ext uri="{FF2B5EF4-FFF2-40B4-BE49-F238E27FC236}">
                <a16:creationId xmlns:a16="http://schemas.microsoft.com/office/drawing/2014/main" id="{A0EB17D6-07A0-4D22-A5F1-BE732EB6EC3E}"/>
              </a:ext>
            </a:extLst>
          </p:cNvPr>
          <p:cNvSpPr>
            <a:spLocks xmlns:a="http://schemas.openxmlformats.org/drawingml/2006/main" noGrp="1"/>
          </p:cNvSpPr>
          <p:nvPr/>
        </p:nvSpPr>
        <p:spPr>
          <a:xfrm xmlns:a="http://schemas.openxmlformats.org/drawingml/2006/main">
            <a:off x="1188469" y="4502959"/>
            <a:ext cx="418490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需求量：客户要求全检，仅接某大客户一款产品就需20-30台</a:t>
            </a:r>
          </a:p>
        </p:txBody>
      </p:sp>
      <p:sp>
        <p:nvSpPr>
          <p:cNvPr id="24" name="pdf-text-0024">
            <a:extLst xmlns:a="http://schemas.openxmlformats.org/drawingml/2006/main">
              <a:ext uri="{FF2B5EF4-FFF2-40B4-BE49-F238E27FC236}">
                <a16:creationId xmlns:a16="http://schemas.microsoft.com/office/drawing/2014/main" id="{142837EC-9A3C-48C4-B0A4-315CDA96C4E2}"/>
              </a:ext>
            </a:extLst>
          </p:cNvPr>
          <p:cNvSpPr>
            <a:spLocks xmlns:a="http://schemas.openxmlformats.org/drawingml/2006/main" noGrp="1"/>
          </p:cNvSpPr>
          <p:nvPr/>
        </p:nvSpPr>
        <p:spPr>
          <a:xfrm xmlns:a="http://schemas.openxmlformats.org/drawingml/2006/main">
            <a:off x="1188469" y="4740702"/>
            <a:ext cx="418337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AOI；接所有客户需60-70台。一工厂空间还可放30-40台，二</a:t>
            </a:r>
          </a:p>
        </p:txBody>
      </p:sp>
      <p:sp>
        <p:nvSpPr>
          <p:cNvPr id="25" name="pdf-text-0025">
            <a:extLst xmlns:a="http://schemas.openxmlformats.org/drawingml/2006/main">
              <a:ext uri="{FF2B5EF4-FFF2-40B4-BE49-F238E27FC236}">
                <a16:creationId xmlns:a16="http://schemas.microsoft.com/office/drawing/2014/main" id="{9BD4F814-F4D7-461F-A583-576AAA93F669}"/>
              </a:ext>
            </a:extLst>
          </p:cNvPr>
          <p:cNvSpPr>
            <a:spLocks xmlns:a="http://schemas.openxmlformats.org/drawingml/2006/main" noGrp="1"/>
          </p:cNvSpPr>
          <p:nvPr/>
        </p:nvSpPr>
        <p:spPr>
          <a:xfrm xmlns:a="http://schemas.openxmlformats.org/drawingml/2006/main">
            <a:off x="1188469" y="4978447"/>
            <a:ext cx="3390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工厂计划2027-2028年建设。10月前会下5台订单。</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b4c83d9b2f6a4d13">
            <a:extLst>
              <a:ext uri="{96DAC541-7B7A-43D3-8B79-37D633B846F1}">
                <asvg:svgBlip xmlns:asvg="http://schemas.microsoft.com/office/drawing/2016/SVG/main" r:embed="R1bdd5fc92ef54bb7"/>
              </a:ext>
            </a:extLst>
          </a:blip>
          <a:stretch xmlns:a="http://schemas.openxmlformats.org/drawingml/2006/main"/>
        </p:blipFill>
        <p:spPr>
          <a:xfrm xmlns:a="http://schemas.openxmlformats.org/drawingml/2006/main">
            <a:off x="6336520" y="1138969"/>
            <a:ext cx="5348262" cy="4444797"/>
          </a:xfrm>
          <a:prstGeom xmlns:a="http://schemas.openxmlformats.org/drawingml/2006/main" prst="rect">
            <a:avLst/>
          </a:prstGeom>
        </p:spPr>
      </p:pic>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d80e74d4e3cc4c12">
            <a:extLst>
              <a:ext uri="{96DAC541-7B7A-43D3-8B79-37D633B846F1}">
                <asvg:svgBlip xmlns:asvg="http://schemas.microsoft.com/office/drawing/2016/SVG/main" r:embed="R87bf84107856410a"/>
              </a:ext>
            </a:extLst>
          </a:blip>
          <a:stretch xmlns:a="http://schemas.openxmlformats.org/drawingml/2006/main"/>
        </p:blipFill>
        <p:spPr>
          <a:xfrm xmlns:a="http://schemas.openxmlformats.org/drawingml/2006/main">
            <a:off x="6208391" y="1004335"/>
            <a:ext cx="3189491" cy="463321"/>
          </a:xfrm>
          <a:prstGeom xmlns:a="http://schemas.openxmlformats.org/drawingml/2006/main" prst="rect">
            <a:avLst/>
          </a:prstGeom>
        </p:spPr>
      </p:pic>
      <p:sp>
        <p:nvSpPr>
          <p:cNvPr id="28" name="pdf-text-0028">
            <a:extLst xmlns:a="http://schemas.openxmlformats.org/drawingml/2006/main">
              <a:ext uri="{FF2B5EF4-FFF2-40B4-BE49-F238E27FC236}">
                <a16:creationId xmlns:a16="http://schemas.microsoft.com/office/drawing/2014/main" id="{DE15EB57-33FC-443E-8399-706772354756}"/>
              </a:ext>
            </a:extLst>
          </p:cNvPr>
          <p:cNvSpPr>
            <a:spLocks xmlns:a="http://schemas.openxmlformats.org/drawingml/2006/main" noGrp="1"/>
          </p:cNvSpPr>
          <p:nvPr/>
        </p:nvSpPr>
        <p:spPr>
          <a:xfrm xmlns:a="http://schemas.openxmlformats.org/drawingml/2006/main">
            <a:off x="6440660" y="1144992"/>
            <a:ext cx="199537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FFFFFF"/>
                </a:solidFill>
                <a:latin typeface="KaiTi"/>
                <a:ea typeface="KaiTi"/>
                <a:cs typeface="KaiTi"/>
              </a:defRPr>
            </a:pPr>
            <a:r>
              <a:rPr sz="1800" b="0" i="0">
                <a:solidFill>
                  <a:srgbClr val="FFFFFF"/>
                </a:solidFill>
                <a:latin typeface="KaiTi"/>
                <a:ea typeface="KaiTi"/>
                <a:cs typeface="KaiTi"/>
              </a:rPr>
              <a:t>SMT检测设备代理商</a:t>
            </a:r>
          </a:p>
        </p:txBody>
      </p:sp>
      <p:sp>
        <p:nvSpPr>
          <p:cNvPr id="29" name="pdf-text-0029">
            <a:extLst xmlns:a="http://schemas.openxmlformats.org/drawingml/2006/main">
              <a:ext uri="{FF2B5EF4-FFF2-40B4-BE49-F238E27FC236}">
                <a16:creationId xmlns:a16="http://schemas.microsoft.com/office/drawing/2014/main" id="{F457E757-5530-4D0A-ADEA-99AD133D1B2C}"/>
              </a:ext>
            </a:extLst>
          </p:cNvPr>
          <p:cNvSpPr>
            <a:spLocks xmlns:a="http://schemas.openxmlformats.org/drawingml/2006/main" noGrp="1"/>
          </p:cNvSpPr>
          <p:nvPr/>
        </p:nvSpPr>
        <p:spPr>
          <a:xfrm xmlns:a="http://schemas.openxmlformats.org/drawingml/2006/main">
            <a:off x="6501853" y="1659432"/>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30" name="pdf-text-0030">
            <a:extLst xmlns:a="http://schemas.openxmlformats.org/drawingml/2006/main">
              <a:ext uri="{FF2B5EF4-FFF2-40B4-BE49-F238E27FC236}">
                <a16:creationId xmlns:a16="http://schemas.microsoft.com/office/drawing/2014/main" id="{7F8DBE22-34C0-444D-9012-A8B06B96652E}"/>
              </a:ext>
            </a:extLst>
          </p:cNvPr>
          <p:cNvSpPr>
            <a:spLocks xmlns:a="http://schemas.openxmlformats.org/drawingml/2006/main" noGrp="1"/>
          </p:cNvSpPr>
          <p:nvPr/>
        </p:nvSpPr>
        <p:spPr>
          <a:xfrm xmlns:a="http://schemas.openxmlformats.org/drawingml/2006/main">
            <a:off x="6788365" y="1650032"/>
            <a:ext cx="464515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检测设备与激光打标设备供应商，硬件独立制造，已进入苹果、华为</a:t>
            </a:r>
          </a:p>
        </p:txBody>
      </p:sp>
      <p:sp>
        <p:nvSpPr>
          <p:cNvPr id="31" name="pdf-text-0031">
            <a:extLst xmlns:a="http://schemas.openxmlformats.org/drawingml/2006/main">
              <a:ext uri="{FF2B5EF4-FFF2-40B4-BE49-F238E27FC236}">
                <a16:creationId xmlns:a16="http://schemas.microsoft.com/office/drawing/2014/main" id="{FEEA4F06-6B0B-451D-88D9-326F1EBB9CE8}"/>
              </a:ext>
            </a:extLst>
          </p:cNvPr>
          <p:cNvSpPr>
            <a:spLocks xmlns:a="http://schemas.openxmlformats.org/drawingml/2006/main" noGrp="1"/>
          </p:cNvSpPr>
          <p:nvPr/>
        </p:nvSpPr>
        <p:spPr>
          <a:xfrm xmlns:a="http://schemas.openxmlformats.org/drawingml/2006/main">
            <a:off x="6788364" y="1887776"/>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供应链。年收入约3亿元。</a:t>
            </a:r>
          </a:p>
        </p:txBody>
      </p:sp>
      <p:sp>
        <p:nvSpPr>
          <p:cNvPr id="32" name="pdf-text-0032">
            <a:extLst xmlns:a="http://schemas.openxmlformats.org/drawingml/2006/main">
              <a:ext uri="{FF2B5EF4-FFF2-40B4-BE49-F238E27FC236}">
                <a16:creationId xmlns:a16="http://schemas.microsoft.com/office/drawing/2014/main" id="{FC96F512-BD4F-434A-884E-A81292ED6F2E}"/>
              </a:ext>
            </a:extLst>
          </p:cNvPr>
          <p:cNvSpPr>
            <a:spLocks xmlns:a="http://schemas.openxmlformats.org/drawingml/2006/main" noGrp="1"/>
          </p:cNvSpPr>
          <p:nvPr/>
        </p:nvSpPr>
        <p:spPr>
          <a:xfrm xmlns:a="http://schemas.openxmlformats.org/drawingml/2006/main">
            <a:off x="6501852" y="213492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Arial"/>
                <a:ea typeface="Arial"/>
                <a:cs typeface="Arial"/>
              </a:defRPr>
            </a:pPr>
            <a:r>
              <a:rPr sz="1200" b="0" i="0">
                <a:solidFill>
                  <a:srgbClr val="1382BA"/>
                </a:solidFill>
                <a:latin typeface="Arial"/>
                <a:ea typeface="Arial"/>
                <a:cs typeface="Arial"/>
              </a:rPr>
              <a:t>•</a:t>
            </a:r>
          </a:p>
        </p:txBody>
      </p:sp>
      <p:sp>
        <p:nvSpPr>
          <p:cNvPr id="33" name="pdf-text-0033">
            <a:extLst xmlns:a="http://schemas.openxmlformats.org/drawingml/2006/main">
              <a:ext uri="{FF2B5EF4-FFF2-40B4-BE49-F238E27FC236}">
                <a16:creationId xmlns:a16="http://schemas.microsoft.com/office/drawing/2014/main" id="{6E41BF4B-C930-42DF-95DE-DD817CA76171}"/>
              </a:ext>
            </a:extLst>
          </p:cNvPr>
          <p:cNvSpPr>
            <a:spLocks xmlns:a="http://schemas.openxmlformats.org/drawingml/2006/main" noGrp="1"/>
          </p:cNvSpPr>
          <p:nvPr/>
        </p:nvSpPr>
        <p:spPr>
          <a:xfrm xmlns:a="http://schemas.openxmlformats.org/drawingml/2006/main">
            <a:off x="6788365" y="2125520"/>
            <a:ext cx="387705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向轻蜓采购光学模组（相机、镜头、光源、中控卡一套）</a:t>
            </a:r>
          </a:p>
        </p:txBody>
      </p:sp>
      <p:sp>
        <p:nvSpPr>
          <p:cNvPr id="34" name="pdf-text-0034">
            <a:extLst xmlns:a="http://schemas.openxmlformats.org/drawingml/2006/main">
              <a:ext uri="{FF2B5EF4-FFF2-40B4-BE49-F238E27FC236}">
                <a16:creationId xmlns:a16="http://schemas.microsoft.com/office/drawing/2014/main" id="{72C367AC-3C32-431A-9105-64689D083B11}"/>
              </a:ext>
            </a:extLst>
          </p:cNvPr>
          <p:cNvSpPr>
            <a:spLocks xmlns:a="http://schemas.openxmlformats.org/drawingml/2006/main" noGrp="1"/>
          </p:cNvSpPr>
          <p:nvPr/>
        </p:nvSpPr>
        <p:spPr>
          <a:xfrm xmlns:a="http://schemas.openxmlformats.org/drawingml/2006/main">
            <a:off x="10628844" y="2125520"/>
            <a:ext cx="80467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。合作始于</a:t>
            </a:r>
          </a:p>
        </p:txBody>
      </p:sp>
      <p:sp>
        <p:nvSpPr>
          <p:cNvPr id="35" name="pdf-text-0035">
            <a:extLst xmlns:a="http://schemas.openxmlformats.org/drawingml/2006/main">
              <a:ext uri="{FF2B5EF4-FFF2-40B4-BE49-F238E27FC236}">
                <a16:creationId xmlns:a16="http://schemas.microsoft.com/office/drawing/2014/main" id="{F638B156-09DC-4D20-908F-3F0840228EAC}"/>
              </a:ext>
            </a:extLst>
          </p:cNvPr>
          <p:cNvSpPr>
            <a:spLocks xmlns:a="http://schemas.openxmlformats.org/drawingml/2006/main" noGrp="1"/>
          </p:cNvSpPr>
          <p:nvPr/>
        </p:nvSpPr>
        <p:spPr>
          <a:xfrm xmlns:a="http://schemas.openxmlformats.org/drawingml/2006/main">
            <a:off x="6788365" y="2363264"/>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2022年，已有4年。</a:t>
            </a:r>
          </a:p>
        </p:txBody>
      </p:sp>
      <p:sp>
        <p:nvSpPr>
          <p:cNvPr id="36" name="pdf-text-0036">
            <a:extLst xmlns:a="http://schemas.openxmlformats.org/drawingml/2006/main">
              <a:ext uri="{FF2B5EF4-FFF2-40B4-BE49-F238E27FC236}">
                <a16:creationId xmlns:a16="http://schemas.microsoft.com/office/drawing/2014/main" id="{ACBB6AE2-0D76-445E-AC83-AA58BFE0A624}"/>
              </a:ext>
            </a:extLst>
          </p:cNvPr>
          <p:cNvSpPr>
            <a:spLocks xmlns:a="http://schemas.openxmlformats.org/drawingml/2006/main" noGrp="1"/>
          </p:cNvSpPr>
          <p:nvPr/>
        </p:nvSpPr>
        <p:spPr>
          <a:xfrm xmlns:a="http://schemas.openxmlformats.org/drawingml/2006/main">
            <a:off x="6501853" y="2610408"/>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37" name="pdf-text-0037">
            <a:extLst xmlns:a="http://schemas.openxmlformats.org/drawingml/2006/main">
              <a:ext uri="{FF2B5EF4-FFF2-40B4-BE49-F238E27FC236}">
                <a16:creationId xmlns:a16="http://schemas.microsoft.com/office/drawing/2014/main" id="{BF4DA7AD-C5B3-4133-9922-484BFC504259}"/>
              </a:ext>
            </a:extLst>
          </p:cNvPr>
          <p:cNvSpPr>
            <a:spLocks xmlns:a="http://schemas.openxmlformats.org/drawingml/2006/main" noGrp="1"/>
          </p:cNvSpPr>
          <p:nvPr/>
        </p:nvSpPr>
        <p:spPr>
          <a:xfrm xmlns:a="http://schemas.openxmlformats.org/drawingml/2006/main">
            <a:off x="6788365" y="2601008"/>
            <a:ext cx="46436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应用场景：汽车电子（比亚迪）、消费电子（华擎）、ODM（龙旗、</a:t>
            </a:r>
          </a:p>
        </p:txBody>
      </p:sp>
      <p:sp>
        <p:nvSpPr>
          <p:cNvPr id="38" name="pdf-text-0038">
            <a:extLst xmlns:a="http://schemas.openxmlformats.org/drawingml/2006/main">
              <a:ext uri="{FF2B5EF4-FFF2-40B4-BE49-F238E27FC236}">
                <a16:creationId xmlns:a16="http://schemas.microsoft.com/office/drawing/2014/main" id="{AE4AEC1C-F21C-4F41-AFBE-DB94A223ECC3}"/>
              </a:ext>
            </a:extLst>
          </p:cNvPr>
          <p:cNvSpPr>
            <a:spLocks xmlns:a="http://schemas.openxmlformats.org/drawingml/2006/main" noGrp="1"/>
          </p:cNvSpPr>
          <p:nvPr/>
        </p:nvSpPr>
        <p:spPr>
          <a:xfrm xmlns:a="http://schemas.openxmlformats.org/drawingml/2006/main">
            <a:off x="6788364" y="2838752"/>
            <a:ext cx="47960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闻泰）、LED（兆驰、鑫瑞达）。主要为SMT贴片环节：锡膏印刷SPI、</a:t>
            </a:r>
          </a:p>
        </p:txBody>
      </p:sp>
      <p:sp>
        <p:nvSpPr>
          <p:cNvPr id="39" name="pdf-text-0039">
            <a:extLst xmlns:a="http://schemas.openxmlformats.org/drawingml/2006/main">
              <a:ext uri="{FF2B5EF4-FFF2-40B4-BE49-F238E27FC236}">
                <a16:creationId xmlns:a16="http://schemas.microsoft.com/office/drawing/2014/main" id="{6EB061D0-A329-4A65-9676-2C99162E2ED3}"/>
              </a:ext>
            </a:extLst>
          </p:cNvPr>
          <p:cNvSpPr>
            <a:spLocks xmlns:a="http://schemas.openxmlformats.org/drawingml/2006/main" noGrp="1"/>
          </p:cNvSpPr>
          <p:nvPr/>
        </p:nvSpPr>
        <p:spPr>
          <a:xfrm xmlns:a="http://schemas.openxmlformats.org/drawingml/2006/main">
            <a:off x="6788364" y="3076496"/>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回流焊2DAOI、焊接完成3DAOI。</a:t>
            </a:r>
          </a:p>
        </p:txBody>
      </p:sp>
      <p:sp>
        <p:nvSpPr>
          <p:cNvPr id="40" name="pdf-text-0040">
            <a:extLst xmlns:a="http://schemas.openxmlformats.org/drawingml/2006/main">
              <a:ext uri="{FF2B5EF4-FFF2-40B4-BE49-F238E27FC236}">
                <a16:creationId xmlns:a16="http://schemas.microsoft.com/office/drawing/2014/main" id="{D7C156BE-85A9-4418-8F08-1DAF0F2D798B}"/>
              </a:ext>
            </a:extLst>
          </p:cNvPr>
          <p:cNvSpPr>
            <a:spLocks xmlns:a="http://schemas.openxmlformats.org/drawingml/2006/main" noGrp="1"/>
          </p:cNvSpPr>
          <p:nvPr/>
        </p:nvSpPr>
        <p:spPr>
          <a:xfrm xmlns:a="http://schemas.openxmlformats.org/drawingml/2006/main">
            <a:off x="6501852" y="3323640"/>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1" name="pdf-text-0041">
            <a:extLst xmlns:a="http://schemas.openxmlformats.org/drawingml/2006/main">
              <a:ext uri="{FF2B5EF4-FFF2-40B4-BE49-F238E27FC236}">
                <a16:creationId xmlns:a16="http://schemas.microsoft.com/office/drawing/2014/main" id="{1269BFFB-AEA4-4E5D-AB9E-C107AC01BBED}"/>
              </a:ext>
            </a:extLst>
          </p:cNvPr>
          <p:cNvSpPr>
            <a:spLocks xmlns:a="http://schemas.openxmlformats.org/drawingml/2006/main" noGrp="1"/>
          </p:cNvSpPr>
          <p:nvPr/>
        </p:nvSpPr>
        <p:spPr>
          <a:xfrm xmlns:a="http://schemas.openxmlformats.org/drawingml/2006/main">
            <a:off x="6788364" y="3314240"/>
            <a:ext cx="464362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近年成交最大领域：新能源、PCB、自动驾驶、域控、仪表、车灯、</a:t>
            </a:r>
          </a:p>
        </p:txBody>
      </p:sp>
      <p:sp>
        <p:nvSpPr>
          <p:cNvPr id="42" name="pdf-text-0042">
            <a:extLst xmlns:a="http://schemas.openxmlformats.org/drawingml/2006/main">
              <a:ext uri="{FF2B5EF4-FFF2-40B4-BE49-F238E27FC236}">
                <a16:creationId xmlns:a16="http://schemas.microsoft.com/office/drawing/2014/main" id="{E18B6FA9-4539-4A31-B0C5-6B551223114A}"/>
              </a:ext>
            </a:extLst>
          </p:cNvPr>
          <p:cNvSpPr>
            <a:spLocks xmlns:a="http://schemas.openxmlformats.org/drawingml/2006/main" noGrp="1"/>
          </p:cNvSpPr>
          <p:nvPr/>
        </p:nvSpPr>
        <p:spPr>
          <a:xfrm xmlns:a="http://schemas.openxmlformats.org/drawingml/2006/main">
            <a:off x="6788362" y="3551984"/>
            <a:ext cx="285750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BMS、储能；基本盘为手机、笔电、手表。</a:t>
            </a:r>
          </a:p>
        </p:txBody>
      </p:sp>
      <p:sp>
        <p:nvSpPr>
          <p:cNvPr id="43" name="pdf-text-0043">
            <a:extLst xmlns:a="http://schemas.openxmlformats.org/drawingml/2006/main">
              <a:ext uri="{FF2B5EF4-FFF2-40B4-BE49-F238E27FC236}">
                <a16:creationId xmlns:a16="http://schemas.microsoft.com/office/drawing/2014/main" id="{144F8887-BD00-44C0-873C-F1C6CD5FA4F3}"/>
              </a:ext>
            </a:extLst>
          </p:cNvPr>
          <p:cNvSpPr>
            <a:spLocks xmlns:a="http://schemas.openxmlformats.org/drawingml/2006/main" noGrp="1"/>
          </p:cNvSpPr>
          <p:nvPr/>
        </p:nvSpPr>
        <p:spPr>
          <a:xfrm xmlns:a="http://schemas.openxmlformats.org/drawingml/2006/main">
            <a:off x="6501853" y="3799128"/>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Arial"/>
                <a:ea typeface="Arial"/>
                <a:cs typeface="Arial"/>
              </a:defRPr>
            </a:pPr>
            <a:r>
              <a:rPr sz="1200" b="0" i="0">
                <a:solidFill>
                  <a:srgbClr val="1382BA"/>
                </a:solidFill>
                <a:latin typeface="Arial"/>
                <a:ea typeface="Arial"/>
                <a:cs typeface="Arial"/>
              </a:rPr>
              <a:t>•</a:t>
            </a:r>
          </a:p>
        </p:txBody>
      </p:sp>
      <p:sp>
        <p:nvSpPr>
          <p:cNvPr id="44" name="pdf-text-0044">
            <a:extLst xmlns:a="http://schemas.openxmlformats.org/drawingml/2006/main">
              <a:ext uri="{FF2B5EF4-FFF2-40B4-BE49-F238E27FC236}">
                <a16:creationId xmlns:a16="http://schemas.microsoft.com/office/drawing/2014/main" id="{38FE673C-BE49-4F93-8635-E70E778B1E0D}"/>
              </a:ext>
            </a:extLst>
          </p:cNvPr>
          <p:cNvSpPr>
            <a:spLocks xmlns:a="http://schemas.openxmlformats.org/drawingml/2006/main" noGrp="1"/>
          </p:cNvSpPr>
          <p:nvPr/>
        </p:nvSpPr>
        <p:spPr>
          <a:xfrm xmlns:a="http://schemas.openxmlformats.org/drawingml/2006/main">
            <a:off x="6788365" y="3789728"/>
            <a:ext cx="46436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轻蜓优势在于摩尔条纹结构光，软件适用性更强（SMT、插件、模组</a:t>
            </a:r>
          </a:p>
        </p:txBody>
      </p:sp>
      <p:sp>
        <p:nvSpPr>
          <p:cNvPr id="45" name="pdf-text-0045">
            <a:extLst xmlns:a="http://schemas.openxmlformats.org/drawingml/2006/main">
              <a:ext uri="{FF2B5EF4-FFF2-40B4-BE49-F238E27FC236}">
                <a16:creationId xmlns:a16="http://schemas.microsoft.com/office/drawing/2014/main" id="{C600BEDB-9463-44FA-A9C4-B2180C2727F8}"/>
              </a:ext>
            </a:extLst>
          </p:cNvPr>
          <p:cNvSpPr>
            <a:spLocks xmlns:a="http://schemas.openxmlformats.org/drawingml/2006/main" noGrp="1"/>
          </p:cNvSpPr>
          <p:nvPr/>
        </p:nvSpPr>
        <p:spPr>
          <a:xfrm xmlns:a="http://schemas.openxmlformats.org/drawingml/2006/main">
            <a:off x="6788365" y="4027472"/>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1382BA"/>
                </a:solidFill>
                <a:latin typeface="KaiTi"/>
                <a:ea typeface="KaiTi"/>
                <a:cs typeface="KaiTi"/>
              </a:defRPr>
            </a:pPr>
            <a:r>
              <a:rPr sz="1200" b="0" i="0">
                <a:solidFill>
                  <a:srgbClr val="1382BA"/>
                </a:solidFill>
                <a:latin typeface="KaiTi"/>
                <a:ea typeface="KaiTi"/>
                <a:cs typeface="KaiTi"/>
              </a:rPr>
              <a:t>件、内存条金手指都可检测）。</a:t>
            </a:r>
          </a:p>
        </p:txBody>
      </p:sp>
      <p:sp>
        <p:nvSpPr>
          <p:cNvPr id="46" name="pdf-text-0046">
            <a:extLst xmlns:a="http://schemas.openxmlformats.org/drawingml/2006/main">
              <a:ext uri="{FF2B5EF4-FFF2-40B4-BE49-F238E27FC236}">
                <a16:creationId xmlns:a16="http://schemas.microsoft.com/office/drawing/2014/main" id="{4663798B-A33C-4C34-A619-4A3FDF7E9B0D}"/>
              </a:ext>
            </a:extLst>
          </p:cNvPr>
          <p:cNvSpPr>
            <a:spLocks xmlns:a="http://schemas.openxmlformats.org/drawingml/2006/main" noGrp="1"/>
          </p:cNvSpPr>
          <p:nvPr/>
        </p:nvSpPr>
        <p:spPr>
          <a:xfrm xmlns:a="http://schemas.openxmlformats.org/drawingml/2006/main">
            <a:off x="6501853" y="4274615"/>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7" name="pdf-text-0047">
            <a:extLst xmlns:a="http://schemas.openxmlformats.org/drawingml/2006/main">
              <a:ext uri="{FF2B5EF4-FFF2-40B4-BE49-F238E27FC236}">
                <a16:creationId xmlns:a16="http://schemas.microsoft.com/office/drawing/2014/main" id="{C09028ED-74A0-4B03-9FDA-7DD2F224E253}"/>
              </a:ext>
            </a:extLst>
          </p:cNvPr>
          <p:cNvSpPr>
            <a:spLocks xmlns:a="http://schemas.openxmlformats.org/drawingml/2006/main" noGrp="1"/>
          </p:cNvSpPr>
          <p:nvPr/>
        </p:nvSpPr>
        <p:spPr>
          <a:xfrm xmlns:a="http://schemas.openxmlformats.org/drawingml/2006/main">
            <a:off x="6788365" y="4265214"/>
            <a:ext cx="464210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合作模式：常规备货20-30台，会有预付50%。轻蜓合作占芯旺营收</a:t>
            </a:r>
          </a:p>
        </p:txBody>
      </p:sp>
      <p:sp>
        <p:nvSpPr>
          <p:cNvPr id="48" name="pdf-text-0048">
            <a:extLst xmlns:a="http://schemas.openxmlformats.org/drawingml/2006/main">
              <a:ext uri="{FF2B5EF4-FFF2-40B4-BE49-F238E27FC236}">
                <a16:creationId xmlns:a16="http://schemas.microsoft.com/office/drawing/2014/main" id="{51DF6736-66A9-4CF2-94E4-3D30C9B40C56}"/>
              </a:ext>
            </a:extLst>
          </p:cNvPr>
          <p:cNvSpPr>
            <a:spLocks xmlns:a="http://schemas.openxmlformats.org/drawingml/2006/main" noGrp="1"/>
          </p:cNvSpPr>
          <p:nvPr/>
        </p:nvSpPr>
        <p:spPr>
          <a:xfrm xmlns:a="http://schemas.openxmlformats.org/drawingml/2006/main">
            <a:off x="6788364" y="450295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90%。</a:t>
            </a:r>
          </a:p>
        </p:txBody>
      </p:sp>
      <p:sp>
        <p:nvSpPr>
          <p:cNvPr id="49" name="pdf-text-0049">
            <a:extLst xmlns:a="http://schemas.openxmlformats.org/drawingml/2006/main">
              <a:ext uri="{FF2B5EF4-FFF2-40B4-BE49-F238E27FC236}">
                <a16:creationId xmlns:a16="http://schemas.microsoft.com/office/drawing/2014/main" id="{9D054560-023F-46B3-9774-C423265F7FBC}"/>
              </a:ext>
            </a:extLst>
          </p:cNvPr>
          <p:cNvSpPr>
            <a:spLocks xmlns:a="http://schemas.openxmlformats.org/drawingml/2006/main" noGrp="1"/>
          </p:cNvSpPr>
          <p:nvPr/>
        </p:nvSpPr>
        <p:spPr>
          <a:xfrm xmlns:a="http://schemas.openxmlformats.org/drawingml/2006/main">
            <a:off x="6501852" y="4750103"/>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0" name="pdf-text-0050">
            <a:extLst xmlns:a="http://schemas.openxmlformats.org/drawingml/2006/main">
              <a:ext uri="{FF2B5EF4-FFF2-40B4-BE49-F238E27FC236}">
                <a16:creationId xmlns:a16="http://schemas.microsoft.com/office/drawing/2014/main" id="{0BB7E9A4-60E9-41E1-8071-BA85698AED1E}"/>
              </a:ext>
            </a:extLst>
          </p:cNvPr>
          <p:cNvSpPr>
            <a:spLocks xmlns:a="http://schemas.openxmlformats.org/drawingml/2006/main" noGrp="1"/>
          </p:cNvSpPr>
          <p:nvPr/>
        </p:nvSpPr>
        <p:spPr>
          <a:xfrm xmlns:a="http://schemas.openxmlformats.org/drawingml/2006/main">
            <a:off x="6788364" y="4740702"/>
            <a:ext cx="3543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2026年销售预期：4亿元，对轻蜓采购量将增长30%。</a:t>
            </a:r>
          </a:p>
        </p:txBody>
      </p:sp>
      <p:sp>
        <p:nvSpPr>
          <p:cNvPr id="51" name="pdf-vector-0051">
            <a:extLst xmlns:a="http://schemas.openxmlformats.org/drawingml/2006/main">
              <a:ext uri="{FF2B5EF4-FFF2-40B4-BE49-F238E27FC236}">
                <a16:creationId xmlns:a16="http://schemas.microsoft.com/office/drawing/2014/main" id="{995C8D44-D07E-449D-A083-D0670CFDB2CC}"/>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52" name="pdf-vector-0052">
            <a:extLst xmlns:a="http://schemas.openxmlformats.org/drawingml/2006/main">
              <a:ext uri="{FF2B5EF4-FFF2-40B4-BE49-F238E27FC236}">
                <a16:creationId xmlns:a16="http://schemas.microsoft.com/office/drawing/2014/main" id="{06884DA1-8C50-4543-A2C0-C1CCBD690711}"/>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53" name="pdf-text-0053">
            <a:extLst xmlns:a="http://schemas.openxmlformats.org/drawingml/2006/main">
              <a:ext uri="{FF2B5EF4-FFF2-40B4-BE49-F238E27FC236}">
                <a16:creationId xmlns:a16="http://schemas.microsoft.com/office/drawing/2014/main" id="{A2E8978A-D4C5-40CF-8D14-6427B259D024}"/>
              </a:ext>
            </a:extLst>
          </p:cNvPr>
          <p:cNvSpPr>
            <a:spLocks xmlns:a="http://schemas.openxmlformats.org/drawingml/2006/main" noGrp="1"/>
          </p:cNvSpPr>
          <p:nvPr/>
        </p:nvSpPr>
        <p:spPr>
          <a:xfrm xmlns:a="http://schemas.openxmlformats.org/drawingml/2006/main">
            <a:off x="594510" y="330993"/>
            <a:ext cx="2028444"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客户访谈（4）</a:t>
            </a:r>
          </a:p>
        </p:txBody>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7decd6bc784f4e0f"/>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Tree>
    <p:extLst>
      <p:ext uri="{BB962C8B-B14F-4D97-AF65-F5344CB8AC3E}">
        <p14:creationId xmlns:p14="http://schemas.microsoft.com/office/powerpoint/2010/main" val="118497268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df-vector-0001">
            <a:extLst xmlns:a="http://schemas.openxmlformats.org/drawingml/2006/main">
              <a:ext uri="{FF2B5EF4-FFF2-40B4-BE49-F238E27FC236}">
                <a16:creationId xmlns:a16="http://schemas.microsoft.com/office/drawing/2014/main" id="{7345020D-4154-45CB-B124-05EAD2AA7D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7efc1cb520948fb"/>
          <a:srcRect xmlns:a="http://schemas.openxmlformats.org/drawingml/2006/main" l="0" t="179" r="0" b="179"/>
          <a:stretch xmlns:a="http://schemas.openxmlformats.org/drawingml/2006/main">
            <a:fillRect l="0" t="0" r="0" b="0"/>
          </a:stretch>
        </p:blipFill>
        <p:spPr>
          <a:xfrm xmlns:a="http://schemas.openxmlformats.org/drawingml/2006/main">
            <a:off x="9978765" y="245716"/>
            <a:ext cx="1756035" cy="414631"/>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98BD7BC5-04CC-42CF-9B24-C241E8FCF7AD}"/>
              </a:ext>
            </a:extLst>
          </p:cNvPr>
          <p:cNvSpPr>
            <a:spLocks xmlns:a="http://schemas.openxmlformats.org/drawingml/2006/main" noGrp="1"/>
          </p:cNvSpPr>
          <p:nvPr/>
        </p:nvSpPr>
        <p:spPr>
          <a:xfrm xmlns:a="http://schemas.openxmlformats.org/drawingml/2006/main">
            <a:off x="1130174" y="2974909"/>
            <a:ext cx="12664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70C0"/>
                </a:solidFill>
                <a:latin typeface="KaiTi"/>
                <a:ea typeface="KaiTi"/>
                <a:cs typeface="KaiTi"/>
              </a:defRPr>
            </a:pPr>
            <a:r>
              <a:rPr sz="4800" b="0" i="0">
                <a:solidFill>
                  <a:srgbClr val="0070C0"/>
                </a:solidFill>
                <a:latin typeface="KaiTi"/>
                <a:ea typeface="KaiTi"/>
                <a:cs typeface="KaiTi"/>
              </a:rPr>
              <a:t>04. </a:t>
            </a:r>
          </a:p>
        </p:txBody>
      </p:sp>
      <p:sp>
        <p:nvSpPr>
          <p:cNvPr id="4" name="pdf-text-0004">
            <a:extLst xmlns:a="http://schemas.openxmlformats.org/drawingml/2006/main">
              <a:ext uri="{FF2B5EF4-FFF2-40B4-BE49-F238E27FC236}">
                <a16:creationId xmlns:a16="http://schemas.microsoft.com/office/drawing/2014/main" id="{AF8F2287-C0F6-4F7B-8640-2DD8E08B5629}"/>
              </a:ext>
            </a:extLst>
          </p:cNvPr>
          <p:cNvSpPr>
            <a:spLocks xmlns:a="http://schemas.openxmlformats.org/drawingml/2006/main" noGrp="1"/>
          </p:cNvSpPr>
          <p:nvPr/>
        </p:nvSpPr>
        <p:spPr>
          <a:xfrm xmlns:a="http://schemas.openxmlformats.org/drawingml/2006/main">
            <a:off x="2361566" y="2974909"/>
            <a:ext cx="24856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0000"/>
                </a:solidFill>
                <a:latin typeface="KaiTi"/>
                <a:ea typeface="KaiTi"/>
                <a:cs typeface="KaiTi"/>
              </a:defRPr>
            </a:pPr>
            <a:r>
              <a:rPr sz="4800" b="0" i="0">
                <a:solidFill>
                  <a:srgbClr val="000000"/>
                </a:solidFill>
                <a:latin typeface="KaiTi"/>
                <a:ea typeface="KaiTi"/>
                <a:cs typeface="KaiTi"/>
              </a:rPr>
              <a:t>经营情况</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113b13954a646a7"/>
          <a:srcRect xmlns:a="http://schemas.openxmlformats.org/drawingml/2006/main" l="23664" t="0" r="23664" b="0"/>
          <a:stretch xmlns:a="http://schemas.openxmlformats.org/drawingml/2006/main">
            <a:fillRect l="0" t="0" r="0" b="0"/>
          </a:stretch>
        </p:blipFill>
        <p:spPr>
          <a:xfrm xmlns:a="http://schemas.openxmlformats.org/drawingml/2006/main">
            <a:off x="6654798" y="1"/>
            <a:ext cx="5537199" cy="6857999"/>
          </a:xfrm>
          <a:prstGeom xmlns:a="http://schemas.openxmlformats.org/drawingml/2006/main" prst="rect">
            <a:avLst/>
          </a:prstGeom>
        </p:spPr>
      </p:pic>
      <p:sp>
        <p:nvSpPr>
          <p:cNvPr id="6" name="pdf-vector-0006">
            <a:extLst xmlns:a="http://schemas.openxmlformats.org/drawingml/2006/main">
              <a:ext uri="{FF2B5EF4-FFF2-40B4-BE49-F238E27FC236}">
                <a16:creationId xmlns:a16="http://schemas.microsoft.com/office/drawing/2014/main" id="{992B7EEE-1DF1-45F8-8973-70E0D53694AB}"/>
              </a:ext>
            </a:extLst>
          </p:cNvPr>
          <p:cNvSpPr>
            <a:spLocks xmlns:a="http://schemas.openxmlformats.org/drawingml/2006/main" noGrp="1"/>
          </p:cNvSpPr>
          <p:nvPr/>
        </p:nvSpPr>
        <p:spPr>
          <a:xfrm xmlns:a="http://schemas.openxmlformats.org/drawingml/2006/main">
            <a:off x="6460757" y="0"/>
            <a:ext cx="5731243" cy="6858000"/>
          </a:xfrm>
          <a:prstGeom xmlns:a="http://schemas.openxmlformats.org/drawingml/2006/main" prst="rect">
            <a:avLst/>
          </a:prstGeom>
          <a:solidFill xmlns:a="http://schemas.openxmlformats.org/drawingml/2006/main">
            <a:srgbClr val="FFFFFF">
              <a:alpha val="15000"/>
            </a:srgbClr>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3eb5a76a6064d41"/>
          <a:srcRect xmlns:a="http://schemas.openxmlformats.org/drawingml/2006/main" l="305" t="0" r="305" b="0"/>
          <a:stretch xmlns:a="http://schemas.openxmlformats.org/drawingml/2006/main">
            <a:fillRect l="0" t="0" r="0" b="0"/>
          </a:stretch>
        </p:blipFill>
        <p:spPr>
          <a:xfrm xmlns:a="http://schemas.openxmlformats.org/drawingml/2006/main">
            <a:off x="8078036" y="2590800"/>
            <a:ext cx="2690726" cy="1042032"/>
          </a:xfrm>
          <a:prstGeom xmlns:a="http://schemas.openxmlformats.org/drawingml/2006/main" prst="rect">
            <a:avLst/>
          </a:prstGeom>
        </p:spPr>
      </p:pic>
    </p:spTree>
    <p:extLst>
      <p:ext uri="{BB962C8B-B14F-4D97-AF65-F5344CB8AC3E}">
        <p14:creationId xmlns:p14="http://schemas.microsoft.com/office/powerpoint/2010/main" val="12686028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 name="pdf-vector-0001">
            <a:extLst xmlns:a="http://schemas.openxmlformats.org/drawingml/2006/main">
              <a:ext uri="{FF2B5EF4-FFF2-40B4-BE49-F238E27FC236}">
                <a16:creationId xmlns:a16="http://schemas.microsoft.com/office/drawing/2014/main" id="{ED4ED176-2C60-4BF7-B390-330674C1D1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text-0002">
            <a:extLst xmlns:a="http://schemas.openxmlformats.org/drawingml/2006/main">
              <a:ext uri="{FF2B5EF4-FFF2-40B4-BE49-F238E27FC236}">
                <a16:creationId xmlns:a16="http://schemas.microsoft.com/office/drawing/2014/main" id="{C5F05F7B-A63D-4B93-94C5-3A29685B4E06}"/>
              </a:ext>
            </a:extLst>
          </p:cNvPr>
          <p:cNvSpPr>
            <a:spLocks xmlns:a="http://schemas.openxmlformats.org/drawingml/2006/main" noGrp="1"/>
          </p:cNvSpPr>
          <p:nvPr/>
        </p:nvSpPr>
        <p:spPr>
          <a:xfrm xmlns:a="http://schemas.openxmlformats.org/drawingml/2006/main">
            <a:off x="625592" y="313600"/>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3E3E3E"/>
                </a:solidFill>
                <a:latin typeface="KaiTi"/>
                <a:ea typeface="KaiTi"/>
                <a:cs typeface="KaiTi"/>
              </a:defRPr>
            </a:pPr>
            <a:r>
              <a:rPr sz="2400" b="0" i="0">
                <a:solidFill>
                  <a:srgbClr val="3E3E3E"/>
                </a:solidFill>
                <a:latin typeface="KaiTi"/>
                <a:ea typeface="KaiTi"/>
                <a:cs typeface="KaiTi"/>
              </a:rPr>
              <a:t>业务情况</a:t>
            </a:r>
          </a:p>
        </p:txBody>
      </p:sp>
      <p:sp>
        <p:nvSpPr>
          <p:cNvPr id="3" name="pdf-vector-0003">
            <a:extLst xmlns:a="http://schemas.openxmlformats.org/drawingml/2006/main">
              <a:ext uri="{FF2B5EF4-FFF2-40B4-BE49-F238E27FC236}">
                <a16:creationId xmlns:a16="http://schemas.microsoft.com/office/drawing/2014/main" id="{973233BC-12E2-4BC1-91B6-3C25EC680CAD}"/>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4" name="pdf-vector-0004">
            <a:extLst xmlns:a="http://schemas.openxmlformats.org/drawingml/2006/main">
              <a:ext uri="{FF2B5EF4-FFF2-40B4-BE49-F238E27FC236}">
                <a16:creationId xmlns:a16="http://schemas.microsoft.com/office/drawing/2014/main" id="{3E2DCD05-4261-4E8B-97E1-5CBF8BC84CE3}"/>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f0721d9ff0ce47cb"/>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6" name="pdf-text-0006">
            <a:extLst xmlns:a="http://schemas.openxmlformats.org/drawingml/2006/main">
              <a:ext uri="{FF2B5EF4-FFF2-40B4-BE49-F238E27FC236}">
                <a16:creationId xmlns:a16="http://schemas.microsoft.com/office/drawing/2014/main" id="{805999F9-0BA3-4CB4-9422-54795F625AD3}"/>
              </a:ext>
            </a:extLst>
          </p:cNvPr>
          <p:cNvSpPr>
            <a:spLocks xmlns:a="http://schemas.openxmlformats.org/drawingml/2006/main" noGrp="1"/>
          </p:cNvSpPr>
          <p:nvPr/>
        </p:nvSpPr>
        <p:spPr>
          <a:xfrm xmlns:a="http://schemas.openxmlformats.org/drawingml/2006/main">
            <a:off x="2166916" y="934661"/>
            <a:ext cx="1878102"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财务情况（万元）</a:t>
            </a:r>
          </a:p>
        </p:txBody>
      </p:sp>
      <p:sp>
        <p:nvSpPr>
          <p:cNvPr id="7" name="pdf-vector-0007">
            <a:extLst xmlns:a="http://schemas.openxmlformats.org/drawingml/2006/main">
              <a:ext uri="{FF2B5EF4-FFF2-40B4-BE49-F238E27FC236}">
                <a16:creationId xmlns:a16="http://schemas.microsoft.com/office/drawing/2014/main" id="{CE0E0C22-2ADF-4DC7-A909-8A677F815C02}"/>
              </a:ext>
            </a:extLst>
          </p:cNvPr>
          <p:cNvSpPr>
            <a:spLocks xmlns:a="http://schemas.openxmlformats.org/drawingml/2006/main" noGrp="1"/>
          </p:cNvSpPr>
          <p:nvPr/>
        </p:nvSpPr>
        <p:spPr>
          <a:xfrm xmlns:a="http://schemas.openxmlformats.org/drawingml/2006/main">
            <a:off x="637370" y="1350023"/>
            <a:ext cx="5026965" cy="1783321"/>
          </a:xfrm>
          <a:custGeom xmlns:a="http://schemas.openxmlformats.org/drawingml/2006/main">
            <a:pathLst>
              <a:path w="5026965" h="1783321">
                <a:moveTo>
                  <a:pt x="0" y="1783321"/>
                </a:moveTo>
                <a:lnTo>
                  <a:pt x="5026965" y="1783321"/>
                </a:lnTo>
                <a:moveTo>
                  <a:pt x="0" y="1426705"/>
                </a:moveTo>
                <a:lnTo>
                  <a:pt x="5026965" y="1426705"/>
                </a:lnTo>
                <a:moveTo>
                  <a:pt x="0" y="1070089"/>
                </a:moveTo>
                <a:lnTo>
                  <a:pt x="5026965" y="1070089"/>
                </a:lnTo>
                <a:moveTo>
                  <a:pt x="0" y="713474"/>
                </a:moveTo>
                <a:lnTo>
                  <a:pt x="5026965" y="713474"/>
                </a:lnTo>
                <a:moveTo>
                  <a:pt x="0" y="356857"/>
                </a:moveTo>
                <a:lnTo>
                  <a:pt x="5026965" y="356857"/>
                </a:lnTo>
                <a:moveTo>
                  <a:pt x="0" y="0"/>
                </a:moveTo>
                <a:lnTo>
                  <a:pt x="5026965" y="0"/>
                </a:lnTo>
              </a:path>
            </a:pathLst>
          </a:custGeom>
          <a:noFill xmlns:a="http://schemas.openxmlformats.org/drawingml/2006/main"/>
          <a:ln xmlns:a="http://schemas.openxmlformats.org/drawingml/2006/main" w="9525">
            <a:solidFill>
              <a:srgbClr val="DADADA"/>
            </a:solidFill>
            <a:prstDash val="solid"/>
          </a:ln>
        </p:spPr>
      </p:sp>
      <p:sp>
        <p:nvSpPr>
          <p:cNvPr id="8" name="pdf-vector-0008">
            <a:extLst xmlns:a="http://schemas.openxmlformats.org/drawingml/2006/main">
              <a:ext uri="{FF2B5EF4-FFF2-40B4-BE49-F238E27FC236}">
                <a16:creationId xmlns:a16="http://schemas.microsoft.com/office/drawing/2014/main" id="{CAF486B3-7F2D-44F4-8D48-C98581EE9898}"/>
              </a:ext>
            </a:extLst>
          </p:cNvPr>
          <p:cNvSpPr>
            <a:spLocks xmlns:a="http://schemas.openxmlformats.org/drawingml/2006/main" noGrp="1"/>
          </p:cNvSpPr>
          <p:nvPr/>
        </p:nvSpPr>
        <p:spPr>
          <a:xfrm xmlns:a="http://schemas.openxmlformats.org/drawingml/2006/main">
            <a:off x="906780" y="1706880"/>
            <a:ext cx="4128516" cy="1782801"/>
          </a:xfrm>
          <a:custGeom xmlns:a="http://schemas.openxmlformats.org/drawingml/2006/main">
            <a:pathLst>
              <a:path w="4128516" h="1782801">
                <a:moveTo>
                  <a:pt x="0" y="1470660"/>
                </a:moveTo>
                <a:lnTo>
                  <a:pt x="359664" y="1470660"/>
                </a:lnTo>
                <a:lnTo>
                  <a:pt x="359664" y="1782801"/>
                </a:lnTo>
                <a:lnTo>
                  <a:pt x="0" y="1782801"/>
                </a:lnTo>
                <a:close/>
                <a:moveTo>
                  <a:pt x="1257300" y="1264920"/>
                </a:moveTo>
                <a:lnTo>
                  <a:pt x="1615440" y="1264920"/>
                </a:lnTo>
                <a:lnTo>
                  <a:pt x="1615440" y="1782801"/>
                </a:lnTo>
                <a:lnTo>
                  <a:pt x="1257300" y="1782801"/>
                </a:lnTo>
                <a:close/>
                <a:moveTo>
                  <a:pt x="2513076" y="958596"/>
                </a:moveTo>
                <a:lnTo>
                  <a:pt x="2872740" y="958596"/>
                </a:lnTo>
                <a:lnTo>
                  <a:pt x="2872740" y="1782801"/>
                </a:lnTo>
                <a:lnTo>
                  <a:pt x="2513076" y="1782801"/>
                </a:lnTo>
                <a:close/>
                <a:moveTo>
                  <a:pt x="3770376" y="0"/>
                </a:moveTo>
                <a:lnTo>
                  <a:pt x="4128516" y="0"/>
                </a:lnTo>
                <a:lnTo>
                  <a:pt x="4128516" y="1782801"/>
                </a:lnTo>
                <a:lnTo>
                  <a:pt x="3770376" y="1782801"/>
                </a:lnTo>
                <a:close/>
              </a:path>
            </a:pathLst>
          </a:custGeom>
          <a:solidFill xmlns:a="http://schemas.openxmlformats.org/drawingml/2006/main">
            <a:srgbClr val="4472C4"/>
          </a:solidFill>
          <a:ln xmlns:a="http://schemas.openxmlformats.org/drawingml/2006/main" w="0">
            <a:noFill/>
            <a:prstDash val="solid"/>
          </a:ln>
        </p:spPr>
      </p:sp>
      <p:sp>
        <p:nvSpPr>
          <p:cNvPr id="9" name="pdf-vector-0009">
            <a:extLst xmlns:a="http://schemas.openxmlformats.org/drawingml/2006/main">
              <a:ext uri="{FF2B5EF4-FFF2-40B4-BE49-F238E27FC236}">
                <a16:creationId xmlns:a16="http://schemas.microsoft.com/office/drawing/2014/main" id="{0BC60B55-E9EB-401B-9AB6-2021C7F9FE2E}"/>
              </a:ext>
            </a:extLst>
          </p:cNvPr>
          <p:cNvSpPr>
            <a:spLocks xmlns:a="http://schemas.openxmlformats.org/drawingml/2006/main" noGrp="1"/>
          </p:cNvSpPr>
          <p:nvPr/>
        </p:nvSpPr>
        <p:spPr>
          <a:xfrm xmlns:a="http://schemas.openxmlformats.org/drawingml/2006/main">
            <a:off x="1266444" y="2561844"/>
            <a:ext cx="4128516" cy="927837"/>
          </a:xfrm>
          <a:custGeom xmlns:a="http://schemas.openxmlformats.org/drawingml/2006/main">
            <a:pathLst>
              <a:path w="4128516" h="927837">
                <a:moveTo>
                  <a:pt x="0" y="847344"/>
                </a:moveTo>
                <a:lnTo>
                  <a:pt x="358140" y="847344"/>
                </a:lnTo>
                <a:lnTo>
                  <a:pt x="358140" y="927837"/>
                </a:lnTo>
                <a:lnTo>
                  <a:pt x="0" y="927837"/>
                </a:lnTo>
                <a:close/>
                <a:moveTo>
                  <a:pt x="1255776" y="632460"/>
                </a:moveTo>
                <a:lnTo>
                  <a:pt x="1615440" y="632460"/>
                </a:lnTo>
                <a:lnTo>
                  <a:pt x="1615440" y="927836"/>
                </a:lnTo>
                <a:lnTo>
                  <a:pt x="1255776" y="927836"/>
                </a:lnTo>
                <a:close/>
                <a:moveTo>
                  <a:pt x="2513076" y="403860"/>
                </a:moveTo>
                <a:lnTo>
                  <a:pt x="2871216" y="403860"/>
                </a:lnTo>
                <a:lnTo>
                  <a:pt x="2871216" y="927836"/>
                </a:lnTo>
                <a:lnTo>
                  <a:pt x="2513076" y="927836"/>
                </a:lnTo>
                <a:close/>
                <a:moveTo>
                  <a:pt x="3768852" y="0"/>
                </a:moveTo>
                <a:lnTo>
                  <a:pt x="4128516" y="0"/>
                </a:lnTo>
                <a:lnTo>
                  <a:pt x="4128516" y="927837"/>
                </a:lnTo>
                <a:lnTo>
                  <a:pt x="3768852" y="927837"/>
                </a:lnTo>
                <a:close/>
              </a:path>
            </a:pathLst>
          </a:custGeom>
          <a:solidFill xmlns:a="http://schemas.openxmlformats.org/drawingml/2006/main">
            <a:srgbClr val="DAE3F3"/>
          </a:solidFill>
          <a:ln xmlns:a="http://schemas.openxmlformats.org/drawingml/2006/main" w="0">
            <a:noFill/>
            <a:prstDash val="solid"/>
          </a:ln>
        </p:spPr>
      </p:sp>
      <p:sp>
        <p:nvSpPr>
          <p:cNvPr id="10" name="pdf-vector-0010">
            <a:extLst xmlns:a="http://schemas.openxmlformats.org/drawingml/2006/main">
              <a:ext uri="{FF2B5EF4-FFF2-40B4-BE49-F238E27FC236}">
                <a16:creationId xmlns:a16="http://schemas.microsoft.com/office/drawing/2014/main" id="{5082347A-9C8F-4148-ADFB-9E1D928D9C18}"/>
              </a:ext>
            </a:extLst>
          </p:cNvPr>
          <p:cNvSpPr>
            <a:spLocks xmlns:a="http://schemas.openxmlformats.org/drawingml/2006/main" noGrp="1"/>
          </p:cNvSpPr>
          <p:nvPr/>
        </p:nvSpPr>
        <p:spPr>
          <a:xfrm xmlns:a="http://schemas.openxmlformats.org/drawingml/2006/main">
            <a:off x="637370" y="3489681"/>
            <a:ext cx="5026965" cy="953"/>
          </a:xfrm>
          <a:custGeom xmlns:a="http://schemas.openxmlformats.org/drawingml/2006/main">
            <a:pathLst>
              <a:path w="5026965" h="953">
                <a:moveTo>
                  <a:pt x="0" y="0"/>
                </a:moveTo>
                <a:lnTo>
                  <a:pt x="5026965" y="0"/>
                </a:lnTo>
              </a:path>
            </a:pathLst>
          </a:custGeom>
          <a:noFill xmlns:a="http://schemas.openxmlformats.org/drawingml/2006/main"/>
          <a:ln xmlns:a="http://schemas.openxmlformats.org/drawingml/2006/main" w="9525">
            <a:solidFill>
              <a:srgbClr val="DADADA"/>
            </a:solidFill>
            <a:prstDash val="solid"/>
          </a:ln>
        </p:spPr>
      </p:sp>
      <p:sp>
        <p:nvSpPr>
          <p:cNvPr id="11" name="pdf-text-0011">
            <a:extLst xmlns:a="http://schemas.openxmlformats.org/drawingml/2006/main">
              <a:ext uri="{FF2B5EF4-FFF2-40B4-BE49-F238E27FC236}">
                <a16:creationId xmlns:a16="http://schemas.microsoft.com/office/drawing/2014/main" id="{1B4C7848-E801-4992-9559-E517431B8EB6}"/>
              </a:ext>
            </a:extLst>
          </p:cNvPr>
          <p:cNvSpPr>
            <a:spLocks xmlns:a="http://schemas.openxmlformats.org/drawingml/2006/main" noGrp="1"/>
          </p:cNvSpPr>
          <p:nvPr/>
        </p:nvSpPr>
        <p:spPr>
          <a:xfrm xmlns:a="http://schemas.openxmlformats.org/drawingml/2006/main">
            <a:off x="901360" y="2852033"/>
            <a:ext cx="442320"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4,367 </a:t>
            </a:r>
          </a:p>
        </p:txBody>
      </p:sp>
      <p:sp>
        <p:nvSpPr>
          <p:cNvPr id="12" name="pdf-text-0012">
            <a:extLst xmlns:a="http://schemas.openxmlformats.org/drawingml/2006/main">
              <a:ext uri="{FF2B5EF4-FFF2-40B4-BE49-F238E27FC236}">
                <a16:creationId xmlns:a16="http://schemas.microsoft.com/office/drawing/2014/main" id="{6F59AD2A-EC23-460D-984D-947EB1A408E6}"/>
              </a:ext>
            </a:extLst>
          </p:cNvPr>
          <p:cNvSpPr>
            <a:spLocks xmlns:a="http://schemas.openxmlformats.org/drawingml/2006/main" noGrp="1"/>
          </p:cNvSpPr>
          <p:nvPr/>
        </p:nvSpPr>
        <p:spPr>
          <a:xfrm xmlns:a="http://schemas.openxmlformats.org/drawingml/2006/main">
            <a:off x="2146547" y="2648451"/>
            <a:ext cx="442320"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7,263 </a:t>
            </a:r>
          </a:p>
        </p:txBody>
      </p:sp>
      <p:sp>
        <p:nvSpPr>
          <p:cNvPr id="13" name="pdf-text-0013">
            <a:extLst xmlns:a="http://schemas.openxmlformats.org/drawingml/2006/main">
              <a:ext uri="{FF2B5EF4-FFF2-40B4-BE49-F238E27FC236}">
                <a16:creationId xmlns:a16="http://schemas.microsoft.com/office/drawing/2014/main" id="{77C3A72D-FACE-43AC-B7EF-7A4E2D643F18}"/>
              </a:ext>
            </a:extLst>
          </p:cNvPr>
          <p:cNvSpPr>
            <a:spLocks xmlns:a="http://schemas.openxmlformats.org/drawingml/2006/main" noGrp="1"/>
          </p:cNvSpPr>
          <p:nvPr/>
        </p:nvSpPr>
        <p:spPr>
          <a:xfrm xmlns:a="http://schemas.openxmlformats.org/drawingml/2006/main">
            <a:off x="3362150" y="2381215"/>
            <a:ext cx="524621"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11,565 </a:t>
            </a:r>
          </a:p>
        </p:txBody>
      </p:sp>
      <p:sp>
        <p:nvSpPr>
          <p:cNvPr id="14" name="pdf-text-0014">
            <a:extLst xmlns:a="http://schemas.openxmlformats.org/drawingml/2006/main">
              <a:ext uri="{FF2B5EF4-FFF2-40B4-BE49-F238E27FC236}">
                <a16:creationId xmlns:a16="http://schemas.microsoft.com/office/drawing/2014/main" id="{FCAFEB63-142B-4DE3-845D-DE9A9AEEB82D}"/>
              </a:ext>
            </a:extLst>
          </p:cNvPr>
          <p:cNvSpPr>
            <a:spLocks xmlns:a="http://schemas.openxmlformats.org/drawingml/2006/main" noGrp="1"/>
          </p:cNvSpPr>
          <p:nvPr/>
        </p:nvSpPr>
        <p:spPr>
          <a:xfrm xmlns:a="http://schemas.openxmlformats.org/drawingml/2006/main">
            <a:off x="4572846" y="1426678"/>
            <a:ext cx="524621"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25,000 </a:t>
            </a:r>
          </a:p>
        </p:txBody>
      </p:sp>
      <p:sp>
        <p:nvSpPr>
          <p:cNvPr id="15" name="pdf-text-0015">
            <a:extLst xmlns:a="http://schemas.openxmlformats.org/drawingml/2006/main">
              <a:ext uri="{FF2B5EF4-FFF2-40B4-BE49-F238E27FC236}">
                <a16:creationId xmlns:a16="http://schemas.microsoft.com/office/drawing/2014/main" id="{A6925366-508C-4311-95ED-72661D86714A}"/>
              </a:ext>
            </a:extLst>
          </p:cNvPr>
          <p:cNvSpPr>
            <a:spLocks xmlns:a="http://schemas.openxmlformats.org/drawingml/2006/main" noGrp="1"/>
          </p:cNvSpPr>
          <p:nvPr/>
        </p:nvSpPr>
        <p:spPr>
          <a:xfrm xmlns:a="http://schemas.openxmlformats.org/drawingml/2006/main">
            <a:off x="1283427" y="3174651"/>
            <a:ext cx="442320"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1,135 </a:t>
            </a:r>
          </a:p>
        </p:txBody>
      </p:sp>
      <p:sp>
        <p:nvSpPr>
          <p:cNvPr id="16" name="pdf-text-0016">
            <a:extLst xmlns:a="http://schemas.openxmlformats.org/drawingml/2006/main">
              <a:ext uri="{FF2B5EF4-FFF2-40B4-BE49-F238E27FC236}">
                <a16:creationId xmlns:a16="http://schemas.microsoft.com/office/drawing/2014/main" id="{6879EF0D-D478-48C3-9DBB-C2FAE4FAE598}"/>
              </a:ext>
            </a:extLst>
          </p:cNvPr>
          <p:cNvSpPr>
            <a:spLocks xmlns:a="http://schemas.openxmlformats.org/drawingml/2006/main" noGrp="1"/>
          </p:cNvSpPr>
          <p:nvPr/>
        </p:nvSpPr>
        <p:spPr>
          <a:xfrm xmlns:a="http://schemas.openxmlformats.org/drawingml/2006/main">
            <a:off x="2540111" y="2960273"/>
            <a:ext cx="442334"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4,141 </a:t>
            </a:r>
          </a:p>
        </p:txBody>
      </p:sp>
      <p:sp>
        <p:nvSpPr>
          <p:cNvPr id="17" name="pdf-text-0017">
            <a:extLst xmlns:a="http://schemas.openxmlformats.org/drawingml/2006/main">
              <a:ext uri="{FF2B5EF4-FFF2-40B4-BE49-F238E27FC236}">
                <a16:creationId xmlns:a16="http://schemas.microsoft.com/office/drawing/2014/main" id="{67920393-D2D5-4311-BD78-1CCE47FB07A1}"/>
              </a:ext>
            </a:extLst>
          </p:cNvPr>
          <p:cNvSpPr>
            <a:spLocks xmlns:a="http://schemas.openxmlformats.org/drawingml/2006/main" noGrp="1"/>
          </p:cNvSpPr>
          <p:nvPr/>
        </p:nvSpPr>
        <p:spPr>
          <a:xfrm xmlns:a="http://schemas.openxmlformats.org/drawingml/2006/main">
            <a:off x="3831427" y="2732295"/>
            <a:ext cx="442333"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7,338 </a:t>
            </a:r>
          </a:p>
        </p:txBody>
      </p:sp>
      <p:sp>
        <p:nvSpPr>
          <p:cNvPr id="18" name="pdf-text-0018">
            <a:extLst xmlns:a="http://schemas.openxmlformats.org/drawingml/2006/main">
              <a:ext uri="{FF2B5EF4-FFF2-40B4-BE49-F238E27FC236}">
                <a16:creationId xmlns:a16="http://schemas.microsoft.com/office/drawing/2014/main" id="{5A982BAC-D9C9-43A8-853D-26754EE92604}"/>
              </a:ext>
            </a:extLst>
          </p:cNvPr>
          <p:cNvSpPr>
            <a:spLocks xmlns:a="http://schemas.openxmlformats.org/drawingml/2006/main" noGrp="1"/>
          </p:cNvSpPr>
          <p:nvPr/>
        </p:nvSpPr>
        <p:spPr>
          <a:xfrm xmlns:a="http://schemas.openxmlformats.org/drawingml/2006/main">
            <a:off x="5139427" y="2286293"/>
            <a:ext cx="524621"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3E3E3E"/>
                </a:solidFill>
                <a:latin typeface="Microsoft YaHei"/>
                <a:ea typeface="Microsoft YaHei"/>
                <a:cs typeface="Microsoft YaHei"/>
              </a:defRPr>
            </a:pPr>
            <a:r>
              <a:rPr sz="1104" b="0" i="0">
                <a:solidFill>
                  <a:srgbClr val="3E3E3E"/>
                </a:solidFill>
                <a:latin typeface="Microsoft YaHei"/>
                <a:ea typeface="Microsoft YaHei"/>
                <a:cs typeface="Microsoft YaHei"/>
              </a:rPr>
              <a:t>13,000 </a:t>
            </a:r>
          </a:p>
        </p:txBody>
      </p:sp>
      <p:sp>
        <p:nvSpPr>
          <p:cNvPr id="19" name="pdf-text-0019">
            <a:extLst xmlns:a="http://schemas.openxmlformats.org/drawingml/2006/main">
              <a:ext uri="{FF2B5EF4-FFF2-40B4-BE49-F238E27FC236}">
                <a16:creationId xmlns:a16="http://schemas.microsoft.com/office/drawing/2014/main" id="{3888CC37-3C51-4115-A805-C7980A10B768}"/>
              </a:ext>
            </a:extLst>
          </p:cNvPr>
          <p:cNvSpPr>
            <a:spLocks xmlns:a="http://schemas.openxmlformats.org/drawingml/2006/main" noGrp="1"/>
          </p:cNvSpPr>
          <p:nvPr/>
        </p:nvSpPr>
        <p:spPr>
          <a:xfrm xmlns:a="http://schemas.openxmlformats.org/drawingml/2006/main">
            <a:off x="1101997" y="3623597"/>
            <a:ext cx="365700"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585958"/>
                </a:solidFill>
                <a:latin typeface="Microsoft YaHei"/>
                <a:ea typeface="Microsoft YaHei"/>
                <a:cs typeface="Microsoft YaHei"/>
              </a:defRPr>
            </a:pPr>
            <a:r>
              <a:rPr sz="1104" b="0" i="0">
                <a:solidFill>
                  <a:srgbClr val="585958"/>
                </a:solidFill>
                <a:latin typeface="Microsoft YaHei"/>
                <a:ea typeface="Microsoft YaHei"/>
                <a:cs typeface="Microsoft YaHei"/>
              </a:rPr>
              <a:t>2023</a:t>
            </a:r>
          </a:p>
        </p:txBody>
      </p:sp>
      <p:sp>
        <p:nvSpPr>
          <p:cNvPr id="20" name="pdf-text-0020">
            <a:extLst xmlns:a="http://schemas.openxmlformats.org/drawingml/2006/main">
              <a:ext uri="{FF2B5EF4-FFF2-40B4-BE49-F238E27FC236}">
                <a16:creationId xmlns:a16="http://schemas.microsoft.com/office/drawing/2014/main" id="{188E549F-DA63-4C49-9B35-F2435C274C11}"/>
              </a:ext>
            </a:extLst>
          </p:cNvPr>
          <p:cNvSpPr>
            <a:spLocks xmlns:a="http://schemas.openxmlformats.org/drawingml/2006/main" noGrp="1"/>
          </p:cNvSpPr>
          <p:nvPr/>
        </p:nvSpPr>
        <p:spPr>
          <a:xfrm xmlns:a="http://schemas.openxmlformats.org/drawingml/2006/main">
            <a:off x="2358682" y="3623597"/>
            <a:ext cx="365700"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585958"/>
                </a:solidFill>
                <a:latin typeface="Microsoft YaHei"/>
                <a:ea typeface="Microsoft YaHei"/>
                <a:cs typeface="Microsoft YaHei"/>
              </a:defRPr>
            </a:pPr>
            <a:r>
              <a:rPr sz="1104" b="0" i="0">
                <a:solidFill>
                  <a:srgbClr val="585958"/>
                </a:solidFill>
                <a:latin typeface="Microsoft YaHei"/>
                <a:ea typeface="Microsoft YaHei"/>
                <a:cs typeface="Microsoft YaHei"/>
              </a:rPr>
              <a:t>2024</a:t>
            </a:r>
          </a:p>
        </p:txBody>
      </p:sp>
      <p:sp>
        <p:nvSpPr>
          <p:cNvPr id="21" name="pdf-text-0021">
            <a:extLst xmlns:a="http://schemas.openxmlformats.org/drawingml/2006/main">
              <a:ext uri="{FF2B5EF4-FFF2-40B4-BE49-F238E27FC236}">
                <a16:creationId xmlns:a16="http://schemas.microsoft.com/office/drawing/2014/main" id="{3C29730E-641E-412D-8089-26B0F8231DD4}"/>
              </a:ext>
            </a:extLst>
          </p:cNvPr>
          <p:cNvSpPr>
            <a:spLocks xmlns:a="http://schemas.openxmlformats.org/drawingml/2006/main" noGrp="1"/>
          </p:cNvSpPr>
          <p:nvPr/>
        </p:nvSpPr>
        <p:spPr>
          <a:xfrm xmlns:a="http://schemas.openxmlformats.org/drawingml/2006/main">
            <a:off x="3615366" y="3623597"/>
            <a:ext cx="365699"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585958"/>
                </a:solidFill>
                <a:latin typeface="Microsoft YaHei"/>
                <a:ea typeface="Microsoft YaHei"/>
                <a:cs typeface="Microsoft YaHei"/>
              </a:defRPr>
            </a:pPr>
            <a:r>
              <a:rPr sz="1104" b="0" i="0">
                <a:solidFill>
                  <a:srgbClr val="585958"/>
                </a:solidFill>
                <a:latin typeface="Microsoft YaHei"/>
                <a:ea typeface="Microsoft YaHei"/>
                <a:cs typeface="Microsoft YaHei"/>
              </a:rPr>
              <a:t>2025</a:t>
            </a:r>
          </a:p>
        </p:txBody>
      </p:sp>
      <p:sp>
        <p:nvSpPr>
          <p:cNvPr id="22" name="pdf-text-0022">
            <a:extLst xmlns:a="http://schemas.openxmlformats.org/drawingml/2006/main">
              <a:ext uri="{FF2B5EF4-FFF2-40B4-BE49-F238E27FC236}">
                <a16:creationId xmlns:a16="http://schemas.microsoft.com/office/drawing/2014/main" id="{E810B832-F4D5-48CC-AC4C-1035679E88E9}"/>
              </a:ext>
            </a:extLst>
          </p:cNvPr>
          <p:cNvSpPr>
            <a:spLocks xmlns:a="http://schemas.openxmlformats.org/drawingml/2006/main" noGrp="1"/>
          </p:cNvSpPr>
          <p:nvPr/>
        </p:nvSpPr>
        <p:spPr>
          <a:xfrm xmlns:a="http://schemas.openxmlformats.org/drawingml/2006/main">
            <a:off x="4833634" y="3623597"/>
            <a:ext cx="442867"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585958"/>
                </a:solidFill>
                <a:latin typeface="Microsoft YaHei"/>
                <a:ea typeface="Microsoft YaHei"/>
                <a:cs typeface="Microsoft YaHei"/>
              </a:defRPr>
            </a:pPr>
            <a:r>
              <a:rPr sz="1104" b="0" i="0">
                <a:solidFill>
                  <a:srgbClr val="585958"/>
                </a:solidFill>
                <a:latin typeface="Microsoft YaHei"/>
                <a:ea typeface="Microsoft YaHei"/>
                <a:cs typeface="Microsoft YaHei"/>
              </a:rPr>
              <a:t>2026E</a:t>
            </a:r>
          </a:p>
        </p:txBody>
      </p:sp>
      <p:sp>
        <p:nvSpPr>
          <p:cNvPr id="23" name="pdf-vector-0023">
            <a:extLst xmlns:a="http://schemas.openxmlformats.org/drawingml/2006/main">
              <a:ext uri="{FF2B5EF4-FFF2-40B4-BE49-F238E27FC236}">
                <a16:creationId xmlns:a16="http://schemas.microsoft.com/office/drawing/2014/main" id="{6EC26A3F-7B45-4B85-9FBF-20A08EEDB813}"/>
              </a:ext>
            </a:extLst>
          </p:cNvPr>
          <p:cNvSpPr>
            <a:spLocks xmlns:a="http://schemas.openxmlformats.org/drawingml/2006/main" noGrp="1"/>
          </p:cNvSpPr>
          <p:nvPr/>
        </p:nvSpPr>
        <p:spPr>
          <a:xfrm xmlns:a="http://schemas.openxmlformats.org/drawingml/2006/main">
            <a:off x="969340" y="1538110"/>
            <a:ext cx="90297" cy="90297"/>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24" name="pdf-text-0024">
            <a:extLst xmlns:a="http://schemas.openxmlformats.org/drawingml/2006/main">
              <a:ext uri="{FF2B5EF4-FFF2-40B4-BE49-F238E27FC236}">
                <a16:creationId xmlns:a16="http://schemas.microsoft.com/office/drawing/2014/main" id="{AA6C61F6-738F-4B10-A42A-871F38C7808E}"/>
              </a:ext>
            </a:extLst>
          </p:cNvPr>
          <p:cNvSpPr>
            <a:spLocks xmlns:a="http://schemas.openxmlformats.org/drawingml/2006/main" noGrp="1"/>
          </p:cNvSpPr>
          <p:nvPr/>
        </p:nvSpPr>
        <p:spPr>
          <a:xfrm xmlns:a="http://schemas.openxmlformats.org/drawingml/2006/main">
            <a:off x="1100027" y="1557576"/>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585958"/>
                </a:solidFill>
                <a:latin typeface="Microsoft YaHei"/>
                <a:ea typeface="Microsoft YaHei"/>
                <a:cs typeface="Microsoft YaHei"/>
              </a:defRPr>
            </a:pPr>
            <a:r>
              <a:rPr sz="1200" b="0" i="0">
                <a:solidFill>
                  <a:srgbClr val="585958"/>
                </a:solidFill>
                <a:latin typeface="Microsoft YaHei"/>
                <a:ea typeface="Microsoft YaHei"/>
                <a:cs typeface="Microsoft YaHei"/>
              </a:rPr>
              <a:t>合同额</a:t>
            </a:r>
          </a:p>
        </p:txBody>
      </p:sp>
      <p:sp>
        <p:nvSpPr>
          <p:cNvPr id="25" name="pdf-vector-0025">
            <a:extLst xmlns:a="http://schemas.openxmlformats.org/drawingml/2006/main">
              <a:ext uri="{FF2B5EF4-FFF2-40B4-BE49-F238E27FC236}">
                <a16:creationId xmlns:a16="http://schemas.microsoft.com/office/drawing/2014/main" id="{71E35AA3-AF6D-4DC1-93B6-9281FDCD9F32}"/>
              </a:ext>
            </a:extLst>
          </p:cNvPr>
          <p:cNvSpPr>
            <a:spLocks xmlns:a="http://schemas.openxmlformats.org/drawingml/2006/main" noGrp="1"/>
          </p:cNvSpPr>
          <p:nvPr/>
        </p:nvSpPr>
        <p:spPr>
          <a:xfrm xmlns:a="http://schemas.openxmlformats.org/drawingml/2006/main">
            <a:off x="1737512" y="1538110"/>
            <a:ext cx="90297" cy="90297"/>
          </a:xfrm>
          <a:prstGeom xmlns:a="http://schemas.openxmlformats.org/drawingml/2006/main" prst="rect">
            <a:avLst/>
          </a:prstGeom>
          <a:solidFill xmlns:a="http://schemas.openxmlformats.org/drawingml/2006/main">
            <a:srgbClr val="DAE3F3"/>
          </a:solidFill>
          <a:ln xmlns:a="http://schemas.openxmlformats.org/drawingml/2006/main" w="0">
            <a:noFill/>
            <a:prstDash val="solid"/>
          </a:ln>
        </p:spPr>
      </p:sp>
      <p:sp>
        <p:nvSpPr>
          <p:cNvPr id="26" name="pdf-text-0026">
            <a:extLst xmlns:a="http://schemas.openxmlformats.org/drawingml/2006/main">
              <a:ext uri="{FF2B5EF4-FFF2-40B4-BE49-F238E27FC236}">
                <a16:creationId xmlns:a16="http://schemas.microsoft.com/office/drawing/2014/main" id="{55DE7746-CBA4-44B9-9622-3A00CB7F56AE}"/>
              </a:ext>
            </a:extLst>
          </p:cNvPr>
          <p:cNvSpPr>
            <a:spLocks xmlns:a="http://schemas.openxmlformats.org/drawingml/2006/main" noGrp="1"/>
          </p:cNvSpPr>
          <p:nvPr/>
        </p:nvSpPr>
        <p:spPr>
          <a:xfrm xmlns:a="http://schemas.openxmlformats.org/drawingml/2006/main">
            <a:off x="1868193" y="1557576"/>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585958"/>
                </a:solidFill>
                <a:latin typeface="Microsoft YaHei"/>
                <a:ea typeface="Microsoft YaHei"/>
                <a:cs typeface="Microsoft YaHei"/>
              </a:defRPr>
            </a:pPr>
            <a:r>
              <a:rPr sz="1200" b="0" i="0">
                <a:solidFill>
                  <a:srgbClr val="585958"/>
                </a:solidFill>
                <a:latin typeface="Microsoft YaHei"/>
                <a:ea typeface="Microsoft YaHei"/>
                <a:cs typeface="Microsoft YaHei"/>
              </a:rPr>
              <a:t>收入</a:t>
            </a:r>
          </a:p>
        </p:txBody>
      </p:sp>
      <p:sp>
        <p:nvSpPr>
          <p:cNvPr id="27" name="pdf-vector-0027">
            <a:extLst xmlns:a="http://schemas.openxmlformats.org/drawingml/2006/main">
              <a:ext uri="{FF2B5EF4-FFF2-40B4-BE49-F238E27FC236}">
                <a16:creationId xmlns:a16="http://schemas.microsoft.com/office/drawing/2014/main" id="{CF1F962E-9D71-42A7-847C-B0C9C4C0A864}"/>
              </a:ext>
            </a:extLst>
          </p:cNvPr>
          <p:cNvSpPr>
            <a:spLocks xmlns:a="http://schemas.openxmlformats.org/drawingml/2006/main" noGrp="1"/>
          </p:cNvSpPr>
          <p:nvPr/>
        </p:nvSpPr>
        <p:spPr>
          <a:xfrm xmlns:a="http://schemas.openxmlformats.org/drawingml/2006/main">
            <a:off x="671309" y="4595952"/>
            <a:ext cx="1271600" cy="42562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28" name="pdf-vector-0028">
            <a:extLst xmlns:a="http://schemas.openxmlformats.org/drawingml/2006/main">
              <a:ext uri="{FF2B5EF4-FFF2-40B4-BE49-F238E27FC236}">
                <a16:creationId xmlns:a16="http://schemas.microsoft.com/office/drawing/2014/main" id="{6AA176F5-5B02-4B4E-BF0A-E848D150E580}"/>
              </a:ext>
            </a:extLst>
          </p:cNvPr>
          <p:cNvSpPr>
            <a:spLocks xmlns:a="http://schemas.openxmlformats.org/drawingml/2006/main" noGrp="1"/>
          </p:cNvSpPr>
          <p:nvPr/>
        </p:nvSpPr>
        <p:spPr>
          <a:xfrm xmlns:a="http://schemas.openxmlformats.org/drawingml/2006/main">
            <a:off x="1942922" y="4595952"/>
            <a:ext cx="970687" cy="42562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29" name="pdf-vector-0029">
            <a:extLst xmlns:a="http://schemas.openxmlformats.org/drawingml/2006/main">
              <a:ext uri="{FF2B5EF4-FFF2-40B4-BE49-F238E27FC236}">
                <a16:creationId xmlns:a16="http://schemas.microsoft.com/office/drawing/2014/main" id="{D849BF50-65C7-4FE9-91BD-D87E763F361C}"/>
              </a:ext>
            </a:extLst>
          </p:cNvPr>
          <p:cNvSpPr>
            <a:spLocks xmlns:a="http://schemas.openxmlformats.org/drawingml/2006/main" noGrp="1"/>
          </p:cNvSpPr>
          <p:nvPr/>
        </p:nvSpPr>
        <p:spPr>
          <a:xfrm xmlns:a="http://schemas.openxmlformats.org/drawingml/2006/main">
            <a:off x="2913609" y="4595952"/>
            <a:ext cx="943724" cy="42562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0" name="pdf-vector-0030">
            <a:extLst xmlns:a="http://schemas.openxmlformats.org/drawingml/2006/main">
              <a:ext uri="{FF2B5EF4-FFF2-40B4-BE49-F238E27FC236}">
                <a16:creationId xmlns:a16="http://schemas.microsoft.com/office/drawing/2014/main" id="{25A8F9BF-418E-40BD-9BAF-542187061549}"/>
              </a:ext>
            </a:extLst>
          </p:cNvPr>
          <p:cNvSpPr>
            <a:spLocks xmlns:a="http://schemas.openxmlformats.org/drawingml/2006/main" noGrp="1"/>
          </p:cNvSpPr>
          <p:nvPr/>
        </p:nvSpPr>
        <p:spPr>
          <a:xfrm xmlns:a="http://schemas.openxmlformats.org/drawingml/2006/main">
            <a:off x="3857333" y="4595952"/>
            <a:ext cx="905980" cy="42562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1" name="pdf-vector-0031">
            <a:extLst xmlns:a="http://schemas.openxmlformats.org/drawingml/2006/main">
              <a:ext uri="{FF2B5EF4-FFF2-40B4-BE49-F238E27FC236}">
                <a16:creationId xmlns:a16="http://schemas.microsoft.com/office/drawing/2014/main" id="{C5FA8C53-FE8A-410F-9B07-A32BEB0D08A1}"/>
              </a:ext>
            </a:extLst>
          </p:cNvPr>
          <p:cNvSpPr>
            <a:spLocks xmlns:a="http://schemas.openxmlformats.org/drawingml/2006/main" noGrp="1"/>
          </p:cNvSpPr>
          <p:nvPr/>
        </p:nvSpPr>
        <p:spPr>
          <a:xfrm xmlns:a="http://schemas.openxmlformats.org/drawingml/2006/main">
            <a:off x="4763313" y="4595952"/>
            <a:ext cx="905980" cy="42562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2" name="pdf-vector-0032">
            <a:extLst xmlns:a="http://schemas.openxmlformats.org/drawingml/2006/main">
              <a:ext uri="{FF2B5EF4-FFF2-40B4-BE49-F238E27FC236}">
                <a16:creationId xmlns:a16="http://schemas.microsoft.com/office/drawing/2014/main" id="{7176DD70-0E59-4BC4-A428-11B2BBFC4472}"/>
              </a:ext>
            </a:extLst>
          </p:cNvPr>
          <p:cNvSpPr>
            <a:spLocks xmlns:a="http://schemas.openxmlformats.org/drawingml/2006/main" noGrp="1"/>
          </p:cNvSpPr>
          <p:nvPr/>
        </p:nvSpPr>
        <p:spPr>
          <a:xfrm xmlns:a="http://schemas.openxmlformats.org/drawingml/2006/main">
            <a:off x="666551" y="5021580"/>
            <a:ext cx="5007495" cy="953"/>
          </a:xfrm>
          <a:custGeom xmlns:a="http://schemas.openxmlformats.org/drawingml/2006/main">
            <a:pathLst>
              <a:path w="5007495" h="953">
                <a:moveTo>
                  <a:pt x="0" y="0"/>
                </a:moveTo>
                <a:lnTo>
                  <a:pt x="5007495" y="0"/>
                </a:lnTo>
              </a:path>
            </a:pathLst>
          </a:custGeom>
          <a:noFill xmlns:a="http://schemas.openxmlformats.org/drawingml/2006/main"/>
          <a:ln xmlns:a="http://schemas.openxmlformats.org/drawingml/2006/main" w="9525">
            <a:solidFill>
              <a:srgbClr val="4A7EBB"/>
            </a:solidFill>
            <a:prstDash val="solid"/>
          </a:ln>
        </p:spPr>
      </p:sp>
      <p:sp>
        <p:nvSpPr>
          <p:cNvPr id="33" name="pdf-vector-0033">
            <a:extLst xmlns:a="http://schemas.openxmlformats.org/drawingml/2006/main">
              <a:ext uri="{FF2B5EF4-FFF2-40B4-BE49-F238E27FC236}">
                <a16:creationId xmlns:a16="http://schemas.microsoft.com/office/drawing/2014/main" id="{99610AF8-4F00-4612-A548-5D69D4373DF8}"/>
              </a:ext>
            </a:extLst>
          </p:cNvPr>
          <p:cNvSpPr>
            <a:spLocks xmlns:a="http://schemas.openxmlformats.org/drawingml/2006/main" noGrp="1"/>
          </p:cNvSpPr>
          <p:nvPr/>
        </p:nvSpPr>
        <p:spPr>
          <a:xfrm xmlns:a="http://schemas.openxmlformats.org/drawingml/2006/main">
            <a:off x="666551" y="5415050"/>
            <a:ext cx="5007495" cy="953"/>
          </a:xfrm>
          <a:custGeom xmlns:a="http://schemas.openxmlformats.org/drawingml/2006/main">
            <a:pathLst>
              <a:path w="5007495" h="953">
                <a:moveTo>
                  <a:pt x="0" y="0"/>
                </a:moveTo>
                <a:lnTo>
                  <a:pt x="5007495" y="0"/>
                </a:lnTo>
              </a:path>
            </a:pathLst>
          </a:custGeom>
          <a:noFill xmlns:a="http://schemas.openxmlformats.org/drawingml/2006/main"/>
          <a:ln xmlns:a="http://schemas.openxmlformats.org/drawingml/2006/main" w="9525">
            <a:solidFill>
              <a:srgbClr val="4A7EBB"/>
            </a:solidFill>
            <a:prstDash val="solid"/>
          </a:ln>
        </p:spPr>
      </p:sp>
      <p:sp>
        <p:nvSpPr>
          <p:cNvPr id="34" name="pdf-vector-0034">
            <a:extLst xmlns:a="http://schemas.openxmlformats.org/drawingml/2006/main">
              <a:ext uri="{FF2B5EF4-FFF2-40B4-BE49-F238E27FC236}">
                <a16:creationId xmlns:a16="http://schemas.microsoft.com/office/drawing/2014/main" id="{4CB3D02F-7418-41C5-BA09-DB9C721730CC}"/>
              </a:ext>
            </a:extLst>
          </p:cNvPr>
          <p:cNvSpPr>
            <a:spLocks xmlns:a="http://schemas.openxmlformats.org/drawingml/2006/main" noGrp="1"/>
          </p:cNvSpPr>
          <p:nvPr/>
        </p:nvSpPr>
        <p:spPr>
          <a:xfrm xmlns:a="http://schemas.openxmlformats.org/drawingml/2006/main">
            <a:off x="671313" y="4591195"/>
            <a:ext cx="953" cy="1222083"/>
          </a:xfrm>
          <a:custGeom xmlns:a="http://schemas.openxmlformats.org/drawingml/2006/main">
            <a:pathLst>
              <a:path w="953" h="1222083">
                <a:moveTo>
                  <a:pt x="0" y="0"/>
                </a:moveTo>
                <a:lnTo>
                  <a:pt x="0" y="1222083"/>
                </a:lnTo>
              </a:path>
            </a:pathLst>
          </a:custGeom>
          <a:noFill xmlns:a="http://schemas.openxmlformats.org/drawingml/2006/main"/>
          <a:ln xmlns:a="http://schemas.openxmlformats.org/drawingml/2006/main" w="9525">
            <a:solidFill>
              <a:srgbClr val="4A7EBB"/>
            </a:solidFill>
            <a:prstDash val="solid"/>
          </a:ln>
        </p:spPr>
      </p:sp>
      <p:sp>
        <p:nvSpPr>
          <p:cNvPr id="35" name="pdf-vector-0035">
            <a:extLst xmlns:a="http://schemas.openxmlformats.org/drawingml/2006/main">
              <a:ext uri="{FF2B5EF4-FFF2-40B4-BE49-F238E27FC236}">
                <a16:creationId xmlns:a16="http://schemas.microsoft.com/office/drawing/2014/main" id="{25952305-B176-4250-8289-CB303EC8DD8F}"/>
              </a:ext>
            </a:extLst>
          </p:cNvPr>
          <p:cNvSpPr>
            <a:spLocks xmlns:a="http://schemas.openxmlformats.org/drawingml/2006/main" noGrp="1"/>
          </p:cNvSpPr>
          <p:nvPr/>
        </p:nvSpPr>
        <p:spPr>
          <a:xfrm xmlns:a="http://schemas.openxmlformats.org/drawingml/2006/main">
            <a:off x="5669281" y="4591195"/>
            <a:ext cx="953" cy="1222083"/>
          </a:xfrm>
          <a:custGeom xmlns:a="http://schemas.openxmlformats.org/drawingml/2006/main">
            <a:pathLst>
              <a:path w="953" h="1222083">
                <a:moveTo>
                  <a:pt x="0" y="0"/>
                </a:moveTo>
                <a:lnTo>
                  <a:pt x="0" y="1222083"/>
                </a:lnTo>
              </a:path>
            </a:pathLst>
          </a:custGeom>
          <a:noFill xmlns:a="http://schemas.openxmlformats.org/drawingml/2006/main"/>
          <a:ln xmlns:a="http://schemas.openxmlformats.org/drawingml/2006/main" w="9525">
            <a:solidFill>
              <a:srgbClr val="4A7EBB"/>
            </a:solidFill>
            <a:prstDash val="solid"/>
          </a:ln>
        </p:spPr>
      </p:sp>
      <p:sp>
        <p:nvSpPr>
          <p:cNvPr id="36" name="pdf-vector-0036">
            <a:extLst xmlns:a="http://schemas.openxmlformats.org/drawingml/2006/main">
              <a:ext uri="{FF2B5EF4-FFF2-40B4-BE49-F238E27FC236}">
                <a16:creationId xmlns:a16="http://schemas.microsoft.com/office/drawing/2014/main" id="{BA546A7D-1D4D-4DE5-8258-C62237C31E07}"/>
              </a:ext>
            </a:extLst>
          </p:cNvPr>
          <p:cNvSpPr>
            <a:spLocks xmlns:a="http://schemas.openxmlformats.org/drawingml/2006/main" noGrp="1"/>
          </p:cNvSpPr>
          <p:nvPr/>
        </p:nvSpPr>
        <p:spPr>
          <a:xfrm xmlns:a="http://schemas.openxmlformats.org/drawingml/2006/main">
            <a:off x="666551" y="4595957"/>
            <a:ext cx="5007495" cy="953"/>
          </a:xfrm>
          <a:custGeom xmlns:a="http://schemas.openxmlformats.org/drawingml/2006/main">
            <a:pathLst>
              <a:path w="5007495" h="953">
                <a:moveTo>
                  <a:pt x="0" y="0"/>
                </a:moveTo>
                <a:lnTo>
                  <a:pt x="5007495" y="0"/>
                </a:lnTo>
              </a:path>
            </a:pathLst>
          </a:custGeom>
          <a:noFill xmlns:a="http://schemas.openxmlformats.org/drawingml/2006/main"/>
          <a:ln xmlns:a="http://schemas.openxmlformats.org/drawingml/2006/main" w="9525">
            <a:solidFill>
              <a:srgbClr val="4A7EBB"/>
            </a:solidFill>
            <a:prstDash val="solid"/>
          </a:ln>
        </p:spPr>
      </p:sp>
      <p:sp>
        <p:nvSpPr>
          <p:cNvPr id="37" name="pdf-vector-0037">
            <a:extLst xmlns:a="http://schemas.openxmlformats.org/drawingml/2006/main">
              <a:ext uri="{FF2B5EF4-FFF2-40B4-BE49-F238E27FC236}">
                <a16:creationId xmlns:a16="http://schemas.microsoft.com/office/drawing/2014/main" id="{F9A40086-08AF-45F1-A885-203F9F18168B}"/>
              </a:ext>
            </a:extLst>
          </p:cNvPr>
          <p:cNvSpPr>
            <a:spLocks xmlns:a="http://schemas.openxmlformats.org/drawingml/2006/main" noGrp="1"/>
          </p:cNvSpPr>
          <p:nvPr/>
        </p:nvSpPr>
        <p:spPr>
          <a:xfrm xmlns:a="http://schemas.openxmlformats.org/drawingml/2006/main">
            <a:off x="666551" y="5808521"/>
            <a:ext cx="5007495" cy="953"/>
          </a:xfrm>
          <a:custGeom xmlns:a="http://schemas.openxmlformats.org/drawingml/2006/main">
            <a:pathLst>
              <a:path w="5007495" h="953">
                <a:moveTo>
                  <a:pt x="0" y="0"/>
                </a:moveTo>
                <a:lnTo>
                  <a:pt x="5007495" y="0"/>
                </a:lnTo>
              </a:path>
            </a:pathLst>
          </a:custGeom>
          <a:noFill xmlns:a="http://schemas.openxmlformats.org/drawingml/2006/main"/>
          <a:ln xmlns:a="http://schemas.openxmlformats.org/drawingml/2006/main" w="9525">
            <a:solidFill>
              <a:srgbClr val="4A7EBB"/>
            </a:solidFill>
            <a:prstDash val="solid"/>
          </a:ln>
        </p:spPr>
      </p:sp>
      <p:sp>
        <p:nvSpPr>
          <p:cNvPr id="38" name="pdf-text-0038">
            <a:extLst xmlns:a="http://schemas.openxmlformats.org/drawingml/2006/main">
              <a:ext uri="{FF2B5EF4-FFF2-40B4-BE49-F238E27FC236}">
                <a16:creationId xmlns:a16="http://schemas.microsoft.com/office/drawing/2014/main" id="{0800A065-FED4-4C7E-9675-5DC9DFE94752}"/>
              </a:ext>
            </a:extLst>
          </p:cNvPr>
          <p:cNvSpPr>
            <a:spLocks xmlns:a="http://schemas.openxmlformats.org/drawingml/2006/main" noGrp="1"/>
          </p:cNvSpPr>
          <p:nvPr/>
        </p:nvSpPr>
        <p:spPr>
          <a:xfrm xmlns:a="http://schemas.openxmlformats.org/drawingml/2006/main">
            <a:off x="926305" y="4748787"/>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合同额结构</a:t>
            </a:r>
          </a:p>
        </p:txBody>
      </p:sp>
      <p:sp>
        <p:nvSpPr>
          <p:cNvPr id="39" name="pdf-text-0039">
            <a:extLst xmlns:a="http://schemas.openxmlformats.org/drawingml/2006/main">
              <a:ext uri="{FF2B5EF4-FFF2-40B4-BE49-F238E27FC236}">
                <a16:creationId xmlns:a16="http://schemas.microsoft.com/office/drawing/2014/main" id="{FA3E9A83-7450-4F4F-833B-B7750F52B6F5}"/>
              </a:ext>
            </a:extLst>
          </p:cNvPr>
          <p:cNvSpPr>
            <a:spLocks xmlns:a="http://schemas.openxmlformats.org/drawingml/2006/main" noGrp="1"/>
          </p:cNvSpPr>
          <p:nvPr/>
        </p:nvSpPr>
        <p:spPr>
          <a:xfrm xmlns:a="http://schemas.openxmlformats.org/drawingml/2006/main">
            <a:off x="2275355" y="4748787"/>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2023</a:t>
            </a:r>
          </a:p>
        </p:txBody>
      </p:sp>
      <p:sp>
        <p:nvSpPr>
          <p:cNvPr id="40" name="pdf-text-0040">
            <a:extLst xmlns:a="http://schemas.openxmlformats.org/drawingml/2006/main">
              <a:ext uri="{FF2B5EF4-FFF2-40B4-BE49-F238E27FC236}">
                <a16:creationId xmlns:a16="http://schemas.microsoft.com/office/drawing/2014/main" id="{38BA1B89-35CE-4691-B6C0-729FF9D01FAB}"/>
              </a:ext>
            </a:extLst>
          </p:cNvPr>
          <p:cNvSpPr>
            <a:spLocks xmlns:a="http://schemas.openxmlformats.org/drawingml/2006/main" noGrp="1"/>
          </p:cNvSpPr>
          <p:nvPr/>
        </p:nvSpPr>
        <p:spPr>
          <a:xfrm xmlns:a="http://schemas.openxmlformats.org/drawingml/2006/main">
            <a:off x="3232371" y="4748787"/>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2024</a:t>
            </a:r>
          </a:p>
        </p:txBody>
      </p:sp>
      <p:sp>
        <p:nvSpPr>
          <p:cNvPr id="41" name="pdf-text-0041">
            <a:extLst xmlns:a="http://schemas.openxmlformats.org/drawingml/2006/main">
              <a:ext uri="{FF2B5EF4-FFF2-40B4-BE49-F238E27FC236}">
                <a16:creationId xmlns:a16="http://schemas.microsoft.com/office/drawing/2014/main" id="{B75E0F9C-5EBA-49D6-9F37-122464711AC6}"/>
              </a:ext>
            </a:extLst>
          </p:cNvPr>
          <p:cNvSpPr>
            <a:spLocks xmlns:a="http://schemas.openxmlformats.org/drawingml/2006/main" noGrp="1"/>
          </p:cNvSpPr>
          <p:nvPr/>
        </p:nvSpPr>
        <p:spPr>
          <a:xfrm xmlns:a="http://schemas.openxmlformats.org/drawingml/2006/main">
            <a:off x="4157983" y="4748787"/>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2025</a:t>
            </a:r>
          </a:p>
        </p:txBody>
      </p:sp>
      <p:sp>
        <p:nvSpPr>
          <p:cNvPr id="42" name="pdf-text-0042">
            <a:extLst xmlns:a="http://schemas.openxmlformats.org/drawingml/2006/main">
              <a:ext uri="{FF2B5EF4-FFF2-40B4-BE49-F238E27FC236}">
                <a16:creationId xmlns:a16="http://schemas.microsoft.com/office/drawing/2014/main" id="{B1046B07-596C-4BAB-83DF-07C96A9FEEDB}"/>
              </a:ext>
            </a:extLst>
          </p:cNvPr>
          <p:cNvSpPr>
            <a:spLocks xmlns:a="http://schemas.openxmlformats.org/drawingml/2006/main" noGrp="1"/>
          </p:cNvSpPr>
          <p:nvPr/>
        </p:nvSpPr>
        <p:spPr>
          <a:xfrm xmlns:a="http://schemas.openxmlformats.org/drawingml/2006/main">
            <a:off x="5025857" y="4748787"/>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2026E</a:t>
            </a:r>
          </a:p>
        </p:txBody>
      </p:sp>
      <p:sp>
        <p:nvSpPr>
          <p:cNvPr id="43" name="pdf-text-0043">
            <a:extLst xmlns:a="http://schemas.openxmlformats.org/drawingml/2006/main">
              <a:ext uri="{FF2B5EF4-FFF2-40B4-BE49-F238E27FC236}">
                <a16:creationId xmlns:a16="http://schemas.microsoft.com/office/drawing/2014/main" id="{8C7A12B5-2614-4A0A-8D7A-3910B41073F1}"/>
              </a:ext>
            </a:extLst>
          </p:cNvPr>
          <p:cNvSpPr>
            <a:spLocks xmlns:a="http://schemas.openxmlformats.org/drawingml/2006/main" noGrp="1"/>
          </p:cNvSpPr>
          <p:nvPr/>
        </p:nvSpPr>
        <p:spPr>
          <a:xfrm xmlns:a="http://schemas.openxmlformats.org/drawingml/2006/main">
            <a:off x="1193005" y="5158333"/>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a:t>
            </a:r>
          </a:p>
        </p:txBody>
      </p:sp>
      <p:sp>
        <p:nvSpPr>
          <p:cNvPr id="44" name="pdf-text-0044">
            <a:extLst xmlns:a="http://schemas.openxmlformats.org/drawingml/2006/main">
              <a:ext uri="{FF2B5EF4-FFF2-40B4-BE49-F238E27FC236}">
                <a16:creationId xmlns:a16="http://schemas.microsoft.com/office/drawing/2014/main" id="{8D8AD54A-0BA7-4906-980B-63F0508BE507}"/>
              </a:ext>
            </a:extLst>
          </p:cNvPr>
          <p:cNvSpPr>
            <a:spLocks xmlns:a="http://schemas.openxmlformats.org/drawingml/2006/main" noGrp="1"/>
          </p:cNvSpPr>
          <p:nvPr/>
        </p:nvSpPr>
        <p:spPr>
          <a:xfrm xmlns:a="http://schemas.openxmlformats.org/drawingml/2006/main">
            <a:off x="2198997" y="515833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75.81%</a:t>
            </a:r>
          </a:p>
        </p:txBody>
      </p:sp>
      <p:sp>
        <p:nvSpPr>
          <p:cNvPr id="45" name="pdf-text-0045">
            <a:extLst xmlns:a="http://schemas.openxmlformats.org/drawingml/2006/main">
              <a:ext uri="{FF2B5EF4-FFF2-40B4-BE49-F238E27FC236}">
                <a16:creationId xmlns:a16="http://schemas.microsoft.com/office/drawing/2014/main" id="{60D4F8D4-CBCC-401F-B574-DCCB84FFF71E}"/>
              </a:ext>
            </a:extLst>
          </p:cNvPr>
          <p:cNvSpPr>
            <a:spLocks xmlns:a="http://schemas.openxmlformats.org/drawingml/2006/main" noGrp="1"/>
          </p:cNvSpPr>
          <p:nvPr/>
        </p:nvSpPr>
        <p:spPr>
          <a:xfrm xmlns:a="http://schemas.openxmlformats.org/drawingml/2006/main">
            <a:off x="3155917" y="515833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54.86%</a:t>
            </a:r>
          </a:p>
        </p:txBody>
      </p:sp>
      <p:sp>
        <p:nvSpPr>
          <p:cNvPr id="46" name="pdf-text-0046">
            <a:extLst xmlns:a="http://schemas.openxmlformats.org/drawingml/2006/main">
              <a:ext uri="{FF2B5EF4-FFF2-40B4-BE49-F238E27FC236}">
                <a16:creationId xmlns:a16="http://schemas.microsoft.com/office/drawing/2014/main" id="{6EE8BDDA-9BFF-44A0-90D8-04979DC78B7F}"/>
              </a:ext>
            </a:extLst>
          </p:cNvPr>
          <p:cNvSpPr>
            <a:spLocks xmlns:a="http://schemas.openxmlformats.org/drawingml/2006/main" noGrp="1"/>
          </p:cNvSpPr>
          <p:nvPr/>
        </p:nvSpPr>
        <p:spPr>
          <a:xfrm xmlns:a="http://schemas.openxmlformats.org/drawingml/2006/main">
            <a:off x="4081595" y="515833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50.26%</a:t>
            </a:r>
          </a:p>
        </p:txBody>
      </p:sp>
      <p:sp>
        <p:nvSpPr>
          <p:cNvPr id="47" name="pdf-text-0047">
            <a:extLst xmlns:a="http://schemas.openxmlformats.org/drawingml/2006/main">
              <a:ext uri="{FF2B5EF4-FFF2-40B4-BE49-F238E27FC236}">
                <a16:creationId xmlns:a16="http://schemas.microsoft.com/office/drawing/2014/main" id="{7F4BFA24-CF67-475A-A336-20ABDEAED8B6}"/>
              </a:ext>
            </a:extLst>
          </p:cNvPr>
          <p:cNvSpPr>
            <a:spLocks xmlns:a="http://schemas.openxmlformats.org/drawingml/2006/main" noGrp="1"/>
          </p:cNvSpPr>
          <p:nvPr/>
        </p:nvSpPr>
        <p:spPr>
          <a:xfrm xmlns:a="http://schemas.openxmlformats.org/drawingml/2006/main">
            <a:off x="5101913" y="5158333"/>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50%</a:t>
            </a:r>
          </a:p>
        </p:txBody>
      </p:sp>
      <p:sp>
        <p:nvSpPr>
          <p:cNvPr id="48" name="pdf-text-0048">
            <a:extLst xmlns:a="http://schemas.openxmlformats.org/drawingml/2006/main">
              <a:ext uri="{FF2B5EF4-FFF2-40B4-BE49-F238E27FC236}">
                <a16:creationId xmlns:a16="http://schemas.microsoft.com/office/drawing/2014/main" id="{5355A5D6-7E47-41F2-BE79-C9EA2E6710E0}"/>
              </a:ext>
            </a:extLst>
          </p:cNvPr>
          <p:cNvSpPr>
            <a:spLocks xmlns:a="http://schemas.openxmlformats.org/drawingml/2006/main" noGrp="1"/>
          </p:cNvSpPr>
          <p:nvPr/>
        </p:nvSpPr>
        <p:spPr>
          <a:xfrm xmlns:a="http://schemas.openxmlformats.org/drawingml/2006/main">
            <a:off x="1078705" y="555183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a:t>
            </a:r>
          </a:p>
        </p:txBody>
      </p:sp>
      <p:sp>
        <p:nvSpPr>
          <p:cNvPr id="49" name="pdf-text-0049">
            <a:extLst xmlns:a="http://schemas.openxmlformats.org/drawingml/2006/main">
              <a:ext uri="{FF2B5EF4-FFF2-40B4-BE49-F238E27FC236}">
                <a16:creationId xmlns:a16="http://schemas.microsoft.com/office/drawing/2014/main" id="{80ECFE02-A729-4FAE-A4BD-7C01F0332D52}"/>
              </a:ext>
            </a:extLst>
          </p:cNvPr>
          <p:cNvSpPr>
            <a:spLocks xmlns:a="http://schemas.openxmlformats.org/drawingml/2006/main" noGrp="1"/>
          </p:cNvSpPr>
          <p:nvPr/>
        </p:nvSpPr>
        <p:spPr>
          <a:xfrm xmlns:a="http://schemas.openxmlformats.org/drawingml/2006/main">
            <a:off x="2198998" y="555183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24.19%</a:t>
            </a:r>
          </a:p>
        </p:txBody>
      </p:sp>
      <p:sp>
        <p:nvSpPr>
          <p:cNvPr id="50" name="pdf-text-0050">
            <a:extLst xmlns:a="http://schemas.openxmlformats.org/drawingml/2006/main">
              <a:ext uri="{FF2B5EF4-FFF2-40B4-BE49-F238E27FC236}">
                <a16:creationId xmlns:a16="http://schemas.microsoft.com/office/drawing/2014/main" id="{64A374EE-3024-4398-AECA-1F0269B6273F}"/>
              </a:ext>
            </a:extLst>
          </p:cNvPr>
          <p:cNvSpPr>
            <a:spLocks xmlns:a="http://schemas.openxmlformats.org/drawingml/2006/main" noGrp="1"/>
          </p:cNvSpPr>
          <p:nvPr/>
        </p:nvSpPr>
        <p:spPr>
          <a:xfrm xmlns:a="http://schemas.openxmlformats.org/drawingml/2006/main">
            <a:off x="3155917" y="555183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45.14%</a:t>
            </a:r>
          </a:p>
        </p:txBody>
      </p:sp>
      <p:sp>
        <p:nvSpPr>
          <p:cNvPr id="51" name="pdf-text-0051">
            <a:extLst xmlns:a="http://schemas.openxmlformats.org/drawingml/2006/main">
              <a:ext uri="{FF2B5EF4-FFF2-40B4-BE49-F238E27FC236}">
                <a16:creationId xmlns:a16="http://schemas.microsoft.com/office/drawing/2014/main" id="{FCC5A0C6-64CE-4619-A938-EB9463285D6E}"/>
              </a:ext>
            </a:extLst>
          </p:cNvPr>
          <p:cNvSpPr>
            <a:spLocks xmlns:a="http://schemas.openxmlformats.org/drawingml/2006/main" noGrp="1"/>
          </p:cNvSpPr>
          <p:nvPr/>
        </p:nvSpPr>
        <p:spPr>
          <a:xfrm xmlns:a="http://schemas.openxmlformats.org/drawingml/2006/main">
            <a:off x="4081595" y="555183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49.74%</a:t>
            </a:r>
          </a:p>
        </p:txBody>
      </p:sp>
      <p:sp>
        <p:nvSpPr>
          <p:cNvPr id="52" name="pdf-text-0052">
            <a:extLst xmlns:a="http://schemas.openxmlformats.org/drawingml/2006/main">
              <a:ext uri="{FF2B5EF4-FFF2-40B4-BE49-F238E27FC236}">
                <a16:creationId xmlns:a16="http://schemas.microsoft.com/office/drawing/2014/main" id="{4DA8C16F-BE1C-4775-B62F-DC24A1E623EB}"/>
              </a:ext>
            </a:extLst>
          </p:cNvPr>
          <p:cNvSpPr>
            <a:spLocks xmlns:a="http://schemas.openxmlformats.org/drawingml/2006/main" noGrp="1"/>
          </p:cNvSpPr>
          <p:nvPr/>
        </p:nvSpPr>
        <p:spPr>
          <a:xfrm xmlns:a="http://schemas.openxmlformats.org/drawingml/2006/main">
            <a:off x="5101913" y="555183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50%</a:t>
            </a:r>
          </a:p>
        </p:txBody>
      </p:sp>
      <p:sp>
        <p:nvSpPr>
          <p:cNvPr id="53" name="pdf-text-0053">
            <a:extLst xmlns:a="http://schemas.openxmlformats.org/drawingml/2006/main">
              <a:ext uri="{FF2B5EF4-FFF2-40B4-BE49-F238E27FC236}">
                <a16:creationId xmlns:a16="http://schemas.microsoft.com/office/drawing/2014/main" id="{2C5B6376-7E69-4DF3-85B2-FFE945FF1AFB}"/>
              </a:ext>
            </a:extLst>
          </p:cNvPr>
          <p:cNvSpPr>
            <a:spLocks xmlns:a="http://schemas.openxmlformats.org/drawingml/2006/main" noGrp="1"/>
          </p:cNvSpPr>
          <p:nvPr/>
        </p:nvSpPr>
        <p:spPr>
          <a:xfrm xmlns:a="http://schemas.openxmlformats.org/drawingml/2006/main">
            <a:off x="8067456" y="935043"/>
            <a:ext cx="2568699"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前十大客户（收入口径）</a:t>
            </a:r>
          </a:p>
        </p:txBody>
      </p:sp>
      <p:sp>
        <p:nvSpPr>
          <p:cNvPr id="54" name="pdf-vector-0054">
            <a:extLst xmlns:a="http://schemas.openxmlformats.org/drawingml/2006/main">
              <a:ext uri="{FF2B5EF4-FFF2-40B4-BE49-F238E27FC236}">
                <a16:creationId xmlns:a16="http://schemas.microsoft.com/office/drawing/2014/main" id="{8A36662B-FBD6-424E-B813-8FD35C942C14}"/>
              </a:ext>
            </a:extLst>
          </p:cNvPr>
          <p:cNvSpPr>
            <a:spLocks xmlns:a="http://schemas.openxmlformats.org/drawingml/2006/main" noGrp="1"/>
          </p:cNvSpPr>
          <p:nvPr/>
        </p:nvSpPr>
        <p:spPr>
          <a:xfrm xmlns:a="http://schemas.openxmlformats.org/drawingml/2006/main">
            <a:off x="6387973" y="1293482"/>
            <a:ext cx="730085" cy="42425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55" name="pdf-vector-0055">
            <a:extLst xmlns:a="http://schemas.openxmlformats.org/drawingml/2006/main">
              <a:ext uri="{FF2B5EF4-FFF2-40B4-BE49-F238E27FC236}">
                <a16:creationId xmlns:a16="http://schemas.microsoft.com/office/drawing/2014/main" id="{E8FD72B2-A8E3-4603-BD78-2428623321FD}"/>
              </a:ext>
            </a:extLst>
          </p:cNvPr>
          <p:cNvSpPr>
            <a:spLocks xmlns:a="http://schemas.openxmlformats.org/drawingml/2006/main" noGrp="1"/>
          </p:cNvSpPr>
          <p:nvPr/>
        </p:nvSpPr>
        <p:spPr>
          <a:xfrm xmlns:a="http://schemas.openxmlformats.org/drawingml/2006/main">
            <a:off x="7118058" y="1293482"/>
            <a:ext cx="1249146" cy="42425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56" name="pdf-vector-0056">
            <a:extLst xmlns:a="http://schemas.openxmlformats.org/drawingml/2006/main">
              <a:ext uri="{FF2B5EF4-FFF2-40B4-BE49-F238E27FC236}">
                <a16:creationId xmlns:a16="http://schemas.microsoft.com/office/drawing/2014/main" id="{8E230CA9-5AD9-4C5A-87C9-2CC5EFC1B36B}"/>
              </a:ext>
            </a:extLst>
          </p:cNvPr>
          <p:cNvSpPr>
            <a:spLocks xmlns:a="http://schemas.openxmlformats.org/drawingml/2006/main" noGrp="1"/>
          </p:cNvSpPr>
          <p:nvPr/>
        </p:nvSpPr>
        <p:spPr>
          <a:xfrm xmlns:a="http://schemas.openxmlformats.org/drawingml/2006/main">
            <a:off x="8367192" y="1293482"/>
            <a:ext cx="1581556" cy="42425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57" name="pdf-vector-0057">
            <a:extLst xmlns:a="http://schemas.openxmlformats.org/drawingml/2006/main">
              <a:ext uri="{FF2B5EF4-FFF2-40B4-BE49-F238E27FC236}">
                <a16:creationId xmlns:a16="http://schemas.microsoft.com/office/drawing/2014/main" id="{7477D121-8CE0-45A7-BF8B-FCEEBCC3580C}"/>
              </a:ext>
            </a:extLst>
          </p:cNvPr>
          <p:cNvSpPr>
            <a:spLocks xmlns:a="http://schemas.openxmlformats.org/drawingml/2006/main" noGrp="1"/>
          </p:cNvSpPr>
          <p:nvPr/>
        </p:nvSpPr>
        <p:spPr>
          <a:xfrm xmlns:a="http://schemas.openxmlformats.org/drawingml/2006/main">
            <a:off x="9948749" y="1293482"/>
            <a:ext cx="1012545" cy="42425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58" name="pdf-vector-0058">
            <a:extLst xmlns:a="http://schemas.openxmlformats.org/drawingml/2006/main">
              <a:ext uri="{FF2B5EF4-FFF2-40B4-BE49-F238E27FC236}">
                <a16:creationId xmlns:a16="http://schemas.microsoft.com/office/drawing/2014/main" id="{A5E0F7E5-C017-4B6D-AF88-31BBCAA551C0}"/>
              </a:ext>
            </a:extLst>
          </p:cNvPr>
          <p:cNvSpPr>
            <a:spLocks xmlns:a="http://schemas.openxmlformats.org/drawingml/2006/main" noGrp="1"/>
          </p:cNvSpPr>
          <p:nvPr/>
        </p:nvSpPr>
        <p:spPr>
          <a:xfrm xmlns:a="http://schemas.openxmlformats.org/drawingml/2006/main">
            <a:off x="10961281" y="1293482"/>
            <a:ext cx="1012546" cy="42425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59" name="pdf-vector-0059">
            <a:extLst xmlns:a="http://schemas.openxmlformats.org/drawingml/2006/main">
              <a:ext uri="{FF2B5EF4-FFF2-40B4-BE49-F238E27FC236}">
                <a16:creationId xmlns:a16="http://schemas.microsoft.com/office/drawing/2014/main" id="{78DA9965-B8C3-4BBF-956E-3CAEC20B9238}"/>
              </a:ext>
            </a:extLst>
          </p:cNvPr>
          <p:cNvSpPr>
            <a:spLocks xmlns:a="http://schemas.openxmlformats.org/drawingml/2006/main" noGrp="1"/>
          </p:cNvSpPr>
          <p:nvPr/>
        </p:nvSpPr>
        <p:spPr>
          <a:xfrm xmlns:a="http://schemas.openxmlformats.org/drawingml/2006/main">
            <a:off x="6383208" y="1717738"/>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0" name="pdf-vector-0060">
            <a:extLst xmlns:a="http://schemas.openxmlformats.org/drawingml/2006/main">
              <a:ext uri="{FF2B5EF4-FFF2-40B4-BE49-F238E27FC236}">
                <a16:creationId xmlns:a16="http://schemas.microsoft.com/office/drawing/2014/main" id="{411ACD0B-0243-4703-8E78-D4C09046FF93}"/>
              </a:ext>
            </a:extLst>
          </p:cNvPr>
          <p:cNvSpPr>
            <a:spLocks xmlns:a="http://schemas.openxmlformats.org/drawingml/2006/main" noGrp="1"/>
          </p:cNvSpPr>
          <p:nvPr/>
        </p:nvSpPr>
        <p:spPr>
          <a:xfrm xmlns:a="http://schemas.openxmlformats.org/drawingml/2006/main">
            <a:off x="6383208" y="2160646"/>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1" name="pdf-vector-0061">
            <a:extLst xmlns:a="http://schemas.openxmlformats.org/drawingml/2006/main">
              <a:ext uri="{FF2B5EF4-FFF2-40B4-BE49-F238E27FC236}">
                <a16:creationId xmlns:a16="http://schemas.microsoft.com/office/drawing/2014/main" id="{EEB75997-8420-4875-AD12-550BB37E8375}"/>
              </a:ext>
            </a:extLst>
          </p:cNvPr>
          <p:cNvSpPr>
            <a:spLocks xmlns:a="http://schemas.openxmlformats.org/drawingml/2006/main" noGrp="1"/>
          </p:cNvSpPr>
          <p:nvPr/>
        </p:nvSpPr>
        <p:spPr>
          <a:xfrm xmlns:a="http://schemas.openxmlformats.org/drawingml/2006/main">
            <a:off x="6383208" y="2667589"/>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2" name="pdf-vector-0062">
            <a:extLst xmlns:a="http://schemas.openxmlformats.org/drawingml/2006/main">
              <a:ext uri="{FF2B5EF4-FFF2-40B4-BE49-F238E27FC236}">
                <a16:creationId xmlns:a16="http://schemas.microsoft.com/office/drawing/2014/main" id="{48CBD113-672A-410C-B705-DF8C094845A5}"/>
              </a:ext>
            </a:extLst>
          </p:cNvPr>
          <p:cNvSpPr>
            <a:spLocks xmlns:a="http://schemas.openxmlformats.org/drawingml/2006/main" noGrp="1"/>
          </p:cNvSpPr>
          <p:nvPr/>
        </p:nvSpPr>
        <p:spPr>
          <a:xfrm xmlns:a="http://schemas.openxmlformats.org/drawingml/2006/main">
            <a:off x="6383208" y="3076873"/>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3" name="pdf-vector-0063">
            <a:extLst xmlns:a="http://schemas.openxmlformats.org/drawingml/2006/main">
              <a:ext uri="{FF2B5EF4-FFF2-40B4-BE49-F238E27FC236}">
                <a16:creationId xmlns:a16="http://schemas.microsoft.com/office/drawing/2014/main" id="{0FC857CE-AEEE-4BB6-9F5D-213497104CF6}"/>
              </a:ext>
            </a:extLst>
          </p:cNvPr>
          <p:cNvSpPr>
            <a:spLocks xmlns:a="http://schemas.openxmlformats.org/drawingml/2006/main" noGrp="1"/>
          </p:cNvSpPr>
          <p:nvPr/>
        </p:nvSpPr>
        <p:spPr>
          <a:xfrm xmlns:a="http://schemas.openxmlformats.org/drawingml/2006/main">
            <a:off x="6383208" y="3519781"/>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4" name="pdf-vector-0064">
            <a:extLst xmlns:a="http://schemas.openxmlformats.org/drawingml/2006/main">
              <a:ext uri="{FF2B5EF4-FFF2-40B4-BE49-F238E27FC236}">
                <a16:creationId xmlns:a16="http://schemas.microsoft.com/office/drawing/2014/main" id="{6971CF53-5AC0-4C42-B6D9-BC3E835841EB}"/>
              </a:ext>
            </a:extLst>
          </p:cNvPr>
          <p:cNvSpPr>
            <a:spLocks xmlns:a="http://schemas.openxmlformats.org/drawingml/2006/main" noGrp="1"/>
          </p:cNvSpPr>
          <p:nvPr/>
        </p:nvSpPr>
        <p:spPr>
          <a:xfrm xmlns:a="http://schemas.openxmlformats.org/drawingml/2006/main">
            <a:off x="6383208" y="3962690"/>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5" name="pdf-vector-0065">
            <a:extLst xmlns:a="http://schemas.openxmlformats.org/drawingml/2006/main">
              <a:ext uri="{FF2B5EF4-FFF2-40B4-BE49-F238E27FC236}">
                <a16:creationId xmlns:a16="http://schemas.microsoft.com/office/drawing/2014/main" id="{DEC1073E-91A7-4D9D-BE4B-BEC30D277D78}"/>
              </a:ext>
            </a:extLst>
          </p:cNvPr>
          <p:cNvSpPr>
            <a:spLocks xmlns:a="http://schemas.openxmlformats.org/drawingml/2006/main" noGrp="1"/>
          </p:cNvSpPr>
          <p:nvPr/>
        </p:nvSpPr>
        <p:spPr>
          <a:xfrm xmlns:a="http://schemas.openxmlformats.org/drawingml/2006/main">
            <a:off x="6383208" y="4355602"/>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6" name="pdf-vector-0066">
            <a:extLst xmlns:a="http://schemas.openxmlformats.org/drawingml/2006/main">
              <a:ext uri="{FF2B5EF4-FFF2-40B4-BE49-F238E27FC236}">
                <a16:creationId xmlns:a16="http://schemas.microsoft.com/office/drawing/2014/main" id="{F90B5B80-26A7-40B5-8649-2F48036F4E05}"/>
              </a:ext>
            </a:extLst>
          </p:cNvPr>
          <p:cNvSpPr>
            <a:spLocks xmlns:a="http://schemas.openxmlformats.org/drawingml/2006/main" noGrp="1"/>
          </p:cNvSpPr>
          <p:nvPr/>
        </p:nvSpPr>
        <p:spPr>
          <a:xfrm xmlns:a="http://schemas.openxmlformats.org/drawingml/2006/main">
            <a:off x="6383208" y="4798509"/>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7" name="pdf-vector-0067">
            <a:extLst xmlns:a="http://schemas.openxmlformats.org/drawingml/2006/main">
              <a:ext uri="{FF2B5EF4-FFF2-40B4-BE49-F238E27FC236}">
                <a16:creationId xmlns:a16="http://schemas.microsoft.com/office/drawing/2014/main" id="{0667A8B2-FC2A-4B42-912A-E67F32285300}"/>
              </a:ext>
            </a:extLst>
          </p:cNvPr>
          <p:cNvSpPr>
            <a:spLocks xmlns:a="http://schemas.openxmlformats.org/drawingml/2006/main" noGrp="1"/>
          </p:cNvSpPr>
          <p:nvPr/>
        </p:nvSpPr>
        <p:spPr>
          <a:xfrm xmlns:a="http://schemas.openxmlformats.org/drawingml/2006/main">
            <a:off x="6383208" y="5187859"/>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8" name="pdf-vector-0068">
            <a:extLst xmlns:a="http://schemas.openxmlformats.org/drawingml/2006/main">
              <a:ext uri="{FF2B5EF4-FFF2-40B4-BE49-F238E27FC236}">
                <a16:creationId xmlns:a16="http://schemas.microsoft.com/office/drawing/2014/main" id="{17F37C35-AD5F-43EA-A925-F37042963AD9}"/>
              </a:ext>
            </a:extLst>
          </p:cNvPr>
          <p:cNvSpPr>
            <a:spLocks xmlns:a="http://schemas.openxmlformats.org/drawingml/2006/main" noGrp="1"/>
          </p:cNvSpPr>
          <p:nvPr/>
        </p:nvSpPr>
        <p:spPr>
          <a:xfrm xmlns:a="http://schemas.openxmlformats.org/drawingml/2006/main">
            <a:off x="6383208" y="5643473"/>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69" name="pdf-vector-0069">
            <a:extLst xmlns:a="http://schemas.openxmlformats.org/drawingml/2006/main">
              <a:ext uri="{FF2B5EF4-FFF2-40B4-BE49-F238E27FC236}">
                <a16:creationId xmlns:a16="http://schemas.microsoft.com/office/drawing/2014/main" id="{11D21756-5206-454D-A2EF-EB1F15C6A727}"/>
              </a:ext>
            </a:extLst>
          </p:cNvPr>
          <p:cNvSpPr>
            <a:spLocks xmlns:a="http://schemas.openxmlformats.org/drawingml/2006/main" noGrp="1"/>
          </p:cNvSpPr>
          <p:nvPr/>
        </p:nvSpPr>
        <p:spPr>
          <a:xfrm xmlns:a="http://schemas.openxmlformats.org/drawingml/2006/main">
            <a:off x="6383208" y="6033501"/>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70" name="pdf-vector-0070">
            <a:extLst xmlns:a="http://schemas.openxmlformats.org/drawingml/2006/main">
              <a:ext uri="{FF2B5EF4-FFF2-40B4-BE49-F238E27FC236}">
                <a16:creationId xmlns:a16="http://schemas.microsoft.com/office/drawing/2014/main" id="{D38DB402-0DE9-45AA-A9A8-36F5733649A2}"/>
              </a:ext>
            </a:extLst>
          </p:cNvPr>
          <p:cNvSpPr>
            <a:spLocks xmlns:a="http://schemas.openxmlformats.org/drawingml/2006/main" noGrp="1"/>
          </p:cNvSpPr>
          <p:nvPr/>
        </p:nvSpPr>
        <p:spPr>
          <a:xfrm xmlns:a="http://schemas.openxmlformats.org/drawingml/2006/main">
            <a:off x="6387971" y="1288716"/>
            <a:ext cx="953" cy="5111763"/>
          </a:xfrm>
          <a:custGeom xmlns:a="http://schemas.openxmlformats.org/drawingml/2006/main">
            <a:pathLst>
              <a:path w="953" h="5111763">
                <a:moveTo>
                  <a:pt x="0" y="0"/>
                </a:moveTo>
                <a:lnTo>
                  <a:pt x="0" y="5111763"/>
                </a:lnTo>
              </a:path>
            </a:pathLst>
          </a:custGeom>
          <a:noFill xmlns:a="http://schemas.openxmlformats.org/drawingml/2006/main"/>
          <a:ln xmlns:a="http://schemas.openxmlformats.org/drawingml/2006/main" w="9525">
            <a:solidFill>
              <a:srgbClr val="4A7EBB"/>
            </a:solidFill>
            <a:prstDash val="solid"/>
          </a:ln>
        </p:spPr>
      </p:sp>
      <p:sp>
        <p:nvSpPr>
          <p:cNvPr id="71" name="pdf-vector-0071">
            <a:extLst xmlns:a="http://schemas.openxmlformats.org/drawingml/2006/main">
              <a:ext uri="{FF2B5EF4-FFF2-40B4-BE49-F238E27FC236}">
                <a16:creationId xmlns:a16="http://schemas.microsoft.com/office/drawing/2014/main" id="{77CF2379-ABB5-4DFE-9D44-4CE3B604E157}"/>
              </a:ext>
            </a:extLst>
          </p:cNvPr>
          <p:cNvSpPr>
            <a:spLocks xmlns:a="http://schemas.openxmlformats.org/drawingml/2006/main" noGrp="1"/>
          </p:cNvSpPr>
          <p:nvPr/>
        </p:nvSpPr>
        <p:spPr>
          <a:xfrm xmlns:a="http://schemas.openxmlformats.org/drawingml/2006/main">
            <a:off x="11973830" y="1288716"/>
            <a:ext cx="953" cy="5111763"/>
          </a:xfrm>
          <a:custGeom xmlns:a="http://schemas.openxmlformats.org/drawingml/2006/main">
            <a:pathLst>
              <a:path w="953" h="5111763">
                <a:moveTo>
                  <a:pt x="0" y="0"/>
                </a:moveTo>
                <a:lnTo>
                  <a:pt x="0" y="5111763"/>
                </a:lnTo>
              </a:path>
            </a:pathLst>
          </a:custGeom>
          <a:noFill xmlns:a="http://schemas.openxmlformats.org/drawingml/2006/main"/>
          <a:ln xmlns:a="http://schemas.openxmlformats.org/drawingml/2006/main" w="9525">
            <a:solidFill>
              <a:srgbClr val="4A7EBB"/>
            </a:solidFill>
            <a:prstDash val="solid"/>
          </a:ln>
        </p:spPr>
      </p:sp>
      <p:sp>
        <p:nvSpPr>
          <p:cNvPr id="72" name="pdf-vector-0072">
            <a:extLst xmlns:a="http://schemas.openxmlformats.org/drawingml/2006/main">
              <a:ext uri="{FF2B5EF4-FFF2-40B4-BE49-F238E27FC236}">
                <a16:creationId xmlns:a16="http://schemas.microsoft.com/office/drawing/2014/main" id="{83AF6D58-2DE3-4E9B-AF90-7A7DF5D22BFC}"/>
              </a:ext>
            </a:extLst>
          </p:cNvPr>
          <p:cNvSpPr>
            <a:spLocks xmlns:a="http://schemas.openxmlformats.org/drawingml/2006/main" noGrp="1"/>
          </p:cNvSpPr>
          <p:nvPr/>
        </p:nvSpPr>
        <p:spPr>
          <a:xfrm xmlns:a="http://schemas.openxmlformats.org/drawingml/2006/main">
            <a:off x="6383208" y="1293478"/>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73" name="pdf-vector-0073">
            <a:extLst xmlns:a="http://schemas.openxmlformats.org/drawingml/2006/main">
              <a:ext uri="{FF2B5EF4-FFF2-40B4-BE49-F238E27FC236}">
                <a16:creationId xmlns:a16="http://schemas.microsoft.com/office/drawing/2014/main" id="{34BCC92A-3E5F-486C-A4D9-AF7BDFBECEA0}"/>
              </a:ext>
            </a:extLst>
          </p:cNvPr>
          <p:cNvSpPr>
            <a:spLocks xmlns:a="http://schemas.openxmlformats.org/drawingml/2006/main" noGrp="1"/>
          </p:cNvSpPr>
          <p:nvPr/>
        </p:nvSpPr>
        <p:spPr>
          <a:xfrm xmlns:a="http://schemas.openxmlformats.org/drawingml/2006/main">
            <a:off x="6383208" y="6395720"/>
            <a:ext cx="5595379" cy="953"/>
          </a:xfrm>
          <a:custGeom xmlns:a="http://schemas.openxmlformats.org/drawingml/2006/main">
            <a:pathLst>
              <a:path w="5595379" h="953">
                <a:moveTo>
                  <a:pt x="0" y="0"/>
                </a:moveTo>
                <a:lnTo>
                  <a:pt x="5595379" y="0"/>
                </a:lnTo>
              </a:path>
            </a:pathLst>
          </a:custGeom>
          <a:noFill xmlns:a="http://schemas.openxmlformats.org/drawingml/2006/main"/>
          <a:ln xmlns:a="http://schemas.openxmlformats.org/drawingml/2006/main" w="9525">
            <a:solidFill>
              <a:srgbClr val="4A7EBB"/>
            </a:solidFill>
            <a:prstDash val="solid"/>
          </a:ln>
        </p:spPr>
      </p:sp>
      <p:sp>
        <p:nvSpPr>
          <p:cNvPr id="74" name="pdf-text-0074">
            <a:extLst xmlns:a="http://schemas.openxmlformats.org/drawingml/2006/main">
              <a:ext uri="{FF2B5EF4-FFF2-40B4-BE49-F238E27FC236}">
                <a16:creationId xmlns:a16="http://schemas.microsoft.com/office/drawing/2014/main" id="{45FB4334-4085-4865-8E9F-51554D7975AE}"/>
              </a:ext>
            </a:extLst>
          </p:cNvPr>
          <p:cNvSpPr>
            <a:spLocks xmlns:a="http://schemas.openxmlformats.org/drawingml/2006/main" noGrp="1"/>
          </p:cNvSpPr>
          <p:nvPr/>
        </p:nvSpPr>
        <p:spPr>
          <a:xfrm xmlns:a="http://schemas.openxmlformats.org/drawingml/2006/main">
            <a:off x="6600420" y="14456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2025</a:t>
            </a:r>
          </a:p>
        </p:txBody>
      </p:sp>
      <p:sp>
        <p:nvSpPr>
          <p:cNvPr id="75" name="pdf-text-0075">
            <a:extLst xmlns:a="http://schemas.openxmlformats.org/drawingml/2006/main">
              <a:ext uri="{FF2B5EF4-FFF2-40B4-BE49-F238E27FC236}">
                <a16:creationId xmlns:a16="http://schemas.microsoft.com/office/drawing/2014/main" id="{4BFAC798-089C-44C2-B629-4DBA05CDB442}"/>
              </a:ext>
            </a:extLst>
          </p:cNvPr>
          <p:cNvSpPr>
            <a:spLocks xmlns:a="http://schemas.openxmlformats.org/drawingml/2006/main" noGrp="1"/>
          </p:cNvSpPr>
          <p:nvPr/>
        </p:nvSpPr>
        <p:spPr>
          <a:xfrm xmlns:a="http://schemas.openxmlformats.org/drawingml/2006/main">
            <a:off x="7513387" y="14456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客户名</a:t>
            </a:r>
          </a:p>
        </p:txBody>
      </p:sp>
      <p:sp>
        <p:nvSpPr>
          <p:cNvPr id="76" name="pdf-text-0076">
            <a:extLst xmlns:a="http://schemas.openxmlformats.org/drawingml/2006/main">
              <a:ext uri="{FF2B5EF4-FFF2-40B4-BE49-F238E27FC236}">
                <a16:creationId xmlns:a16="http://schemas.microsoft.com/office/drawing/2014/main" id="{AFFC4D0A-2F11-495C-949E-0046628CE297}"/>
              </a:ext>
            </a:extLst>
          </p:cNvPr>
          <p:cNvSpPr>
            <a:spLocks xmlns:a="http://schemas.openxmlformats.org/drawingml/2006/main" noGrp="1"/>
          </p:cNvSpPr>
          <p:nvPr/>
        </p:nvSpPr>
        <p:spPr>
          <a:xfrm xmlns:a="http://schemas.openxmlformats.org/drawingml/2006/main">
            <a:off x="8853485" y="14456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采购产品</a:t>
            </a:r>
          </a:p>
        </p:txBody>
      </p:sp>
      <p:sp>
        <p:nvSpPr>
          <p:cNvPr id="77" name="pdf-text-0077">
            <a:extLst xmlns:a="http://schemas.openxmlformats.org/drawingml/2006/main">
              <a:ext uri="{FF2B5EF4-FFF2-40B4-BE49-F238E27FC236}">
                <a16:creationId xmlns:a16="http://schemas.microsoft.com/office/drawing/2014/main" id="{6E3703D5-9415-4578-8071-5AB2145B7B15}"/>
              </a:ext>
            </a:extLst>
          </p:cNvPr>
          <p:cNvSpPr>
            <a:spLocks xmlns:a="http://schemas.openxmlformats.org/drawingml/2006/main" noGrp="1"/>
          </p:cNvSpPr>
          <p:nvPr/>
        </p:nvSpPr>
        <p:spPr>
          <a:xfrm xmlns:a="http://schemas.openxmlformats.org/drawingml/2006/main">
            <a:off x="9997815" y="144562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金额（万元）</a:t>
            </a:r>
          </a:p>
        </p:txBody>
      </p:sp>
      <p:sp>
        <p:nvSpPr>
          <p:cNvPr id="78" name="pdf-text-0078">
            <a:extLst xmlns:a="http://schemas.openxmlformats.org/drawingml/2006/main">
              <a:ext uri="{FF2B5EF4-FFF2-40B4-BE49-F238E27FC236}">
                <a16:creationId xmlns:a16="http://schemas.microsoft.com/office/drawing/2014/main" id="{57A97BE6-8568-45AD-9704-76DD67921286}"/>
              </a:ext>
            </a:extLst>
          </p:cNvPr>
          <p:cNvSpPr>
            <a:spLocks xmlns:a="http://schemas.openxmlformats.org/drawingml/2006/main" noGrp="1"/>
          </p:cNvSpPr>
          <p:nvPr/>
        </p:nvSpPr>
        <p:spPr>
          <a:xfrm xmlns:a="http://schemas.openxmlformats.org/drawingml/2006/main">
            <a:off x="11315410" y="14456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占比</a:t>
            </a:r>
          </a:p>
        </p:txBody>
      </p:sp>
      <p:sp>
        <p:nvSpPr>
          <p:cNvPr id="79" name="pdf-text-0079">
            <a:extLst xmlns:a="http://schemas.openxmlformats.org/drawingml/2006/main">
              <a:ext uri="{FF2B5EF4-FFF2-40B4-BE49-F238E27FC236}">
                <a16:creationId xmlns:a16="http://schemas.microsoft.com/office/drawing/2014/main" id="{A388AE09-159D-4551-951B-409917C3DE1E}"/>
              </a:ext>
            </a:extLst>
          </p:cNvPr>
          <p:cNvSpPr>
            <a:spLocks xmlns:a="http://schemas.openxmlformats.org/drawingml/2006/main" noGrp="1"/>
          </p:cNvSpPr>
          <p:nvPr/>
        </p:nvSpPr>
        <p:spPr>
          <a:xfrm xmlns:a="http://schemas.openxmlformats.org/drawingml/2006/main">
            <a:off x="6714720" y="187921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a:t>
            </a:r>
          </a:p>
        </p:txBody>
      </p:sp>
      <p:sp>
        <p:nvSpPr>
          <p:cNvPr id="80" name="pdf-text-0080">
            <a:extLst xmlns:a="http://schemas.openxmlformats.org/drawingml/2006/main">
              <a:ext uri="{FF2B5EF4-FFF2-40B4-BE49-F238E27FC236}">
                <a16:creationId xmlns:a16="http://schemas.microsoft.com/office/drawing/2014/main" id="{0483EACB-E08C-48F6-9D21-5E80BD797C16}"/>
              </a:ext>
            </a:extLst>
          </p:cNvPr>
          <p:cNvSpPr>
            <a:spLocks xmlns:a="http://schemas.openxmlformats.org/drawingml/2006/main" noGrp="1"/>
          </p:cNvSpPr>
          <p:nvPr/>
        </p:nvSpPr>
        <p:spPr>
          <a:xfrm xmlns:a="http://schemas.openxmlformats.org/drawingml/2006/main">
            <a:off x="7513448" y="187921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代理商</a:t>
            </a:r>
          </a:p>
        </p:txBody>
      </p:sp>
      <p:sp>
        <p:nvSpPr>
          <p:cNvPr id="81" name="pdf-text-0081">
            <a:extLst xmlns:a="http://schemas.openxmlformats.org/drawingml/2006/main">
              <a:ext uri="{FF2B5EF4-FFF2-40B4-BE49-F238E27FC236}">
                <a16:creationId xmlns:a16="http://schemas.microsoft.com/office/drawing/2014/main" id="{4C2516FB-8A17-4A68-A7B1-EA07AD32A20B}"/>
              </a:ext>
            </a:extLst>
          </p:cNvPr>
          <p:cNvSpPr>
            <a:spLocks xmlns:a="http://schemas.openxmlformats.org/drawingml/2006/main" noGrp="1"/>
          </p:cNvSpPr>
          <p:nvPr/>
        </p:nvSpPr>
        <p:spPr>
          <a:xfrm xmlns:a="http://schemas.openxmlformats.org/drawingml/2006/main">
            <a:off x="9044001" y="187921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a:t>
            </a:r>
          </a:p>
        </p:txBody>
      </p:sp>
      <p:sp>
        <p:nvSpPr>
          <p:cNvPr id="82" name="pdf-text-0082">
            <a:extLst xmlns:a="http://schemas.openxmlformats.org/drawingml/2006/main">
              <a:ext uri="{FF2B5EF4-FFF2-40B4-BE49-F238E27FC236}">
                <a16:creationId xmlns:a16="http://schemas.microsoft.com/office/drawing/2014/main" id="{636718B6-6ADF-48DB-A123-7378AA112B46}"/>
              </a:ext>
            </a:extLst>
          </p:cNvPr>
          <p:cNvSpPr>
            <a:spLocks xmlns:a="http://schemas.openxmlformats.org/drawingml/2006/main" noGrp="1"/>
          </p:cNvSpPr>
          <p:nvPr/>
        </p:nvSpPr>
        <p:spPr>
          <a:xfrm xmlns:a="http://schemas.openxmlformats.org/drawingml/2006/main">
            <a:off x="10264725" y="187921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1,997</a:t>
            </a:r>
          </a:p>
        </p:txBody>
      </p:sp>
      <p:sp>
        <p:nvSpPr>
          <p:cNvPr id="83" name="pdf-text-0083">
            <a:extLst xmlns:a="http://schemas.openxmlformats.org/drawingml/2006/main">
              <a:ext uri="{FF2B5EF4-FFF2-40B4-BE49-F238E27FC236}">
                <a16:creationId xmlns:a16="http://schemas.microsoft.com/office/drawing/2014/main" id="{75E34BA0-53F6-4F3D-9042-114355175CED}"/>
              </a:ext>
            </a:extLst>
          </p:cNvPr>
          <p:cNvSpPr>
            <a:spLocks xmlns:a="http://schemas.openxmlformats.org/drawingml/2006/main" noGrp="1"/>
          </p:cNvSpPr>
          <p:nvPr/>
        </p:nvSpPr>
        <p:spPr>
          <a:xfrm xmlns:a="http://schemas.openxmlformats.org/drawingml/2006/main">
            <a:off x="11239171" y="187921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27.21%</a:t>
            </a:r>
          </a:p>
        </p:txBody>
      </p:sp>
      <p:sp>
        <p:nvSpPr>
          <p:cNvPr id="84" name="pdf-text-0084">
            <a:extLst xmlns:a="http://schemas.openxmlformats.org/drawingml/2006/main">
              <a:ext uri="{FF2B5EF4-FFF2-40B4-BE49-F238E27FC236}">
                <a16:creationId xmlns:a16="http://schemas.microsoft.com/office/drawing/2014/main" id="{6315B13E-64D2-46BE-846B-B2803B975CE1}"/>
              </a:ext>
            </a:extLst>
          </p:cNvPr>
          <p:cNvSpPr>
            <a:spLocks xmlns:a="http://schemas.openxmlformats.org/drawingml/2006/main" noGrp="1"/>
          </p:cNvSpPr>
          <p:nvPr/>
        </p:nvSpPr>
        <p:spPr>
          <a:xfrm xmlns:a="http://schemas.openxmlformats.org/drawingml/2006/main">
            <a:off x="6714720" y="2354088"/>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a:t>
            </a:r>
          </a:p>
        </p:txBody>
      </p:sp>
      <p:sp>
        <p:nvSpPr>
          <p:cNvPr id="85" name="pdf-text-0085">
            <a:extLst xmlns:a="http://schemas.openxmlformats.org/drawingml/2006/main">
              <a:ext uri="{FF2B5EF4-FFF2-40B4-BE49-F238E27FC236}">
                <a16:creationId xmlns:a16="http://schemas.microsoft.com/office/drawing/2014/main" id="{E2784068-27FE-47EB-95F2-15457AB3D348}"/>
              </a:ext>
            </a:extLst>
          </p:cNvPr>
          <p:cNvSpPr>
            <a:spLocks xmlns:a="http://schemas.openxmlformats.org/drawingml/2006/main" noGrp="1"/>
          </p:cNvSpPr>
          <p:nvPr/>
        </p:nvSpPr>
        <p:spPr>
          <a:xfrm xmlns:a="http://schemas.openxmlformats.org/drawingml/2006/main">
            <a:off x="7208648" y="2354088"/>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某英伟达供应链</a:t>
            </a:r>
          </a:p>
        </p:txBody>
      </p:sp>
      <p:sp>
        <p:nvSpPr>
          <p:cNvPr id="86" name="pdf-text-0086">
            <a:extLst xmlns:a="http://schemas.openxmlformats.org/drawingml/2006/main">
              <a:ext uri="{FF2B5EF4-FFF2-40B4-BE49-F238E27FC236}">
                <a16:creationId xmlns:a16="http://schemas.microsoft.com/office/drawing/2014/main" id="{A373AA14-2DBC-4BC6-8A2A-A60D726E8B99}"/>
              </a:ext>
            </a:extLst>
          </p:cNvPr>
          <p:cNvSpPr>
            <a:spLocks xmlns:a="http://schemas.openxmlformats.org/drawingml/2006/main" noGrp="1"/>
          </p:cNvSpPr>
          <p:nvPr/>
        </p:nvSpPr>
        <p:spPr>
          <a:xfrm xmlns:a="http://schemas.openxmlformats.org/drawingml/2006/main">
            <a:off x="9044001" y="2354088"/>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a:t>
            </a:r>
          </a:p>
        </p:txBody>
      </p:sp>
      <p:sp>
        <p:nvSpPr>
          <p:cNvPr id="87" name="pdf-text-0087">
            <a:extLst xmlns:a="http://schemas.openxmlformats.org/drawingml/2006/main">
              <a:ext uri="{FF2B5EF4-FFF2-40B4-BE49-F238E27FC236}">
                <a16:creationId xmlns:a16="http://schemas.microsoft.com/office/drawing/2014/main" id="{6A990C38-60CD-409D-86F0-AB7369A4E774}"/>
              </a:ext>
            </a:extLst>
          </p:cNvPr>
          <p:cNvSpPr>
            <a:spLocks xmlns:a="http://schemas.openxmlformats.org/drawingml/2006/main" noGrp="1"/>
          </p:cNvSpPr>
          <p:nvPr/>
        </p:nvSpPr>
        <p:spPr>
          <a:xfrm xmlns:a="http://schemas.openxmlformats.org/drawingml/2006/main">
            <a:off x="10340925" y="2354088"/>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961</a:t>
            </a:r>
          </a:p>
        </p:txBody>
      </p:sp>
      <p:sp>
        <p:nvSpPr>
          <p:cNvPr id="88" name="pdf-text-0088">
            <a:extLst xmlns:a="http://schemas.openxmlformats.org/drawingml/2006/main">
              <a:ext uri="{FF2B5EF4-FFF2-40B4-BE49-F238E27FC236}">
                <a16:creationId xmlns:a16="http://schemas.microsoft.com/office/drawing/2014/main" id="{6AA92ABC-96EE-4626-9FF3-57BE896BE0EA}"/>
              </a:ext>
            </a:extLst>
          </p:cNvPr>
          <p:cNvSpPr>
            <a:spLocks xmlns:a="http://schemas.openxmlformats.org/drawingml/2006/main" noGrp="1"/>
          </p:cNvSpPr>
          <p:nvPr/>
        </p:nvSpPr>
        <p:spPr>
          <a:xfrm xmlns:a="http://schemas.openxmlformats.org/drawingml/2006/main">
            <a:off x="11239171" y="2354088"/>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13.10%</a:t>
            </a:r>
          </a:p>
        </p:txBody>
      </p:sp>
      <p:sp>
        <p:nvSpPr>
          <p:cNvPr id="89" name="pdf-text-0089">
            <a:extLst xmlns:a="http://schemas.openxmlformats.org/drawingml/2006/main">
              <a:ext uri="{FF2B5EF4-FFF2-40B4-BE49-F238E27FC236}">
                <a16:creationId xmlns:a16="http://schemas.microsoft.com/office/drawing/2014/main" id="{F4351DF4-B93B-4F6B-9CE6-6C862A413465}"/>
              </a:ext>
            </a:extLst>
          </p:cNvPr>
          <p:cNvSpPr>
            <a:spLocks xmlns:a="http://schemas.openxmlformats.org/drawingml/2006/main" noGrp="1"/>
          </p:cNvSpPr>
          <p:nvPr/>
        </p:nvSpPr>
        <p:spPr>
          <a:xfrm xmlns:a="http://schemas.openxmlformats.org/drawingml/2006/main">
            <a:off x="6714720" y="2812202"/>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a:t>
            </a:r>
          </a:p>
        </p:txBody>
      </p:sp>
      <p:sp>
        <p:nvSpPr>
          <p:cNvPr id="90" name="pdf-text-0090">
            <a:extLst xmlns:a="http://schemas.openxmlformats.org/drawingml/2006/main">
              <a:ext uri="{FF2B5EF4-FFF2-40B4-BE49-F238E27FC236}">
                <a16:creationId xmlns:a16="http://schemas.microsoft.com/office/drawing/2014/main" id="{69A58CA7-083D-43E0-9FF7-F008210BD85D}"/>
              </a:ext>
            </a:extLst>
          </p:cNvPr>
          <p:cNvSpPr>
            <a:spLocks xmlns:a="http://schemas.openxmlformats.org/drawingml/2006/main" noGrp="1"/>
          </p:cNvSpPr>
          <p:nvPr/>
        </p:nvSpPr>
        <p:spPr>
          <a:xfrm xmlns:a="http://schemas.openxmlformats.org/drawingml/2006/main">
            <a:off x="7208648" y="2812202"/>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某光模块代工厂</a:t>
            </a:r>
          </a:p>
        </p:txBody>
      </p:sp>
      <p:sp>
        <p:nvSpPr>
          <p:cNvPr id="91" name="pdf-text-0091">
            <a:extLst xmlns:a="http://schemas.openxmlformats.org/drawingml/2006/main">
              <a:ext uri="{FF2B5EF4-FFF2-40B4-BE49-F238E27FC236}">
                <a16:creationId xmlns:a16="http://schemas.microsoft.com/office/drawing/2014/main" id="{588E80B2-060C-4B7D-BEE6-A35FCB816167}"/>
              </a:ext>
            </a:extLst>
          </p:cNvPr>
          <p:cNvSpPr>
            <a:spLocks xmlns:a="http://schemas.openxmlformats.org/drawingml/2006/main" noGrp="1"/>
          </p:cNvSpPr>
          <p:nvPr/>
        </p:nvSpPr>
        <p:spPr>
          <a:xfrm xmlns:a="http://schemas.openxmlformats.org/drawingml/2006/main">
            <a:off x="8777301" y="2812202"/>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SMT/半导体</a:t>
            </a:r>
          </a:p>
        </p:txBody>
      </p:sp>
      <p:sp>
        <p:nvSpPr>
          <p:cNvPr id="92" name="pdf-text-0092">
            <a:extLst xmlns:a="http://schemas.openxmlformats.org/drawingml/2006/main">
              <a:ext uri="{FF2B5EF4-FFF2-40B4-BE49-F238E27FC236}">
                <a16:creationId xmlns:a16="http://schemas.microsoft.com/office/drawing/2014/main" id="{813A5574-CF6B-4D16-AD08-155F4C887B73}"/>
              </a:ext>
            </a:extLst>
          </p:cNvPr>
          <p:cNvSpPr>
            <a:spLocks xmlns:a="http://schemas.openxmlformats.org/drawingml/2006/main" noGrp="1"/>
          </p:cNvSpPr>
          <p:nvPr/>
        </p:nvSpPr>
        <p:spPr>
          <a:xfrm xmlns:a="http://schemas.openxmlformats.org/drawingml/2006/main">
            <a:off x="10340925" y="2812202"/>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631</a:t>
            </a:r>
          </a:p>
        </p:txBody>
      </p:sp>
      <p:sp>
        <p:nvSpPr>
          <p:cNvPr id="93" name="pdf-text-0093">
            <a:extLst xmlns:a="http://schemas.openxmlformats.org/drawingml/2006/main">
              <a:ext uri="{FF2B5EF4-FFF2-40B4-BE49-F238E27FC236}">
                <a16:creationId xmlns:a16="http://schemas.microsoft.com/office/drawing/2014/main" id="{EEF80676-C8E7-486F-9B95-B9D162E5D6BB}"/>
              </a:ext>
            </a:extLst>
          </p:cNvPr>
          <p:cNvSpPr>
            <a:spLocks xmlns:a="http://schemas.openxmlformats.org/drawingml/2006/main" noGrp="1"/>
          </p:cNvSpPr>
          <p:nvPr/>
        </p:nvSpPr>
        <p:spPr>
          <a:xfrm xmlns:a="http://schemas.openxmlformats.org/drawingml/2006/main">
            <a:off x="11277271" y="2812202"/>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8.60%</a:t>
            </a:r>
          </a:p>
        </p:txBody>
      </p:sp>
      <p:sp>
        <p:nvSpPr>
          <p:cNvPr id="94" name="pdf-text-0094">
            <a:extLst xmlns:a="http://schemas.openxmlformats.org/drawingml/2006/main">
              <a:ext uri="{FF2B5EF4-FFF2-40B4-BE49-F238E27FC236}">
                <a16:creationId xmlns:a16="http://schemas.microsoft.com/office/drawing/2014/main" id="{83981973-5872-4AD2-8FA5-7298E3E9CF41}"/>
              </a:ext>
            </a:extLst>
          </p:cNvPr>
          <p:cNvSpPr>
            <a:spLocks xmlns:a="http://schemas.openxmlformats.org/drawingml/2006/main" noGrp="1"/>
          </p:cNvSpPr>
          <p:nvPr/>
        </p:nvSpPr>
        <p:spPr>
          <a:xfrm xmlns:a="http://schemas.openxmlformats.org/drawingml/2006/main">
            <a:off x="6714720" y="3238313"/>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a:t>
            </a:r>
          </a:p>
        </p:txBody>
      </p:sp>
      <p:sp>
        <p:nvSpPr>
          <p:cNvPr id="95" name="pdf-text-0095">
            <a:extLst xmlns:a="http://schemas.openxmlformats.org/drawingml/2006/main">
              <a:ext uri="{FF2B5EF4-FFF2-40B4-BE49-F238E27FC236}">
                <a16:creationId xmlns:a16="http://schemas.microsoft.com/office/drawing/2014/main" id="{55B17BD6-37BF-48CE-A512-2C7CECB32A91}"/>
              </a:ext>
            </a:extLst>
          </p:cNvPr>
          <p:cNvSpPr>
            <a:spLocks xmlns:a="http://schemas.openxmlformats.org/drawingml/2006/main" noGrp="1"/>
          </p:cNvSpPr>
          <p:nvPr/>
        </p:nvSpPr>
        <p:spPr>
          <a:xfrm xmlns:a="http://schemas.openxmlformats.org/drawingml/2006/main">
            <a:off x="7361049" y="3238313"/>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某机电客户</a:t>
            </a:r>
          </a:p>
        </p:txBody>
      </p:sp>
      <p:sp>
        <p:nvSpPr>
          <p:cNvPr id="96" name="pdf-text-0096">
            <a:extLst xmlns:a="http://schemas.openxmlformats.org/drawingml/2006/main">
              <a:ext uri="{FF2B5EF4-FFF2-40B4-BE49-F238E27FC236}">
                <a16:creationId xmlns:a16="http://schemas.microsoft.com/office/drawing/2014/main" id="{B2C48F6F-37D1-43CD-BF2E-AC78943F3294}"/>
              </a:ext>
            </a:extLst>
          </p:cNvPr>
          <p:cNvSpPr>
            <a:spLocks xmlns:a="http://schemas.openxmlformats.org/drawingml/2006/main" noGrp="1"/>
          </p:cNvSpPr>
          <p:nvPr/>
        </p:nvSpPr>
        <p:spPr>
          <a:xfrm xmlns:a="http://schemas.openxmlformats.org/drawingml/2006/main">
            <a:off x="8929702" y="323831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a:t>
            </a:r>
          </a:p>
        </p:txBody>
      </p:sp>
      <p:sp>
        <p:nvSpPr>
          <p:cNvPr id="97" name="pdf-text-0097">
            <a:extLst xmlns:a="http://schemas.openxmlformats.org/drawingml/2006/main">
              <a:ext uri="{FF2B5EF4-FFF2-40B4-BE49-F238E27FC236}">
                <a16:creationId xmlns:a16="http://schemas.microsoft.com/office/drawing/2014/main" id="{2615B7B8-8A9F-4DCD-A071-E0D0E4D6647E}"/>
              </a:ext>
            </a:extLst>
          </p:cNvPr>
          <p:cNvSpPr>
            <a:spLocks xmlns:a="http://schemas.openxmlformats.org/drawingml/2006/main" noGrp="1"/>
          </p:cNvSpPr>
          <p:nvPr/>
        </p:nvSpPr>
        <p:spPr>
          <a:xfrm xmlns:a="http://schemas.openxmlformats.org/drawingml/2006/main">
            <a:off x="10340926" y="3238313"/>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385</a:t>
            </a:r>
          </a:p>
        </p:txBody>
      </p:sp>
      <p:sp>
        <p:nvSpPr>
          <p:cNvPr id="98" name="pdf-text-0098">
            <a:extLst xmlns:a="http://schemas.openxmlformats.org/drawingml/2006/main">
              <a:ext uri="{FF2B5EF4-FFF2-40B4-BE49-F238E27FC236}">
                <a16:creationId xmlns:a16="http://schemas.microsoft.com/office/drawing/2014/main" id="{F8B6216D-9694-4A71-92A0-5B184AFFF4FE}"/>
              </a:ext>
            </a:extLst>
          </p:cNvPr>
          <p:cNvSpPr>
            <a:spLocks xmlns:a="http://schemas.openxmlformats.org/drawingml/2006/main" noGrp="1"/>
          </p:cNvSpPr>
          <p:nvPr/>
        </p:nvSpPr>
        <p:spPr>
          <a:xfrm xmlns:a="http://schemas.openxmlformats.org/drawingml/2006/main">
            <a:off x="11277271" y="3238313"/>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5.25%</a:t>
            </a:r>
          </a:p>
        </p:txBody>
      </p:sp>
      <p:sp>
        <p:nvSpPr>
          <p:cNvPr id="99" name="pdf-text-0099">
            <a:extLst xmlns:a="http://schemas.openxmlformats.org/drawingml/2006/main">
              <a:ext uri="{FF2B5EF4-FFF2-40B4-BE49-F238E27FC236}">
                <a16:creationId xmlns:a16="http://schemas.microsoft.com/office/drawing/2014/main" id="{29DE7246-BF36-4EF0-ABF6-2FB17D71A52B}"/>
              </a:ext>
            </a:extLst>
          </p:cNvPr>
          <p:cNvSpPr>
            <a:spLocks xmlns:a="http://schemas.openxmlformats.org/drawingml/2006/main" noGrp="1"/>
          </p:cNvSpPr>
          <p:nvPr/>
        </p:nvSpPr>
        <p:spPr>
          <a:xfrm xmlns:a="http://schemas.openxmlformats.org/drawingml/2006/main">
            <a:off x="6714720" y="3681187"/>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a:t>
            </a:r>
          </a:p>
        </p:txBody>
      </p:sp>
      <p:sp>
        <p:nvSpPr>
          <p:cNvPr id="100" name="pdf-text-0100">
            <a:extLst xmlns:a="http://schemas.openxmlformats.org/drawingml/2006/main">
              <a:ext uri="{FF2B5EF4-FFF2-40B4-BE49-F238E27FC236}">
                <a16:creationId xmlns:a16="http://schemas.microsoft.com/office/drawing/2014/main" id="{A0B81067-8842-49C8-A089-F7E3BD5908CC}"/>
              </a:ext>
            </a:extLst>
          </p:cNvPr>
          <p:cNvSpPr>
            <a:spLocks xmlns:a="http://schemas.openxmlformats.org/drawingml/2006/main" noGrp="1"/>
          </p:cNvSpPr>
          <p:nvPr/>
        </p:nvSpPr>
        <p:spPr>
          <a:xfrm xmlns:a="http://schemas.openxmlformats.org/drawingml/2006/main">
            <a:off x="7284848" y="3681187"/>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某半导体客户</a:t>
            </a:r>
          </a:p>
        </p:txBody>
      </p:sp>
      <p:sp>
        <p:nvSpPr>
          <p:cNvPr id="101" name="pdf-text-0101">
            <a:extLst xmlns:a="http://schemas.openxmlformats.org/drawingml/2006/main">
              <a:ext uri="{FF2B5EF4-FFF2-40B4-BE49-F238E27FC236}">
                <a16:creationId xmlns:a16="http://schemas.microsoft.com/office/drawing/2014/main" id="{5501E7FA-0368-4713-A508-7C7664CBEC79}"/>
              </a:ext>
            </a:extLst>
          </p:cNvPr>
          <p:cNvSpPr>
            <a:spLocks xmlns:a="http://schemas.openxmlformats.org/drawingml/2006/main" noGrp="1"/>
          </p:cNvSpPr>
          <p:nvPr/>
        </p:nvSpPr>
        <p:spPr>
          <a:xfrm xmlns:a="http://schemas.openxmlformats.org/drawingml/2006/main">
            <a:off x="8777301" y="3681187"/>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SMT/半导体</a:t>
            </a:r>
          </a:p>
        </p:txBody>
      </p:sp>
      <p:sp>
        <p:nvSpPr>
          <p:cNvPr id="102" name="pdf-text-0102">
            <a:extLst xmlns:a="http://schemas.openxmlformats.org/drawingml/2006/main">
              <a:ext uri="{FF2B5EF4-FFF2-40B4-BE49-F238E27FC236}">
                <a16:creationId xmlns:a16="http://schemas.microsoft.com/office/drawing/2014/main" id="{8C1DCE30-3011-4275-BBBF-1B3687D3F2D9}"/>
              </a:ext>
            </a:extLst>
          </p:cNvPr>
          <p:cNvSpPr>
            <a:spLocks xmlns:a="http://schemas.openxmlformats.org/drawingml/2006/main" noGrp="1"/>
          </p:cNvSpPr>
          <p:nvPr/>
        </p:nvSpPr>
        <p:spPr>
          <a:xfrm xmlns:a="http://schemas.openxmlformats.org/drawingml/2006/main">
            <a:off x="10340925" y="3681187"/>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311</a:t>
            </a:r>
          </a:p>
        </p:txBody>
      </p:sp>
      <p:sp>
        <p:nvSpPr>
          <p:cNvPr id="103" name="pdf-text-0103">
            <a:extLst xmlns:a="http://schemas.openxmlformats.org/drawingml/2006/main">
              <a:ext uri="{FF2B5EF4-FFF2-40B4-BE49-F238E27FC236}">
                <a16:creationId xmlns:a16="http://schemas.microsoft.com/office/drawing/2014/main" id="{A92B8D32-0E1F-4535-98A6-EF61FB7787A9}"/>
              </a:ext>
            </a:extLst>
          </p:cNvPr>
          <p:cNvSpPr>
            <a:spLocks xmlns:a="http://schemas.openxmlformats.org/drawingml/2006/main" noGrp="1"/>
          </p:cNvSpPr>
          <p:nvPr/>
        </p:nvSpPr>
        <p:spPr>
          <a:xfrm xmlns:a="http://schemas.openxmlformats.org/drawingml/2006/main">
            <a:off x="11277271" y="3681187"/>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4.24%</a:t>
            </a:r>
          </a:p>
        </p:txBody>
      </p:sp>
      <p:sp>
        <p:nvSpPr>
          <p:cNvPr id="104" name="pdf-text-0104">
            <a:extLst xmlns:a="http://schemas.openxmlformats.org/drawingml/2006/main">
              <a:ext uri="{FF2B5EF4-FFF2-40B4-BE49-F238E27FC236}">
                <a16:creationId xmlns:a16="http://schemas.microsoft.com/office/drawing/2014/main" id="{F0660413-E97A-48C9-BC0F-785C4DE87877}"/>
              </a:ext>
            </a:extLst>
          </p:cNvPr>
          <p:cNvSpPr>
            <a:spLocks xmlns:a="http://schemas.openxmlformats.org/drawingml/2006/main" noGrp="1"/>
          </p:cNvSpPr>
          <p:nvPr/>
        </p:nvSpPr>
        <p:spPr>
          <a:xfrm xmlns:a="http://schemas.openxmlformats.org/drawingml/2006/main">
            <a:off x="6714720" y="4099068"/>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6</a:t>
            </a:r>
          </a:p>
        </p:txBody>
      </p:sp>
      <p:sp>
        <p:nvSpPr>
          <p:cNvPr id="105" name="pdf-text-0105">
            <a:extLst xmlns:a="http://schemas.openxmlformats.org/drawingml/2006/main">
              <a:ext uri="{FF2B5EF4-FFF2-40B4-BE49-F238E27FC236}">
                <a16:creationId xmlns:a16="http://schemas.microsoft.com/office/drawing/2014/main" id="{16273362-6722-46B9-91F6-D0D5AA97BEC1}"/>
              </a:ext>
            </a:extLst>
          </p:cNvPr>
          <p:cNvSpPr>
            <a:spLocks xmlns:a="http://schemas.openxmlformats.org/drawingml/2006/main" noGrp="1"/>
          </p:cNvSpPr>
          <p:nvPr/>
        </p:nvSpPr>
        <p:spPr>
          <a:xfrm xmlns:a="http://schemas.openxmlformats.org/drawingml/2006/main">
            <a:off x="7361049" y="4099068"/>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某通信客户</a:t>
            </a:r>
          </a:p>
        </p:txBody>
      </p:sp>
      <p:sp>
        <p:nvSpPr>
          <p:cNvPr id="106" name="pdf-text-0106">
            <a:extLst xmlns:a="http://schemas.openxmlformats.org/drawingml/2006/main">
              <a:ext uri="{FF2B5EF4-FFF2-40B4-BE49-F238E27FC236}">
                <a16:creationId xmlns:a16="http://schemas.microsoft.com/office/drawing/2014/main" id="{D3F5E849-B4BB-4B15-89C2-D7610F05F57E}"/>
              </a:ext>
            </a:extLst>
          </p:cNvPr>
          <p:cNvSpPr>
            <a:spLocks xmlns:a="http://schemas.openxmlformats.org/drawingml/2006/main" noGrp="1"/>
          </p:cNvSpPr>
          <p:nvPr/>
        </p:nvSpPr>
        <p:spPr>
          <a:xfrm xmlns:a="http://schemas.openxmlformats.org/drawingml/2006/main">
            <a:off x="8777302" y="4099068"/>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SMT/半导体</a:t>
            </a:r>
          </a:p>
        </p:txBody>
      </p:sp>
      <p:sp>
        <p:nvSpPr>
          <p:cNvPr id="107" name="pdf-text-0107">
            <a:extLst xmlns:a="http://schemas.openxmlformats.org/drawingml/2006/main">
              <a:ext uri="{FF2B5EF4-FFF2-40B4-BE49-F238E27FC236}">
                <a16:creationId xmlns:a16="http://schemas.microsoft.com/office/drawing/2014/main" id="{2CA74B7C-0259-4F5D-ADB3-43060A160C37}"/>
              </a:ext>
            </a:extLst>
          </p:cNvPr>
          <p:cNvSpPr>
            <a:spLocks xmlns:a="http://schemas.openxmlformats.org/drawingml/2006/main" noGrp="1"/>
          </p:cNvSpPr>
          <p:nvPr/>
        </p:nvSpPr>
        <p:spPr>
          <a:xfrm xmlns:a="http://schemas.openxmlformats.org/drawingml/2006/main">
            <a:off x="10340926" y="4099068"/>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258</a:t>
            </a:r>
          </a:p>
        </p:txBody>
      </p:sp>
      <p:sp>
        <p:nvSpPr>
          <p:cNvPr id="108" name="pdf-text-0108">
            <a:extLst xmlns:a="http://schemas.openxmlformats.org/drawingml/2006/main">
              <a:ext uri="{FF2B5EF4-FFF2-40B4-BE49-F238E27FC236}">
                <a16:creationId xmlns:a16="http://schemas.microsoft.com/office/drawing/2014/main" id="{7E35C25A-0C02-4B9E-B96A-22B04CA89853}"/>
              </a:ext>
            </a:extLst>
          </p:cNvPr>
          <p:cNvSpPr>
            <a:spLocks xmlns:a="http://schemas.openxmlformats.org/drawingml/2006/main" noGrp="1"/>
          </p:cNvSpPr>
          <p:nvPr/>
        </p:nvSpPr>
        <p:spPr>
          <a:xfrm xmlns:a="http://schemas.openxmlformats.org/drawingml/2006/main">
            <a:off x="11277271" y="4099068"/>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3.51%</a:t>
            </a:r>
          </a:p>
        </p:txBody>
      </p:sp>
      <p:sp>
        <p:nvSpPr>
          <p:cNvPr id="109" name="pdf-text-0109">
            <a:extLst xmlns:a="http://schemas.openxmlformats.org/drawingml/2006/main">
              <a:ext uri="{FF2B5EF4-FFF2-40B4-BE49-F238E27FC236}">
                <a16:creationId xmlns:a16="http://schemas.microsoft.com/office/drawing/2014/main" id="{25CCDA83-F0C7-4781-8621-77A39CCF4B57}"/>
              </a:ext>
            </a:extLst>
          </p:cNvPr>
          <p:cNvSpPr>
            <a:spLocks xmlns:a="http://schemas.openxmlformats.org/drawingml/2006/main" noGrp="1"/>
          </p:cNvSpPr>
          <p:nvPr/>
        </p:nvSpPr>
        <p:spPr>
          <a:xfrm xmlns:a="http://schemas.openxmlformats.org/drawingml/2006/main">
            <a:off x="6714720" y="4516949"/>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7</a:t>
            </a:r>
          </a:p>
        </p:txBody>
      </p:sp>
      <p:sp>
        <p:nvSpPr>
          <p:cNvPr id="110" name="pdf-text-0110">
            <a:extLst xmlns:a="http://schemas.openxmlformats.org/drawingml/2006/main">
              <a:ext uri="{FF2B5EF4-FFF2-40B4-BE49-F238E27FC236}">
                <a16:creationId xmlns:a16="http://schemas.microsoft.com/office/drawing/2014/main" id="{187D5933-6594-4A8B-AD66-ECD5B9BA0249}"/>
              </a:ext>
            </a:extLst>
          </p:cNvPr>
          <p:cNvSpPr>
            <a:spLocks xmlns:a="http://schemas.openxmlformats.org/drawingml/2006/main" noGrp="1"/>
          </p:cNvSpPr>
          <p:nvPr/>
        </p:nvSpPr>
        <p:spPr>
          <a:xfrm xmlns:a="http://schemas.openxmlformats.org/drawingml/2006/main">
            <a:off x="7208648" y="4516949"/>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某功率器件客户</a:t>
            </a:r>
          </a:p>
        </p:txBody>
      </p:sp>
      <p:sp>
        <p:nvSpPr>
          <p:cNvPr id="111" name="pdf-text-0111">
            <a:extLst xmlns:a="http://schemas.openxmlformats.org/drawingml/2006/main">
              <a:ext uri="{FF2B5EF4-FFF2-40B4-BE49-F238E27FC236}">
                <a16:creationId xmlns:a16="http://schemas.microsoft.com/office/drawing/2014/main" id="{6B102D2F-43C9-4DA9-895F-ED3C91129E95}"/>
              </a:ext>
            </a:extLst>
          </p:cNvPr>
          <p:cNvSpPr>
            <a:spLocks xmlns:a="http://schemas.openxmlformats.org/drawingml/2006/main" noGrp="1"/>
          </p:cNvSpPr>
          <p:nvPr/>
        </p:nvSpPr>
        <p:spPr>
          <a:xfrm xmlns:a="http://schemas.openxmlformats.org/drawingml/2006/main">
            <a:off x="9044001" y="451694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a:t>
            </a:r>
          </a:p>
        </p:txBody>
      </p:sp>
      <p:sp>
        <p:nvSpPr>
          <p:cNvPr id="112" name="pdf-text-0112">
            <a:extLst xmlns:a="http://schemas.openxmlformats.org/drawingml/2006/main">
              <a:ext uri="{FF2B5EF4-FFF2-40B4-BE49-F238E27FC236}">
                <a16:creationId xmlns:a16="http://schemas.microsoft.com/office/drawing/2014/main" id="{F7052E51-C38C-46C0-9F1F-5CCBFD99BED3}"/>
              </a:ext>
            </a:extLst>
          </p:cNvPr>
          <p:cNvSpPr>
            <a:spLocks xmlns:a="http://schemas.openxmlformats.org/drawingml/2006/main" noGrp="1"/>
          </p:cNvSpPr>
          <p:nvPr/>
        </p:nvSpPr>
        <p:spPr>
          <a:xfrm xmlns:a="http://schemas.openxmlformats.org/drawingml/2006/main">
            <a:off x="10340925" y="451694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257</a:t>
            </a:r>
          </a:p>
        </p:txBody>
      </p:sp>
      <p:sp>
        <p:nvSpPr>
          <p:cNvPr id="113" name="pdf-text-0113">
            <a:extLst xmlns:a="http://schemas.openxmlformats.org/drawingml/2006/main">
              <a:ext uri="{FF2B5EF4-FFF2-40B4-BE49-F238E27FC236}">
                <a16:creationId xmlns:a16="http://schemas.microsoft.com/office/drawing/2014/main" id="{89364078-55FA-4764-81FC-35C50D03D520}"/>
              </a:ext>
            </a:extLst>
          </p:cNvPr>
          <p:cNvSpPr>
            <a:spLocks xmlns:a="http://schemas.openxmlformats.org/drawingml/2006/main" noGrp="1"/>
          </p:cNvSpPr>
          <p:nvPr/>
        </p:nvSpPr>
        <p:spPr>
          <a:xfrm xmlns:a="http://schemas.openxmlformats.org/drawingml/2006/main">
            <a:off x="11277271" y="451694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3.50%</a:t>
            </a:r>
          </a:p>
        </p:txBody>
      </p:sp>
      <p:sp>
        <p:nvSpPr>
          <p:cNvPr id="114" name="pdf-text-0114">
            <a:extLst xmlns:a="http://schemas.openxmlformats.org/drawingml/2006/main">
              <a:ext uri="{FF2B5EF4-FFF2-40B4-BE49-F238E27FC236}">
                <a16:creationId xmlns:a16="http://schemas.microsoft.com/office/drawing/2014/main" id="{A3E65841-3513-471A-9EF1-2938A204A8E7}"/>
              </a:ext>
            </a:extLst>
          </p:cNvPr>
          <p:cNvSpPr>
            <a:spLocks xmlns:a="http://schemas.openxmlformats.org/drawingml/2006/main" noGrp="1"/>
          </p:cNvSpPr>
          <p:nvPr/>
        </p:nvSpPr>
        <p:spPr>
          <a:xfrm xmlns:a="http://schemas.openxmlformats.org/drawingml/2006/main">
            <a:off x="6714720" y="4933153"/>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a:t>
            </a:r>
          </a:p>
        </p:txBody>
      </p:sp>
      <p:sp>
        <p:nvSpPr>
          <p:cNvPr id="115" name="pdf-text-0115">
            <a:extLst xmlns:a="http://schemas.openxmlformats.org/drawingml/2006/main">
              <a:ext uri="{FF2B5EF4-FFF2-40B4-BE49-F238E27FC236}">
                <a16:creationId xmlns:a16="http://schemas.microsoft.com/office/drawing/2014/main" id="{A84C04A6-12A5-409A-9515-DED72E20C4F1}"/>
              </a:ext>
            </a:extLst>
          </p:cNvPr>
          <p:cNvSpPr>
            <a:spLocks xmlns:a="http://schemas.openxmlformats.org/drawingml/2006/main" noGrp="1"/>
          </p:cNvSpPr>
          <p:nvPr/>
        </p:nvSpPr>
        <p:spPr>
          <a:xfrm xmlns:a="http://schemas.openxmlformats.org/drawingml/2006/main">
            <a:off x="7208648" y="4933153"/>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某功率器件客户</a:t>
            </a:r>
          </a:p>
        </p:txBody>
      </p:sp>
      <p:sp>
        <p:nvSpPr>
          <p:cNvPr id="116" name="pdf-text-0116">
            <a:extLst xmlns:a="http://schemas.openxmlformats.org/drawingml/2006/main">
              <a:ext uri="{FF2B5EF4-FFF2-40B4-BE49-F238E27FC236}">
                <a16:creationId xmlns:a16="http://schemas.microsoft.com/office/drawing/2014/main" id="{4DC31955-B1C1-42F8-B4BE-C2C4242AD4BA}"/>
              </a:ext>
            </a:extLst>
          </p:cNvPr>
          <p:cNvSpPr>
            <a:spLocks xmlns:a="http://schemas.openxmlformats.org/drawingml/2006/main" noGrp="1"/>
          </p:cNvSpPr>
          <p:nvPr/>
        </p:nvSpPr>
        <p:spPr>
          <a:xfrm xmlns:a="http://schemas.openxmlformats.org/drawingml/2006/main">
            <a:off x="8929701" y="493315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a:t>
            </a:r>
          </a:p>
        </p:txBody>
      </p:sp>
      <p:sp>
        <p:nvSpPr>
          <p:cNvPr id="117" name="pdf-text-0117">
            <a:extLst xmlns:a="http://schemas.openxmlformats.org/drawingml/2006/main">
              <a:ext uri="{FF2B5EF4-FFF2-40B4-BE49-F238E27FC236}">
                <a16:creationId xmlns:a16="http://schemas.microsoft.com/office/drawing/2014/main" id="{58713A39-A343-490A-B96A-747AEB46880A}"/>
              </a:ext>
            </a:extLst>
          </p:cNvPr>
          <p:cNvSpPr>
            <a:spLocks xmlns:a="http://schemas.openxmlformats.org/drawingml/2006/main" noGrp="1"/>
          </p:cNvSpPr>
          <p:nvPr/>
        </p:nvSpPr>
        <p:spPr>
          <a:xfrm xmlns:a="http://schemas.openxmlformats.org/drawingml/2006/main">
            <a:off x="10340925" y="4933153"/>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255</a:t>
            </a:r>
          </a:p>
        </p:txBody>
      </p:sp>
      <p:sp>
        <p:nvSpPr>
          <p:cNvPr id="118" name="pdf-text-0118">
            <a:extLst xmlns:a="http://schemas.openxmlformats.org/drawingml/2006/main">
              <a:ext uri="{FF2B5EF4-FFF2-40B4-BE49-F238E27FC236}">
                <a16:creationId xmlns:a16="http://schemas.microsoft.com/office/drawing/2014/main" id="{32F35FE8-F57B-4288-AFC3-002B0B2DBE9A}"/>
              </a:ext>
            </a:extLst>
          </p:cNvPr>
          <p:cNvSpPr>
            <a:spLocks xmlns:a="http://schemas.openxmlformats.org/drawingml/2006/main" noGrp="1"/>
          </p:cNvSpPr>
          <p:nvPr/>
        </p:nvSpPr>
        <p:spPr>
          <a:xfrm xmlns:a="http://schemas.openxmlformats.org/drawingml/2006/main">
            <a:off x="11277271" y="4933153"/>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3.48%</a:t>
            </a:r>
          </a:p>
        </p:txBody>
      </p:sp>
      <p:sp>
        <p:nvSpPr>
          <p:cNvPr id="119" name="pdf-text-0119">
            <a:extLst xmlns:a="http://schemas.openxmlformats.org/drawingml/2006/main">
              <a:ext uri="{FF2B5EF4-FFF2-40B4-BE49-F238E27FC236}">
                <a16:creationId xmlns:a16="http://schemas.microsoft.com/office/drawing/2014/main" id="{CF57EDC5-12ED-467D-A8B8-F0E8A279B727}"/>
              </a:ext>
            </a:extLst>
          </p:cNvPr>
          <p:cNvSpPr>
            <a:spLocks xmlns:a="http://schemas.openxmlformats.org/drawingml/2006/main" noGrp="1"/>
          </p:cNvSpPr>
          <p:nvPr/>
        </p:nvSpPr>
        <p:spPr>
          <a:xfrm xmlns:a="http://schemas.openxmlformats.org/drawingml/2006/main">
            <a:off x="6714720" y="5355606"/>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9</a:t>
            </a:r>
          </a:p>
        </p:txBody>
      </p:sp>
      <p:sp>
        <p:nvSpPr>
          <p:cNvPr id="120" name="pdf-text-0120">
            <a:extLst xmlns:a="http://schemas.openxmlformats.org/drawingml/2006/main">
              <a:ext uri="{FF2B5EF4-FFF2-40B4-BE49-F238E27FC236}">
                <a16:creationId xmlns:a16="http://schemas.microsoft.com/office/drawing/2014/main" id="{FE7D2214-E905-427F-95B6-D4AB131D8CEC}"/>
              </a:ext>
            </a:extLst>
          </p:cNvPr>
          <p:cNvSpPr>
            <a:spLocks xmlns:a="http://schemas.openxmlformats.org/drawingml/2006/main" noGrp="1"/>
          </p:cNvSpPr>
          <p:nvPr/>
        </p:nvSpPr>
        <p:spPr>
          <a:xfrm xmlns:a="http://schemas.openxmlformats.org/drawingml/2006/main">
            <a:off x="7208648" y="5355606"/>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某功率器件客户</a:t>
            </a:r>
          </a:p>
        </p:txBody>
      </p:sp>
      <p:sp>
        <p:nvSpPr>
          <p:cNvPr id="121" name="pdf-text-0121">
            <a:extLst xmlns:a="http://schemas.openxmlformats.org/drawingml/2006/main">
              <a:ext uri="{FF2B5EF4-FFF2-40B4-BE49-F238E27FC236}">
                <a16:creationId xmlns:a16="http://schemas.microsoft.com/office/drawing/2014/main" id="{73B27F84-86F5-4255-88F2-783EF4A095C2}"/>
              </a:ext>
            </a:extLst>
          </p:cNvPr>
          <p:cNvSpPr>
            <a:spLocks xmlns:a="http://schemas.openxmlformats.org/drawingml/2006/main" noGrp="1"/>
          </p:cNvSpPr>
          <p:nvPr/>
        </p:nvSpPr>
        <p:spPr>
          <a:xfrm xmlns:a="http://schemas.openxmlformats.org/drawingml/2006/main">
            <a:off x="8777301" y="5355606"/>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SMT/半导体</a:t>
            </a:r>
          </a:p>
        </p:txBody>
      </p:sp>
      <p:sp>
        <p:nvSpPr>
          <p:cNvPr id="122" name="pdf-text-0122">
            <a:extLst xmlns:a="http://schemas.openxmlformats.org/drawingml/2006/main">
              <a:ext uri="{FF2B5EF4-FFF2-40B4-BE49-F238E27FC236}">
                <a16:creationId xmlns:a16="http://schemas.microsoft.com/office/drawing/2014/main" id="{FA47A3F5-75A6-4F95-8F00-DF8EFBE2DE7B}"/>
              </a:ext>
            </a:extLst>
          </p:cNvPr>
          <p:cNvSpPr>
            <a:spLocks xmlns:a="http://schemas.openxmlformats.org/drawingml/2006/main" noGrp="1"/>
          </p:cNvSpPr>
          <p:nvPr/>
        </p:nvSpPr>
        <p:spPr>
          <a:xfrm xmlns:a="http://schemas.openxmlformats.org/drawingml/2006/main">
            <a:off x="10340925" y="5355606"/>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217</a:t>
            </a:r>
          </a:p>
        </p:txBody>
      </p:sp>
      <p:sp>
        <p:nvSpPr>
          <p:cNvPr id="123" name="pdf-text-0123">
            <a:extLst xmlns:a="http://schemas.openxmlformats.org/drawingml/2006/main">
              <a:ext uri="{FF2B5EF4-FFF2-40B4-BE49-F238E27FC236}">
                <a16:creationId xmlns:a16="http://schemas.microsoft.com/office/drawing/2014/main" id="{69374167-4733-4CAD-9152-4138BD1156C2}"/>
              </a:ext>
            </a:extLst>
          </p:cNvPr>
          <p:cNvSpPr>
            <a:spLocks xmlns:a="http://schemas.openxmlformats.org/drawingml/2006/main" noGrp="1"/>
          </p:cNvSpPr>
          <p:nvPr/>
        </p:nvSpPr>
        <p:spPr>
          <a:xfrm xmlns:a="http://schemas.openxmlformats.org/drawingml/2006/main">
            <a:off x="11277271" y="5355606"/>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2.96%</a:t>
            </a:r>
          </a:p>
        </p:txBody>
      </p:sp>
      <p:sp>
        <p:nvSpPr>
          <p:cNvPr id="124" name="pdf-text-0124">
            <a:extLst xmlns:a="http://schemas.openxmlformats.org/drawingml/2006/main">
              <a:ext uri="{FF2B5EF4-FFF2-40B4-BE49-F238E27FC236}">
                <a16:creationId xmlns:a16="http://schemas.microsoft.com/office/drawing/2014/main" id="{FF0D62D4-B721-4915-9D16-D64337D00DF4}"/>
              </a:ext>
            </a:extLst>
          </p:cNvPr>
          <p:cNvSpPr>
            <a:spLocks xmlns:a="http://schemas.openxmlformats.org/drawingml/2006/main" noGrp="1"/>
          </p:cNvSpPr>
          <p:nvPr/>
        </p:nvSpPr>
        <p:spPr>
          <a:xfrm xmlns:a="http://schemas.openxmlformats.org/drawingml/2006/main">
            <a:off x="6676620" y="5778364"/>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a:t>
            </a:r>
          </a:p>
        </p:txBody>
      </p:sp>
      <p:sp>
        <p:nvSpPr>
          <p:cNvPr id="125" name="pdf-text-0125">
            <a:extLst xmlns:a="http://schemas.openxmlformats.org/drawingml/2006/main">
              <a:ext uri="{FF2B5EF4-FFF2-40B4-BE49-F238E27FC236}">
                <a16:creationId xmlns:a16="http://schemas.microsoft.com/office/drawing/2014/main" id="{836A569E-F2A8-42AF-822F-7FE4BFCC5551}"/>
              </a:ext>
            </a:extLst>
          </p:cNvPr>
          <p:cNvSpPr>
            <a:spLocks xmlns:a="http://schemas.openxmlformats.org/drawingml/2006/main" noGrp="1"/>
          </p:cNvSpPr>
          <p:nvPr/>
        </p:nvSpPr>
        <p:spPr>
          <a:xfrm xmlns:a="http://schemas.openxmlformats.org/drawingml/2006/main">
            <a:off x="7208648" y="5778364"/>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某功率器件客户</a:t>
            </a:r>
          </a:p>
        </p:txBody>
      </p:sp>
      <p:sp>
        <p:nvSpPr>
          <p:cNvPr id="126" name="pdf-text-0126">
            <a:extLst xmlns:a="http://schemas.openxmlformats.org/drawingml/2006/main">
              <a:ext uri="{FF2B5EF4-FFF2-40B4-BE49-F238E27FC236}">
                <a16:creationId xmlns:a16="http://schemas.microsoft.com/office/drawing/2014/main" id="{74AFF74D-57DE-43CA-A3EF-98D3F94C9AA0}"/>
              </a:ext>
            </a:extLst>
          </p:cNvPr>
          <p:cNvSpPr>
            <a:spLocks xmlns:a="http://schemas.openxmlformats.org/drawingml/2006/main" noGrp="1"/>
          </p:cNvSpPr>
          <p:nvPr/>
        </p:nvSpPr>
        <p:spPr>
          <a:xfrm xmlns:a="http://schemas.openxmlformats.org/drawingml/2006/main">
            <a:off x="8929701" y="5778364"/>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a:t>
            </a:r>
          </a:p>
        </p:txBody>
      </p:sp>
      <p:sp>
        <p:nvSpPr>
          <p:cNvPr id="127" name="pdf-text-0127">
            <a:extLst xmlns:a="http://schemas.openxmlformats.org/drawingml/2006/main">
              <a:ext uri="{FF2B5EF4-FFF2-40B4-BE49-F238E27FC236}">
                <a16:creationId xmlns:a16="http://schemas.microsoft.com/office/drawing/2014/main" id="{2289E530-A925-4EE9-A344-B113CC2A9F40}"/>
              </a:ext>
            </a:extLst>
          </p:cNvPr>
          <p:cNvSpPr>
            <a:spLocks xmlns:a="http://schemas.openxmlformats.org/drawingml/2006/main" noGrp="1"/>
          </p:cNvSpPr>
          <p:nvPr/>
        </p:nvSpPr>
        <p:spPr>
          <a:xfrm xmlns:a="http://schemas.openxmlformats.org/drawingml/2006/main">
            <a:off x="10340925" y="5778364"/>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169</a:t>
            </a:r>
          </a:p>
        </p:txBody>
      </p:sp>
      <p:sp>
        <p:nvSpPr>
          <p:cNvPr id="128" name="pdf-text-0128">
            <a:extLst xmlns:a="http://schemas.openxmlformats.org/drawingml/2006/main">
              <a:ext uri="{FF2B5EF4-FFF2-40B4-BE49-F238E27FC236}">
                <a16:creationId xmlns:a16="http://schemas.microsoft.com/office/drawing/2014/main" id="{53617784-C184-46AA-80F2-1999F9C8F8C6}"/>
              </a:ext>
            </a:extLst>
          </p:cNvPr>
          <p:cNvSpPr>
            <a:spLocks xmlns:a="http://schemas.openxmlformats.org/drawingml/2006/main" noGrp="1"/>
          </p:cNvSpPr>
          <p:nvPr/>
        </p:nvSpPr>
        <p:spPr>
          <a:xfrm xmlns:a="http://schemas.openxmlformats.org/drawingml/2006/main">
            <a:off x="11277271" y="5778364"/>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2.30%</a:t>
            </a:r>
          </a:p>
        </p:txBody>
      </p:sp>
      <p:sp>
        <p:nvSpPr>
          <p:cNvPr id="129" name="pdf-text-0129">
            <a:extLst xmlns:a="http://schemas.openxmlformats.org/drawingml/2006/main">
              <a:ext uri="{FF2B5EF4-FFF2-40B4-BE49-F238E27FC236}">
                <a16:creationId xmlns:a16="http://schemas.microsoft.com/office/drawing/2014/main" id="{DCA23039-52A9-4842-847C-350693E8EC92}"/>
              </a:ext>
            </a:extLst>
          </p:cNvPr>
          <p:cNvSpPr>
            <a:spLocks xmlns:a="http://schemas.openxmlformats.org/drawingml/2006/main" noGrp="1"/>
          </p:cNvSpPr>
          <p:nvPr/>
        </p:nvSpPr>
        <p:spPr>
          <a:xfrm xmlns:a="http://schemas.openxmlformats.org/drawingml/2006/main">
            <a:off x="6600420" y="6154487"/>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总计</a:t>
            </a:r>
          </a:p>
        </p:txBody>
      </p:sp>
      <p:sp>
        <p:nvSpPr>
          <p:cNvPr id="130" name="pdf-text-0130">
            <a:extLst xmlns:a="http://schemas.openxmlformats.org/drawingml/2006/main">
              <a:ext uri="{FF2B5EF4-FFF2-40B4-BE49-F238E27FC236}">
                <a16:creationId xmlns:a16="http://schemas.microsoft.com/office/drawing/2014/main" id="{5D9CED2C-36BB-44B2-B309-7BF63CA04D19}"/>
              </a:ext>
            </a:extLst>
          </p:cNvPr>
          <p:cNvSpPr>
            <a:spLocks xmlns:a="http://schemas.openxmlformats.org/drawingml/2006/main" noGrp="1"/>
          </p:cNvSpPr>
          <p:nvPr/>
        </p:nvSpPr>
        <p:spPr>
          <a:xfrm xmlns:a="http://schemas.openxmlformats.org/drawingml/2006/main">
            <a:off x="7703948" y="6154487"/>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131" name="pdf-text-0131">
            <a:extLst xmlns:a="http://schemas.openxmlformats.org/drawingml/2006/main">
              <a:ext uri="{FF2B5EF4-FFF2-40B4-BE49-F238E27FC236}">
                <a16:creationId xmlns:a16="http://schemas.microsoft.com/office/drawing/2014/main" id="{49456B8B-6543-4C76-AD72-457518FAE989}"/>
              </a:ext>
            </a:extLst>
          </p:cNvPr>
          <p:cNvSpPr>
            <a:spLocks xmlns:a="http://schemas.openxmlformats.org/drawingml/2006/main" noGrp="1"/>
          </p:cNvSpPr>
          <p:nvPr/>
        </p:nvSpPr>
        <p:spPr>
          <a:xfrm xmlns:a="http://schemas.openxmlformats.org/drawingml/2006/main">
            <a:off x="9120201" y="6154487"/>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132" name="pdf-text-0132">
            <a:extLst xmlns:a="http://schemas.openxmlformats.org/drawingml/2006/main">
              <a:ext uri="{FF2B5EF4-FFF2-40B4-BE49-F238E27FC236}">
                <a16:creationId xmlns:a16="http://schemas.microsoft.com/office/drawing/2014/main" id="{C24440CE-2D25-4C65-BCC7-44A1B83BB71E}"/>
              </a:ext>
            </a:extLst>
          </p:cNvPr>
          <p:cNvSpPr>
            <a:spLocks xmlns:a="http://schemas.openxmlformats.org/drawingml/2006/main" noGrp="1"/>
          </p:cNvSpPr>
          <p:nvPr/>
        </p:nvSpPr>
        <p:spPr>
          <a:xfrm xmlns:a="http://schemas.openxmlformats.org/drawingml/2006/main">
            <a:off x="10264769" y="6154628"/>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5,440</a:t>
            </a:r>
          </a:p>
        </p:txBody>
      </p:sp>
      <p:sp>
        <p:nvSpPr>
          <p:cNvPr id="133" name="pdf-text-0133">
            <a:extLst xmlns:a="http://schemas.openxmlformats.org/drawingml/2006/main">
              <a:ext uri="{FF2B5EF4-FFF2-40B4-BE49-F238E27FC236}">
                <a16:creationId xmlns:a16="http://schemas.microsoft.com/office/drawing/2014/main" id="{02F15F32-D33B-40A2-912C-0D67095BB1D1}"/>
              </a:ext>
            </a:extLst>
          </p:cNvPr>
          <p:cNvSpPr>
            <a:spLocks xmlns:a="http://schemas.openxmlformats.org/drawingml/2006/main" noGrp="1"/>
          </p:cNvSpPr>
          <p:nvPr/>
        </p:nvSpPr>
        <p:spPr>
          <a:xfrm xmlns:a="http://schemas.openxmlformats.org/drawingml/2006/main">
            <a:off x="11239210" y="6154628"/>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74.14%</a:t>
            </a:r>
          </a:p>
        </p:txBody>
      </p:sp>
      <p:sp>
        <p:nvSpPr>
          <p:cNvPr id="134" name="pdf-text-0134">
            <a:extLst xmlns:a="http://schemas.openxmlformats.org/drawingml/2006/main">
              <a:ext uri="{FF2B5EF4-FFF2-40B4-BE49-F238E27FC236}">
                <a16:creationId xmlns:a16="http://schemas.microsoft.com/office/drawing/2014/main" id="{16FE4EE3-3166-49E5-BB92-D27C5F633DBE}"/>
              </a:ext>
            </a:extLst>
          </p:cNvPr>
          <p:cNvSpPr>
            <a:spLocks xmlns:a="http://schemas.openxmlformats.org/drawingml/2006/main" noGrp="1"/>
          </p:cNvSpPr>
          <p:nvPr/>
        </p:nvSpPr>
        <p:spPr>
          <a:xfrm xmlns:a="http://schemas.openxmlformats.org/drawingml/2006/main">
            <a:off x="2511308" y="4237163"/>
            <a:ext cx="1187501"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800" b="0" i="0">
                <a:solidFill>
                  <a:srgbClr val="000000"/>
                </a:solidFill>
                <a:latin typeface="KaiTi"/>
                <a:ea typeface="KaiTi"/>
                <a:cs typeface="KaiTi"/>
              </a:defRPr>
            </a:pPr>
            <a:r>
              <a:rPr sz="1800" b="0" i="0">
                <a:solidFill>
                  <a:srgbClr val="000000"/>
                </a:solidFill>
                <a:latin typeface="KaiTi"/>
                <a:ea typeface="KaiTi"/>
                <a:cs typeface="KaiTi"/>
              </a:rPr>
              <a:t>合同额结构</a:t>
            </a:r>
          </a:p>
        </p:txBody>
      </p:sp>
    </p:spTree>
    <p:extLst>
      <p:ext uri="{BB962C8B-B14F-4D97-AF65-F5344CB8AC3E}">
        <p14:creationId xmlns:p14="http://schemas.microsoft.com/office/powerpoint/2010/main" val="12104416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1" name="pdf-vector-0001">
            <a:extLst xmlns:a="http://schemas.openxmlformats.org/drawingml/2006/main">
              <a:ext uri="{FF2B5EF4-FFF2-40B4-BE49-F238E27FC236}">
                <a16:creationId xmlns:a16="http://schemas.microsoft.com/office/drawing/2014/main" id="{3A734DFB-9E0C-4A98-ADD5-18C7A0D3A6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text-0002">
            <a:extLst xmlns:a="http://schemas.openxmlformats.org/drawingml/2006/main">
              <a:ext uri="{FF2B5EF4-FFF2-40B4-BE49-F238E27FC236}">
                <a16:creationId xmlns:a16="http://schemas.microsoft.com/office/drawing/2014/main" id="{0596A56C-12C3-4850-9FD8-43BC1C34533A}"/>
              </a:ext>
            </a:extLst>
          </p:cNvPr>
          <p:cNvSpPr>
            <a:spLocks xmlns:a="http://schemas.openxmlformats.org/drawingml/2006/main" noGrp="1"/>
          </p:cNvSpPr>
          <p:nvPr/>
        </p:nvSpPr>
        <p:spPr>
          <a:xfrm xmlns:a="http://schemas.openxmlformats.org/drawingml/2006/main">
            <a:off x="625592" y="313600"/>
            <a:ext cx="126187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3E3E3E"/>
                </a:solidFill>
                <a:latin typeface="KaiTi"/>
                <a:ea typeface="KaiTi"/>
                <a:cs typeface="KaiTi"/>
              </a:defRPr>
            </a:pPr>
            <a:r>
              <a:rPr sz="2400" b="0" i="0">
                <a:solidFill>
                  <a:srgbClr val="3E3E3E"/>
                </a:solidFill>
                <a:latin typeface="KaiTi"/>
                <a:ea typeface="KaiTi"/>
                <a:cs typeface="KaiTi"/>
              </a:rPr>
              <a:t>财务预测</a:t>
            </a:r>
          </a:p>
        </p:txBody>
      </p:sp>
      <p:sp>
        <p:nvSpPr>
          <p:cNvPr id="3" name="pdf-vector-0003">
            <a:extLst xmlns:a="http://schemas.openxmlformats.org/drawingml/2006/main">
              <a:ext uri="{FF2B5EF4-FFF2-40B4-BE49-F238E27FC236}">
                <a16:creationId xmlns:a16="http://schemas.microsoft.com/office/drawing/2014/main" id="{615AB34E-A864-45C7-90DC-55C3DA93E48C}"/>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4" name="pdf-vector-0004">
            <a:extLst xmlns:a="http://schemas.openxmlformats.org/drawingml/2006/main">
              <a:ext uri="{FF2B5EF4-FFF2-40B4-BE49-F238E27FC236}">
                <a16:creationId xmlns:a16="http://schemas.microsoft.com/office/drawing/2014/main" id="{6F4B4CA7-127D-4114-92E1-B1F7EBAC1624}"/>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215" name=""/>
          <p:cNvPicPr>
            <a:picLocks xmlns:a="http://schemas.openxmlformats.org/drawingml/2006/main" noChangeAspect="1"/>
          </p:cNvPicPr>
          <p:nvPr/>
        </p:nvPicPr>
        <p:blipFill>
          <a:blip xmlns:r="http://schemas.openxmlformats.org/officeDocument/2006/relationships" xmlns:a="http://schemas.openxmlformats.org/drawingml/2006/main" r:embed="Rbccf15d556c34c9b"/>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6" name="pdf-vector-0006">
            <a:extLst xmlns:a="http://schemas.openxmlformats.org/drawingml/2006/main">
              <a:ext uri="{FF2B5EF4-FFF2-40B4-BE49-F238E27FC236}">
                <a16:creationId xmlns:a16="http://schemas.microsoft.com/office/drawing/2014/main" id="{5E8DE10B-B8DB-4C7D-B9C0-9FCC30118678}"/>
              </a:ext>
            </a:extLst>
          </p:cNvPr>
          <p:cNvSpPr>
            <a:spLocks xmlns:a="http://schemas.openxmlformats.org/drawingml/2006/main" noGrp="1"/>
          </p:cNvSpPr>
          <p:nvPr/>
        </p:nvSpPr>
        <p:spPr>
          <a:xfrm xmlns:a="http://schemas.openxmlformats.org/drawingml/2006/main">
            <a:off x="602729" y="1058774"/>
            <a:ext cx="917638" cy="45436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7" name="pdf-vector-0007">
            <a:extLst xmlns:a="http://schemas.openxmlformats.org/drawingml/2006/main">
              <a:ext uri="{FF2B5EF4-FFF2-40B4-BE49-F238E27FC236}">
                <a16:creationId xmlns:a16="http://schemas.microsoft.com/office/drawing/2014/main" id="{BFEDDF3F-360A-45EA-847D-9932C5E6F8EA}"/>
              </a:ext>
            </a:extLst>
          </p:cNvPr>
          <p:cNvSpPr>
            <a:spLocks xmlns:a="http://schemas.openxmlformats.org/drawingml/2006/main" noGrp="1"/>
          </p:cNvSpPr>
          <p:nvPr/>
        </p:nvSpPr>
        <p:spPr>
          <a:xfrm xmlns:a="http://schemas.openxmlformats.org/drawingml/2006/main">
            <a:off x="1520368" y="1058774"/>
            <a:ext cx="1299019" cy="45436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E06D425F-2D2F-4834-BDA8-7D0892B062F0}"/>
              </a:ext>
            </a:extLst>
          </p:cNvPr>
          <p:cNvSpPr>
            <a:spLocks xmlns:a="http://schemas.openxmlformats.org/drawingml/2006/main" noGrp="1"/>
          </p:cNvSpPr>
          <p:nvPr/>
        </p:nvSpPr>
        <p:spPr>
          <a:xfrm xmlns:a="http://schemas.openxmlformats.org/drawingml/2006/main">
            <a:off x="2819400" y="1058774"/>
            <a:ext cx="1232408" cy="45436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9" name="pdf-vector-0009">
            <a:extLst xmlns:a="http://schemas.openxmlformats.org/drawingml/2006/main">
              <a:ext uri="{FF2B5EF4-FFF2-40B4-BE49-F238E27FC236}">
                <a16:creationId xmlns:a16="http://schemas.microsoft.com/office/drawing/2014/main" id="{E362D88E-52AA-4CB9-8D6A-BEFBF4572396}"/>
              </a:ext>
            </a:extLst>
          </p:cNvPr>
          <p:cNvSpPr>
            <a:spLocks xmlns:a="http://schemas.openxmlformats.org/drawingml/2006/main" noGrp="1"/>
          </p:cNvSpPr>
          <p:nvPr/>
        </p:nvSpPr>
        <p:spPr>
          <a:xfrm xmlns:a="http://schemas.openxmlformats.org/drawingml/2006/main">
            <a:off x="4051808" y="1058774"/>
            <a:ext cx="1048842" cy="454368"/>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0" name="pdf-vector-0010">
            <a:extLst xmlns:a="http://schemas.openxmlformats.org/drawingml/2006/main">
              <a:ext uri="{FF2B5EF4-FFF2-40B4-BE49-F238E27FC236}">
                <a16:creationId xmlns:a16="http://schemas.microsoft.com/office/drawing/2014/main" id="{2E408B00-8130-42DC-B898-0A731926F279}"/>
              </a:ext>
            </a:extLst>
          </p:cNvPr>
          <p:cNvSpPr>
            <a:spLocks xmlns:a="http://schemas.openxmlformats.org/drawingml/2006/main" noGrp="1"/>
          </p:cNvSpPr>
          <p:nvPr/>
        </p:nvSpPr>
        <p:spPr>
          <a:xfrm xmlns:a="http://schemas.openxmlformats.org/drawingml/2006/main">
            <a:off x="597971" y="1513146"/>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1" name="pdf-vector-0011">
            <a:extLst xmlns:a="http://schemas.openxmlformats.org/drawingml/2006/main">
              <a:ext uri="{FF2B5EF4-FFF2-40B4-BE49-F238E27FC236}">
                <a16:creationId xmlns:a16="http://schemas.microsoft.com/office/drawing/2014/main" id="{7A94198C-6EBC-4825-976E-1CAA5E4386A8}"/>
              </a:ext>
            </a:extLst>
          </p:cNvPr>
          <p:cNvSpPr>
            <a:spLocks xmlns:a="http://schemas.openxmlformats.org/drawingml/2006/main" noGrp="1"/>
          </p:cNvSpPr>
          <p:nvPr/>
        </p:nvSpPr>
        <p:spPr>
          <a:xfrm xmlns:a="http://schemas.openxmlformats.org/drawingml/2006/main">
            <a:off x="597971" y="1869285"/>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2" name="pdf-vector-0012">
            <a:extLst xmlns:a="http://schemas.openxmlformats.org/drawingml/2006/main">
              <a:ext uri="{FF2B5EF4-FFF2-40B4-BE49-F238E27FC236}">
                <a16:creationId xmlns:a16="http://schemas.microsoft.com/office/drawing/2014/main" id="{5DF167AB-4594-4B44-B1FD-B8F44FA29FFF}"/>
              </a:ext>
            </a:extLst>
          </p:cNvPr>
          <p:cNvSpPr>
            <a:spLocks xmlns:a="http://schemas.openxmlformats.org/drawingml/2006/main" noGrp="1"/>
          </p:cNvSpPr>
          <p:nvPr/>
        </p:nvSpPr>
        <p:spPr>
          <a:xfrm xmlns:a="http://schemas.openxmlformats.org/drawingml/2006/main">
            <a:off x="597971" y="2180437"/>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3" name="pdf-vector-0013">
            <a:extLst xmlns:a="http://schemas.openxmlformats.org/drawingml/2006/main">
              <a:ext uri="{FF2B5EF4-FFF2-40B4-BE49-F238E27FC236}">
                <a16:creationId xmlns:a16="http://schemas.microsoft.com/office/drawing/2014/main" id="{A26834EA-51D8-46CC-9E51-832D36CE1CBA}"/>
              </a:ext>
            </a:extLst>
          </p:cNvPr>
          <p:cNvSpPr>
            <a:spLocks xmlns:a="http://schemas.openxmlformats.org/drawingml/2006/main" noGrp="1"/>
          </p:cNvSpPr>
          <p:nvPr/>
        </p:nvSpPr>
        <p:spPr>
          <a:xfrm xmlns:a="http://schemas.openxmlformats.org/drawingml/2006/main">
            <a:off x="602732" y="1054016"/>
            <a:ext cx="953" cy="1405191"/>
          </a:xfrm>
          <a:custGeom xmlns:a="http://schemas.openxmlformats.org/drawingml/2006/main">
            <a:pathLst>
              <a:path w="953" h="1405191">
                <a:moveTo>
                  <a:pt x="0" y="0"/>
                </a:moveTo>
                <a:lnTo>
                  <a:pt x="0" y="1405191"/>
                </a:lnTo>
              </a:path>
            </a:pathLst>
          </a:custGeom>
          <a:noFill xmlns:a="http://schemas.openxmlformats.org/drawingml/2006/main"/>
          <a:ln xmlns:a="http://schemas.openxmlformats.org/drawingml/2006/main" w="9525">
            <a:solidFill>
              <a:srgbClr val="4A7EBB"/>
            </a:solidFill>
            <a:prstDash val="solid"/>
          </a:ln>
        </p:spPr>
      </p:sp>
      <p:sp>
        <p:nvSpPr>
          <p:cNvPr id="14" name="pdf-vector-0014">
            <a:extLst xmlns:a="http://schemas.openxmlformats.org/drawingml/2006/main">
              <a:ext uri="{FF2B5EF4-FFF2-40B4-BE49-F238E27FC236}">
                <a16:creationId xmlns:a16="http://schemas.microsoft.com/office/drawing/2014/main" id="{C6DEED19-2FF1-4386-A6AA-DD1537930E67}"/>
              </a:ext>
            </a:extLst>
          </p:cNvPr>
          <p:cNvSpPr>
            <a:spLocks xmlns:a="http://schemas.openxmlformats.org/drawingml/2006/main" noGrp="1"/>
          </p:cNvSpPr>
          <p:nvPr/>
        </p:nvSpPr>
        <p:spPr>
          <a:xfrm xmlns:a="http://schemas.openxmlformats.org/drawingml/2006/main">
            <a:off x="5100651" y="1054016"/>
            <a:ext cx="953" cy="1405191"/>
          </a:xfrm>
          <a:custGeom xmlns:a="http://schemas.openxmlformats.org/drawingml/2006/main">
            <a:pathLst>
              <a:path w="953" h="1405191">
                <a:moveTo>
                  <a:pt x="0" y="0"/>
                </a:moveTo>
                <a:lnTo>
                  <a:pt x="0" y="1405191"/>
                </a:lnTo>
              </a:path>
            </a:pathLst>
          </a:custGeom>
          <a:noFill xmlns:a="http://schemas.openxmlformats.org/drawingml/2006/main"/>
          <a:ln xmlns:a="http://schemas.openxmlformats.org/drawingml/2006/main" w="9525">
            <a:solidFill>
              <a:srgbClr val="4A7EBB"/>
            </a:solidFill>
            <a:prstDash val="solid"/>
          </a:ln>
        </p:spPr>
      </p:sp>
      <p:sp>
        <p:nvSpPr>
          <p:cNvPr id="15" name="pdf-vector-0015">
            <a:extLst xmlns:a="http://schemas.openxmlformats.org/drawingml/2006/main">
              <a:ext uri="{FF2B5EF4-FFF2-40B4-BE49-F238E27FC236}">
                <a16:creationId xmlns:a16="http://schemas.microsoft.com/office/drawing/2014/main" id="{22407338-1AE0-4810-A72D-D7DBEF56A59A}"/>
              </a:ext>
            </a:extLst>
          </p:cNvPr>
          <p:cNvSpPr>
            <a:spLocks xmlns:a="http://schemas.openxmlformats.org/drawingml/2006/main" noGrp="1"/>
          </p:cNvSpPr>
          <p:nvPr/>
        </p:nvSpPr>
        <p:spPr>
          <a:xfrm xmlns:a="http://schemas.openxmlformats.org/drawingml/2006/main">
            <a:off x="597971" y="1058777"/>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6" name="pdf-vector-0016">
            <a:extLst xmlns:a="http://schemas.openxmlformats.org/drawingml/2006/main">
              <a:ext uri="{FF2B5EF4-FFF2-40B4-BE49-F238E27FC236}">
                <a16:creationId xmlns:a16="http://schemas.microsoft.com/office/drawing/2014/main" id="{8D108D4D-6BE0-4C98-9EBA-EEC7997F8FCC}"/>
              </a:ext>
            </a:extLst>
          </p:cNvPr>
          <p:cNvSpPr>
            <a:spLocks xmlns:a="http://schemas.openxmlformats.org/drawingml/2006/main" noGrp="1"/>
          </p:cNvSpPr>
          <p:nvPr/>
        </p:nvSpPr>
        <p:spPr>
          <a:xfrm xmlns:a="http://schemas.openxmlformats.org/drawingml/2006/main">
            <a:off x="597971" y="2454439"/>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7" name="pdf-text-0017">
            <a:extLst xmlns:a="http://schemas.openxmlformats.org/drawingml/2006/main">
              <a:ext uri="{FF2B5EF4-FFF2-40B4-BE49-F238E27FC236}">
                <a16:creationId xmlns:a16="http://schemas.microsoft.com/office/drawing/2014/main" id="{8CFE53F9-D6FF-4483-BF69-1C9DF45FE988}"/>
              </a:ext>
            </a:extLst>
          </p:cNvPr>
          <p:cNvSpPr>
            <a:spLocks xmlns:a="http://schemas.openxmlformats.org/drawingml/2006/main" noGrp="1"/>
          </p:cNvSpPr>
          <p:nvPr/>
        </p:nvSpPr>
        <p:spPr>
          <a:xfrm xmlns:a="http://schemas.openxmlformats.org/drawingml/2006/main">
            <a:off x="679473" y="122597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单位：万元</a:t>
            </a:r>
          </a:p>
        </p:txBody>
      </p:sp>
      <p:sp>
        <p:nvSpPr>
          <p:cNvPr id="18" name="pdf-text-0018">
            <a:extLst xmlns:a="http://schemas.openxmlformats.org/drawingml/2006/main">
              <a:ext uri="{FF2B5EF4-FFF2-40B4-BE49-F238E27FC236}">
                <a16:creationId xmlns:a16="http://schemas.microsoft.com/office/drawing/2014/main" id="{DA300361-C4CB-4DB0-BBF2-64D76468FAEB}"/>
              </a:ext>
            </a:extLst>
          </p:cNvPr>
          <p:cNvSpPr>
            <a:spLocks xmlns:a="http://schemas.openxmlformats.org/drawingml/2006/main" noGrp="1"/>
          </p:cNvSpPr>
          <p:nvPr/>
        </p:nvSpPr>
        <p:spPr>
          <a:xfrm xmlns:a="http://schemas.openxmlformats.org/drawingml/2006/main">
            <a:off x="2017358" y="122597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2025</a:t>
            </a:r>
          </a:p>
        </p:txBody>
      </p:sp>
      <p:sp>
        <p:nvSpPr>
          <p:cNvPr id="19" name="pdf-text-0019">
            <a:extLst xmlns:a="http://schemas.openxmlformats.org/drawingml/2006/main">
              <a:ext uri="{FF2B5EF4-FFF2-40B4-BE49-F238E27FC236}">
                <a16:creationId xmlns:a16="http://schemas.microsoft.com/office/drawing/2014/main" id="{F62D0ED6-442D-47F1-B025-DC42B863DB70}"/>
              </a:ext>
            </a:extLst>
          </p:cNvPr>
          <p:cNvSpPr>
            <a:spLocks xmlns:a="http://schemas.openxmlformats.org/drawingml/2006/main" noGrp="1"/>
          </p:cNvSpPr>
          <p:nvPr/>
        </p:nvSpPr>
        <p:spPr>
          <a:xfrm xmlns:a="http://schemas.openxmlformats.org/drawingml/2006/main">
            <a:off x="3245355" y="122597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2026E</a:t>
            </a:r>
          </a:p>
        </p:txBody>
      </p:sp>
      <p:sp>
        <p:nvSpPr>
          <p:cNvPr id="20" name="pdf-text-0020">
            <a:extLst xmlns:a="http://schemas.openxmlformats.org/drawingml/2006/main">
              <a:ext uri="{FF2B5EF4-FFF2-40B4-BE49-F238E27FC236}">
                <a16:creationId xmlns:a16="http://schemas.microsoft.com/office/drawing/2014/main" id="{EF41DBC6-9721-464C-B11B-9BBD003B6290}"/>
              </a:ext>
            </a:extLst>
          </p:cNvPr>
          <p:cNvSpPr>
            <a:spLocks xmlns:a="http://schemas.openxmlformats.org/drawingml/2006/main" noGrp="1"/>
          </p:cNvSpPr>
          <p:nvPr/>
        </p:nvSpPr>
        <p:spPr>
          <a:xfrm xmlns:a="http://schemas.openxmlformats.org/drawingml/2006/main">
            <a:off x="4385791" y="122597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2027E</a:t>
            </a:r>
          </a:p>
        </p:txBody>
      </p:sp>
      <p:sp>
        <p:nvSpPr>
          <p:cNvPr id="21" name="pdf-text-0021">
            <a:extLst xmlns:a="http://schemas.openxmlformats.org/drawingml/2006/main">
              <a:ext uri="{FF2B5EF4-FFF2-40B4-BE49-F238E27FC236}">
                <a16:creationId xmlns:a16="http://schemas.microsoft.com/office/drawing/2014/main" id="{407FA3E6-82E5-4B90-A5F0-E80331901245}"/>
              </a:ext>
            </a:extLst>
          </p:cNvPr>
          <p:cNvSpPr>
            <a:spLocks xmlns:a="http://schemas.openxmlformats.org/drawingml/2006/main" noGrp="1"/>
          </p:cNvSpPr>
          <p:nvPr/>
        </p:nvSpPr>
        <p:spPr>
          <a:xfrm xmlns:a="http://schemas.openxmlformats.org/drawingml/2006/main">
            <a:off x="755673" y="1631233"/>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营业收入</a:t>
            </a:r>
          </a:p>
        </p:txBody>
      </p:sp>
      <p:sp>
        <p:nvSpPr>
          <p:cNvPr id="22" name="pdf-text-0022">
            <a:extLst xmlns:a="http://schemas.openxmlformats.org/drawingml/2006/main">
              <a:ext uri="{FF2B5EF4-FFF2-40B4-BE49-F238E27FC236}">
                <a16:creationId xmlns:a16="http://schemas.microsoft.com/office/drawing/2014/main" id="{D8F0047A-9E19-4A11-8DAA-D63B9F70EE88}"/>
              </a:ext>
            </a:extLst>
          </p:cNvPr>
          <p:cNvSpPr>
            <a:spLocks xmlns:a="http://schemas.openxmlformats.org/drawingml/2006/main" noGrp="1"/>
          </p:cNvSpPr>
          <p:nvPr/>
        </p:nvSpPr>
        <p:spPr>
          <a:xfrm xmlns:a="http://schemas.openxmlformats.org/drawingml/2006/main">
            <a:off x="1978378" y="1631233"/>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7,338</a:t>
            </a:r>
          </a:p>
        </p:txBody>
      </p:sp>
      <p:sp>
        <p:nvSpPr>
          <p:cNvPr id="23" name="pdf-text-0023">
            <a:extLst xmlns:a="http://schemas.openxmlformats.org/drawingml/2006/main">
              <a:ext uri="{FF2B5EF4-FFF2-40B4-BE49-F238E27FC236}">
                <a16:creationId xmlns:a16="http://schemas.microsoft.com/office/drawing/2014/main" id="{6CB1EDBE-ED51-4ED3-9BF7-5EFA4FD90A4C}"/>
              </a:ext>
            </a:extLst>
          </p:cNvPr>
          <p:cNvSpPr>
            <a:spLocks xmlns:a="http://schemas.openxmlformats.org/drawingml/2006/main" noGrp="1"/>
          </p:cNvSpPr>
          <p:nvPr/>
        </p:nvSpPr>
        <p:spPr>
          <a:xfrm xmlns:a="http://schemas.openxmlformats.org/drawingml/2006/main">
            <a:off x="3207332" y="163123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13,000</a:t>
            </a:r>
          </a:p>
        </p:txBody>
      </p:sp>
      <p:sp>
        <p:nvSpPr>
          <p:cNvPr id="24" name="pdf-text-0024">
            <a:extLst xmlns:a="http://schemas.openxmlformats.org/drawingml/2006/main">
              <a:ext uri="{FF2B5EF4-FFF2-40B4-BE49-F238E27FC236}">
                <a16:creationId xmlns:a16="http://schemas.microsoft.com/office/drawing/2014/main" id="{D9748AFE-8EC0-4197-8907-461C684EF0AD}"/>
              </a:ext>
            </a:extLst>
          </p:cNvPr>
          <p:cNvSpPr>
            <a:spLocks xmlns:a="http://schemas.openxmlformats.org/drawingml/2006/main" noGrp="1"/>
          </p:cNvSpPr>
          <p:nvPr/>
        </p:nvSpPr>
        <p:spPr>
          <a:xfrm xmlns:a="http://schemas.openxmlformats.org/drawingml/2006/main">
            <a:off x="4347741" y="163123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20,000</a:t>
            </a:r>
          </a:p>
        </p:txBody>
      </p:sp>
      <p:sp>
        <p:nvSpPr>
          <p:cNvPr id="25" name="pdf-text-0025">
            <a:extLst xmlns:a="http://schemas.openxmlformats.org/drawingml/2006/main">
              <a:ext uri="{FF2B5EF4-FFF2-40B4-BE49-F238E27FC236}">
                <a16:creationId xmlns:a16="http://schemas.microsoft.com/office/drawing/2014/main" id="{00B018D6-2DA6-4E96-A4B1-60CDE5138098}"/>
              </a:ext>
            </a:extLst>
          </p:cNvPr>
          <p:cNvSpPr>
            <a:spLocks xmlns:a="http://schemas.openxmlformats.org/drawingml/2006/main" noGrp="1"/>
          </p:cNvSpPr>
          <p:nvPr/>
        </p:nvSpPr>
        <p:spPr>
          <a:xfrm xmlns:a="http://schemas.openxmlformats.org/drawingml/2006/main">
            <a:off x="831873" y="1964837"/>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毛利率</a:t>
            </a:r>
          </a:p>
        </p:txBody>
      </p:sp>
      <p:sp>
        <p:nvSpPr>
          <p:cNvPr id="26" name="pdf-text-0026">
            <a:extLst xmlns:a="http://schemas.openxmlformats.org/drawingml/2006/main">
              <a:ext uri="{FF2B5EF4-FFF2-40B4-BE49-F238E27FC236}">
                <a16:creationId xmlns:a16="http://schemas.microsoft.com/office/drawing/2014/main" id="{DEB43E05-9699-46E0-90EA-2DA83D154C4F}"/>
              </a:ext>
            </a:extLst>
          </p:cNvPr>
          <p:cNvSpPr>
            <a:spLocks xmlns:a="http://schemas.openxmlformats.org/drawingml/2006/main" noGrp="1"/>
          </p:cNvSpPr>
          <p:nvPr/>
        </p:nvSpPr>
        <p:spPr>
          <a:xfrm xmlns:a="http://schemas.openxmlformats.org/drawingml/2006/main">
            <a:off x="2054578" y="1964837"/>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53%</a:t>
            </a:r>
          </a:p>
        </p:txBody>
      </p:sp>
      <p:sp>
        <p:nvSpPr>
          <p:cNvPr id="27" name="pdf-text-0027">
            <a:extLst xmlns:a="http://schemas.openxmlformats.org/drawingml/2006/main">
              <a:ext uri="{FF2B5EF4-FFF2-40B4-BE49-F238E27FC236}">
                <a16:creationId xmlns:a16="http://schemas.microsoft.com/office/drawing/2014/main" id="{E5084CF4-F011-4D3E-B8E0-8ADA220D9B23}"/>
              </a:ext>
            </a:extLst>
          </p:cNvPr>
          <p:cNvSpPr>
            <a:spLocks xmlns:a="http://schemas.openxmlformats.org/drawingml/2006/main" noGrp="1"/>
          </p:cNvSpPr>
          <p:nvPr/>
        </p:nvSpPr>
        <p:spPr>
          <a:xfrm xmlns:a="http://schemas.openxmlformats.org/drawingml/2006/main">
            <a:off x="3321632" y="1964837"/>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50%</a:t>
            </a:r>
          </a:p>
        </p:txBody>
      </p:sp>
      <p:sp>
        <p:nvSpPr>
          <p:cNvPr id="28" name="pdf-text-0028">
            <a:extLst xmlns:a="http://schemas.openxmlformats.org/drawingml/2006/main">
              <a:ext uri="{FF2B5EF4-FFF2-40B4-BE49-F238E27FC236}">
                <a16:creationId xmlns:a16="http://schemas.microsoft.com/office/drawing/2014/main" id="{39F2C113-0B83-4549-AEFE-4C376CE6DB89}"/>
              </a:ext>
            </a:extLst>
          </p:cNvPr>
          <p:cNvSpPr>
            <a:spLocks xmlns:a="http://schemas.openxmlformats.org/drawingml/2006/main" noGrp="1"/>
          </p:cNvSpPr>
          <p:nvPr/>
        </p:nvSpPr>
        <p:spPr>
          <a:xfrm xmlns:a="http://schemas.openxmlformats.org/drawingml/2006/main">
            <a:off x="4462041" y="1964837"/>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50%</a:t>
            </a:r>
          </a:p>
        </p:txBody>
      </p:sp>
      <p:sp>
        <p:nvSpPr>
          <p:cNvPr id="29" name="pdf-text-0029">
            <a:extLst xmlns:a="http://schemas.openxmlformats.org/drawingml/2006/main">
              <a:ext uri="{FF2B5EF4-FFF2-40B4-BE49-F238E27FC236}">
                <a16:creationId xmlns:a16="http://schemas.microsoft.com/office/drawing/2014/main" id="{41CC4950-27AA-42B1-AA6E-C6762712A62A}"/>
              </a:ext>
            </a:extLst>
          </p:cNvPr>
          <p:cNvSpPr>
            <a:spLocks xmlns:a="http://schemas.openxmlformats.org/drawingml/2006/main" noGrp="1"/>
          </p:cNvSpPr>
          <p:nvPr/>
        </p:nvSpPr>
        <p:spPr>
          <a:xfrm xmlns:a="http://schemas.openxmlformats.org/drawingml/2006/main">
            <a:off x="831873" y="225744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净利润</a:t>
            </a:r>
          </a:p>
        </p:txBody>
      </p:sp>
      <p:sp>
        <p:nvSpPr>
          <p:cNvPr id="30" name="pdf-text-0030">
            <a:extLst xmlns:a="http://schemas.openxmlformats.org/drawingml/2006/main">
              <a:ext uri="{FF2B5EF4-FFF2-40B4-BE49-F238E27FC236}">
                <a16:creationId xmlns:a16="http://schemas.microsoft.com/office/drawing/2014/main" id="{5E827711-1FA0-4BC8-8D65-D4773C455670}"/>
              </a:ext>
            </a:extLst>
          </p:cNvPr>
          <p:cNvSpPr>
            <a:spLocks xmlns:a="http://schemas.openxmlformats.org/drawingml/2006/main" noGrp="1"/>
          </p:cNvSpPr>
          <p:nvPr/>
        </p:nvSpPr>
        <p:spPr>
          <a:xfrm xmlns:a="http://schemas.openxmlformats.org/drawingml/2006/main">
            <a:off x="2016478" y="225744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-495</a:t>
            </a:r>
          </a:p>
        </p:txBody>
      </p:sp>
      <p:sp>
        <p:nvSpPr>
          <p:cNvPr id="31" name="pdf-text-0031">
            <a:extLst xmlns:a="http://schemas.openxmlformats.org/drawingml/2006/main">
              <a:ext uri="{FF2B5EF4-FFF2-40B4-BE49-F238E27FC236}">
                <a16:creationId xmlns:a16="http://schemas.microsoft.com/office/drawing/2014/main" id="{4FF417F8-15C9-49AA-9CD2-78BDB4D3A7D8}"/>
              </a:ext>
            </a:extLst>
          </p:cNvPr>
          <p:cNvSpPr>
            <a:spLocks xmlns:a="http://schemas.openxmlformats.org/drawingml/2006/main" noGrp="1"/>
          </p:cNvSpPr>
          <p:nvPr/>
        </p:nvSpPr>
        <p:spPr>
          <a:xfrm xmlns:a="http://schemas.openxmlformats.org/drawingml/2006/main">
            <a:off x="3245432" y="225744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1,216</a:t>
            </a:r>
          </a:p>
        </p:txBody>
      </p:sp>
      <p:sp>
        <p:nvSpPr>
          <p:cNvPr id="32" name="pdf-text-0032">
            <a:extLst xmlns:a="http://schemas.openxmlformats.org/drawingml/2006/main">
              <a:ext uri="{FF2B5EF4-FFF2-40B4-BE49-F238E27FC236}">
                <a16:creationId xmlns:a16="http://schemas.microsoft.com/office/drawing/2014/main" id="{24C681D0-A4CC-4B72-A518-A9FEAB045429}"/>
              </a:ext>
            </a:extLst>
          </p:cNvPr>
          <p:cNvSpPr>
            <a:spLocks xmlns:a="http://schemas.openxmlformats.org/drawingml/2006/main" noGrp="1"/>
          </p:cNvSpPr>
          <p:nvPr/>
        </p:nvSpPr>
        <p:spPr>
          <a:xfrm xmlns:a="http://schemas.openxmlformats.org/drawingml/2006/main">
            <a:off x="4385841" y="225744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3,104</a:t>
            </a:r>
          </a:p>
        </p:txBody>
      </p:sp>
      <p:sp>
        <p:nvSpPr>
          <p:cNvPr id="33" name="pdf-text-0033">
            <a:extLst xmlns:a="http://schemas.openxmlformats.org/drawingml/2006/main">
              <a:ext uri="{FF2B5EF4-FFF2-40B4-BE49-F238E27FC236}">
                <a16:creationId xmlns:a16="http://schemas.microsoft.com/office/drawing/2014/main" id="{716A1E85-B169-46CF-93B3-9BD6EF013A4B}"/>
              </a:ext>
            </a:extLst>
          </p:cNvPr>
          <p:cNvSpPr>
            <a:spLocks xmlns:a="http://schemas.openxmlformats.org/drawingml/2006/main" noGrp="1"/>
          </p:cNvSpPr>
          <p:nvPr/>
        </p:nvSpPr>
        <p:spPr>
          <a:xfrm xmlns:a="http://schemas.openxmlformats.org/drawingml/2006/main">
            <a:off x="748774" y="2708851"/>
            <a:ext cx="404025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2026年3月已签订5077万元订单，确认收入3000万元</a:t>
            </a:r>
          </a:p>
        </p:txBody>
      </p:sp>
      <p:sp>
        <p:nvSpPr>
          <p:cNvPr id="34" name="pdf-vector-0034">
            <a:extLst xmlns:a="http://schemas.openxmlformats.org/drawingml/2006/main">
              <a:ext uri="{FF2B5EF4-FFF2-40B4-BE49-F238E27FC236}">
                <a16:creationId xmlns:a16="http://schemas.microsoft.com/office/drawing/2014/main" id="{438EA9CC-B18D-4499-8592-016E1D82A0BD}"/>
              </a:ext>
            </a:extLst>
          </p:cNvPr>
          <p:cNvSpPr>
            <a:spLocks xmlns:a="http://schemas.openxmlformats.org/drawingml/2006/main" noGrp="1"/>
          </p:cNvSpPr>
          <p:nvPr/>
        </p:nvSpPr>
        <p:spPr>
          <a:xfrm xmlns:a="http://schemas.openxmlformats.org/drawingml/2006/main">
            <a:off x="5522087" y="1058774"/>
            <a:ext cx="1504785" cy="55858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5" name="pdf-vector-0035">
            <a:extLst xmlns:a="http://schemas.openxmlformats.org/drawingml/2006/main">
              <a:ext uri="{FF2B5EF4-FFF2-40B4-BE49-F238E27FC236}">
                <a16:creationId xmlns:a16="http://schemas.microsoft.com/office/drawing/2014/main" id="{1660E19D-1EF4-4A43-B66E-9A7E2C108295}"/>
              </a:ext>
            </a:extLst>
          </p:cNvPr>
          <p:cNvSpPr>
            <a:spLocks xmlns:a="http://schemas.openxmlformats.org/drawingml/2006/main" noGrp="1"/>
          </p:cNvSpPr>
          <p:nvPr/>
        </p:nvSpPr>
        <p:spPr>
          <a:xfrm xmlns:a="http://schemas.openxmlformats.org/drawingml/2006/main">
            <a:off x="7026884" y="1058774"/>
            <a:ext cx="1233830" cy="55858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6" name="pdf-vector-0036">
            <a:extLst xmlns:a="http://schemas.openxmlformats.org/drawingml/2006/main">
              <a:ext uri="{FF2B5EF4-FFF2-40B4-BE49-F238E27FC236}">
                <a16:creationId xmlns:a16="http://schemas.microsoft.com/office/drawing/2014/main" id="{278A2174-0F80-4B61-B71B-736F615E8168}"/>
              </a:ext>
            </a:extLst>
          </p:cNvPr>
          <p:cNvSpPr>
            <a:spLocks xmlns:a="http://schemas.openxmlformats.org/drawingml/2006/main" noGrp="1"/>
          </p:cNvSpPr>
          <p:nvPr/>
        </p:nvSpPr>
        <p:spPr>
          <a:xfrm xmlns:a="http://schemas.openxmlformats.org/drawingml/2006/main">
            <a:off x="8260715" y="1058774"/>
            <a:ext cx="2058327" cy="55858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7" name="pdf-vector-0037">
            <a:extLst xmlns:a="http://schemas.openxmlformats.org/drawingml/2006/main">
              <a:ext uri="{FF2B5EF4-FFF2-40B4-BE49-F238E27FC236}">
                <a16:creationId xmlns:a16="http://schemas.microsoft.com/office/drawing/2014/main" id="{1B83DC1C-4A8E-4221-B102-331AC74C8147}"/>
              </a:ext>
            </a:extLst>
          </p:cNvPr>
          <p:cNvSpPr>
            <a:spLocks xmlns:a="http://schemas.openxmlformats.org/drawingml/2006/main" noGrp="1"/>
          </p:cNvSpPr>
          <p:nvPr/>
        </p:nvSpPr>
        <p:spPr>
          <a:xfrm xmlns:a="http://schemas.openxmlformats.org/drawingml/2006/main">
            <a:off x="10319042" y="1058774"/>
            <a:ext cx="755777" cy="55858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8" name="pdf-vector-0038">
            <a:extLst xmlns:a="http://schemas.openxmlformats.org/drawingml/2006/main">
              <a:ext uri="{FF2B5EF4-FFF2-40B4-BE49-F238E27FC236}">
                <a16:creationId xmlns:a16="http://schemas.microsoft.com/office/drawing/2014/main" id="{12C80E3F-CB9D-47CE-937F-4D4DC232DF22}"/>
              </a:ext>
            </a:extLst>
          </p:cNvPr>
          <p:cNvSpPr>
            <a:spLocks xmlns:a="http://schemas.openxmlformats.org/drawingml/2006/main" noGrp="1"/>
          </p:cNvSpPr>
          <p:nvPr/>
        </p:nvSpPr>
        <p:spPr>
          <a:xfrm xmlns:a="http://schemas.openxmlformats.org/drawingml/2006/main">
            <a:off x="11074819" y="1058774"/>
            <a:ext cx="720941" cy="558584"/>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39" name="pdf-vector-0039">
            <a:extLst xmlns:a="http://schemas.openxmlformats.org/drawingml/2006/main">
              <a:ext uri="{FF2B5EF4-FFF2-40B4-BE49-F238E27FC236}">
                <a16:creationId xmlns:a16="http://schemas.microsoft.com/office/drawing/2014/main" id="{00FE440C-7335-4118-AA88-A7D2D8C3145C}"/>
              </a:ext>
            </a:extLst>
          </p:cNvPr>
          <p:cNvSpPr>
            <a:spLocks xmlns:a="http://schemas.openxmlformats.org/drawingml/2006/main" noGrp="1"/>
          </p:cNvSpPr>
          <p:nvPr/>
        </p:nvSpPr>
        <p:spPr>
          <a:xfrm xmlns:a="http://schemas.openxmlformats.org/drawingml/2006/main">
            <a:off x="5517332" y="1617368"/>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40" name="pdf-vector-0040">
            <a:extLst xmlns:a="http://schemas.openxmlformats.org/drawingml/2006/main">
              <a:ext uri="{FF2B5EF4-FFF2-40B4-BE49-F238E27FC236}">
                <a16:creationId xmlns:a16="http://schemas.microsoft.com/office/drawing/2014/main" id="{3FB2CCAC-8F75-4BD7-BF68-3A6D2CC7B174}"/>
              </a:ext>
            </a:extLst>
          </p:cNvPr>
          <p:cNvSpPr>
            <a:spLocks xmlns:a="http://schemas.openxmlformats.org/drawingml/2006/main" noGrp="1"/>
          </p:cNvSpPr>
          <p:nvPr/>
        </p:nvSpPr>
        <p:spPr>
          <a:xfrm xmlns:a="http://schemas.openxmlformats.org/drawingml/2006/main">
            <a:off x="5517333" y="1803565"/>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41" name="pdf-vector-0041">
            <a:extLst xmlns:a="http://schemas.openxmlformats.org/drawingml/2006/main">
              <a:ext uri="{FF2B5EF4-FFF2-40B4-BE49-F238E27FC236}">
                <a16:creationId xmlns:a16="http://schemas.microsoft.com/office/drawing/2014/main" id="{2C867278-F9EE-4B45-B775-98A05B9E93A0}"/>
              </a:ext>
            </a:extLst>
          </p:cNvPr>
          <p:cNvSpPr>
            <a:spLocks xmlns:a="http://schemas.openxmlformats.org/drawingml/2006/main" noGrp="1"/>
          </p:cNvSpPr>
          <p:nvPr/>
        </p:nvSpPr>
        <p:spPr>
          <a:xfrm xmlns:a="http://schemas.openxmlformats.org/drawingml/2006/main">
            <a:off x="5517333" y="2169980"/>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42" name="pdf-vector-0042">
            <a:extLst xmlns:a="http://schemas.openxmlformats.org/drawingml/2006/main">
              <a:ext uri="{FF2B5EF4-FFF2-40B4-BE49-F238E27FC236}">
                <a16:creationId xmlns:a16="http://schemas.microsoft.com/office/drawing/2014/main" id="{B3245D94-A924-474F-A73B-ED865CE7844D}"/>
              </a:ext>
            </a:extLst>
          </p:cNvPr>
          <p:cNvSpPr>
            <a:spLocks xmlns:a="http://schemas.openxmlformats.org/drawingml/2006/main" noGrp="1"/>
          </p:cNvSpPr>
          <p:nvPr/>
        </p:nvSpPr>
        <p:spPr>
          <a:xfrm xmlns:a="http://schemas.openxmlformats.org/drawingml/2006/main">
            <a:off x="5517333" y="2356178"/>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43" name="pdf-vector-0043">
            <a:extLst xmlns:a="http://schemas.openxmlformats.org/drawingml/2006/main">
              <a:ext uri="{FF2B5EF4-FFF2-40B4-BE49-F238E27FC236}">
                <a16:creationId xmlns:a16="http://schemas.microsoft.com/office/drawing/2014/main" id="{F10E0D3D-5ED3-439E-8291-D9C6ABFE4FA8}"/>
              </a:ext>
            </a:extLst>
          </p:cNvPr>
          <p:cNvSpPr>
            <a:spLocks xmlns:a="http://schemas.openxmlformats.org/drawingml/2006/main" noGrp="1"/>
          </p:cNvSpPr>
          <p:nvPr/>
        </p:nvSpPr>
        <p:spPr>
          <a:xfrm xmlns:a="http://schemas.openxmlformats.org/drawingml/2006/main">
            <a:off x="5517335" y="2542374"/>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44" name="pdf-vector-0044">
            <a:extLst xmlns:a="http://schemas.openxmlformats.org/drawingml/2006/main">
              <a:ext uri="{FF2B5EF4-FFF2-40B4-BE49-F238E27FC236}">
                <a16:creationId xmlns:a16="http://schemas.microsoft.com/office/drawing/2014/main" id="{F5D711BD-2337-43D6-BA35-2D5612E72B9B}"/>
              </a:ext>
            </a:extLst>
          </p:cNvPr>
          <p:cNvSpPr>
            <a:spLocks xmlns:a="http://schemas.openxmlformats.org/drawingml/2006/main" noGrp="1"/>
          </p:cNvSpPr>
          <p:nvPr/>
        </p:nvSpPr>
        <p:spPr>
          <a:xfrm xmlns:a="http://schemas.openxmlformats.org/drawingml/2006/main">
            <a:off x="5517335" y="2728571"/>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45" name="pdf-vector-0045">
            <a:extLst xmlns:a="http://schemas.openxmlformats.org/drawingml/2006/main">
              <a:ext uri="{FF2B5EF4-FFF2-40B4-BE49-F238E27FC236}">
                <a16:creationId xmlns:a16="http://schemas.microsoft.com/office/drawing/2014/main" id="{3D2DA19A-BE34-4C85-8AFB-11460AB4DCC1}"/>
              </a:ext>
            </a:extLst>
          </p:cNvPr>
          <p:cNvSpPr>
            <a:spLocks xmlns:a="http://schemas.openxmlformats.org/drawingml/2006/main" noGrp="1"/>
          </p:cNvSpPr>
          <p:nvPr/>
        </p:nvSpPr>
        <p:spPr>
          <a:xfrm xmlns:a="http://schemas.openxmlformats.org/drawingml/2006/main">
            <a:off x="5517335" y="2944678"/>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46" name="pdf-vector-0046">
            <a:extLst xmlns:a="http://schemas.openxmlformats.org/drawingml/2006/main">
              <a:ext uri="{FF2B5EF4-FFF2-40B4-BE49-F238E27FC236}">
                <a16:creationId xmlns:a16="http://schemas.microsoft.com/office/drawing/2014/main" id="{869F51F3-FB42-4349-BB06-942B99289EF9}"/>
              </a:ext>
            </a:extLst>
          </p:cNvPr>
          <p:cNvSpPr>
            <a:spLocks xmlns:a="http://schemas.openxmlformats.org/drawingml/2006/main" noGrp="1"/>
          </p:cNvSpPr>
          <p:nvPr/>
        </p:nvSpPr>
        <p:spPr>
          <a:xfrm xmlns:a="http://schemas.openxmlformats.org/drawingml/2006/main">
            <a:off x="5517336" y="3130875"/>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47" name="pdf-vector-0047">
            <a:extLst xmlns:a="http://schemas.openxmlformats.org/drawingml/2006/main">
              <a:ext uri="{FF2B5EF4-FFF2-40B4-BE49-F238E27FC236}">
                <a16:creationId xmlns:a16="http://schemas.microsoft.com/office/drawing/2014/main" id="{1A547B8F-0D5C-4850-A749-1F1982CEBBD7}"/>
              </a:ext>
            </a:extLst>
          </p:cNvPr>
          <p:cNvSpPr>
            <a:spLocks xmlns:a="http://schemas.openxmlformats.org/drawingml/2006/main" noGrp="1"/>
          </p:cNvSpPr>
          <p:nvPr/>
        </p:nvSpPr>
        <p:spPr>
          <a:xfrm xmlns:a="http://schemas.openxmlformats.org/drawingml/2006/main">
            <a:off x="5517336" y="3317072"/>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48" name="pdf-vector-0048">
            <a:extLst xmlns:a="http://schemas.openxmlformats.org/drawingml/2006/main">
              <a:ext uri="{FF2B5EF4-FFF2-40B4-BE49-F238E27FC236}">
                <a16:creationId xmlns:a16="http://schemas.microsoft.com/office/drawing/2014/main" id="{D0DA8FE1-23F7-47D8-B5DC-78A7A38ADE84}"/>
              </a:ext>
            </a:extLst>
          </p:cNvPr>
          <p:cNvSpPr>
            <a:spLocks xmlns:a="http://schemas.openxmlformats.org/drawingml/2006/main" noGrp="1"/>
          </p:cNvSpPr>
          <p:nvPr/>
        </p:nvSpPr>
        <p:spPr>
          <a:xfrm xmlns:a="http://schemas.openxmlformats.org/drawingml/2006/main">
            <a:off x="5517336" y="3503269"/>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49" name="pdf-vector-0049">
            <a:extLst xmlns:a="http://schemas.openxmlformats.org/drawingml/2006/main">
              <a:ext uri="{FF2B5EF4-FFF2-40B4-BE49-F238E27FC236}">
                <a16:creationId xmlns:a16="http://schemas.microsoft.com/office/drawing/2014/main" id="{DE68666A-4308-4FBA-BFD8-AEC50BA57861}"/>
              </a:ext>
            </a:extLst>
          </p:cNvPr>
          <p:cNvSpPr>
            <a:spLocks xmlns:a="http://schemas.openxmlformats.org/drawingml/2006/main" noGrp="1"/>
          </p:cNvSpPr>
          <p:nvPr/>
        </p:nvSpPr>
        <p:spPr>
          <a:xfrm xmlns:a="http://schemas.openxmlformats.org/drawingml/2006/main">
            <a:off x="5517336" y="3689465"/>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50" name="pdf-vector-0050">
            <a:extLst xmlns:a="http://schemas.openxmlformats.org/drawingml/2006/main">
              <a:ext uri="{FF2B5EF4-FFF2-40B4-BE49-F238E27FC236}">
                <a16:creationId xmlns:a16="http://schemas.microsoft.com/office/drawing/2014/main" id="{43DB1231-9BDA-4B58-8939-A03766350258}"/>
              </a:ext>
            </a:extLst>
          </p:cNvPr>
          <p:cNvSpPr>
            <a:spLocks xmlns:a="http://schemas.openxmlformats.org/drawingml/2006/main" noGrp="1"/>
          </p:cNvSpPr>
          <p:nvPr/>
        </p:nvSpPr>
        <p:spPr>
          <a:xfrm xmlns:a="http://schemas.openxmlformats.org/drawingml/2006/main">
            <a:off x="5517337" y="3875663"/>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51" name="pdf-vector-0051">
            <a:extLst xmlns:a="http://schemas.openxmlformats.org/drawingml/2006/main">
              <a:ext uri="{FF2B5EF4-FFF2-40B4-BE49-F238E27FC236}">
                <a16:creationId xmlns:a16="http://schemas.microsoft.com/office/drawing/2014/main" id="{42AAA982-9D38-4A28-9DD9-69716E4FB92D}"/>
              </a:ext>
            </a:extLst>
          </p:cNvPr>
          <p:cNvSpPr>
            <a:spLocks xmlns:a="http://schemas.openxmlformats.org/drawingml/2006/main" noGrp="1"/>
          </p:cNvSpPr>
          <p:nvPr/>
        </p:nvSpPr>
        <p:spPr>
          <a:xfrm xmlns:a="http://schemas.openxmlformats.org/drawingml/2006/main">
            <a:off x="5517337" y="4061860"/>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52" name="pdf-vector-0052">
            <a:extLst xmlns:a="http://schemas.openxmlformats.org/drawingml/2006/main">
              <a:ext uri="{FF2B5EF4-FFF2-40B4-BE49-F238E27FC236}">
                <a16:creationId xmlns:a16="http://schemas.microsoft.com/office/drawing/2014/main" id="{D07DB8A9-4052-4233-8CFC-2683919EA0C0}"/>
              </a:ext>
            </a:extLst>
          </p:cNvPr>
          <p:cNvSpPr>
            <a:spLocks xmlns:a="http://schemas.openxmlformats.org/drawingml/2006/main" noGrp="1"/>
          </p:cNvSpPr>
          <p:nvPr/>
        </p:nvSpPr>
        <p:spPr>
          <a:xfrm xmlns:a="http://schemas.openxmlformats.org/drawingml/2006/main">
            <a:off x="5517337" y="4248057"/>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53" name="pdf-vector-0053">
            <a:extLst xmlns:a="http://schemas.openxmlformats.org/drawingml/2006/main">
              <a:ext uri="{FF2B5EF4-FFF2-40B4-BE49-F238E27FC236}">
                <a16:creationId xmlns:a16="http://schemas.microsoft.com/office/drawing/2014/main" id="{90D8D7C6-8BB6-42F4-9D7D-AA31AC76017D}"/>
              </a:ext>
            </a:extLst>
          </p:cNvPr>
          <p:cNvSpPr>
            <a:spLocks xmlns:a="http://schemas.openxmlformats.org/drawingml/2006/main" noGrp="1"/>
          </p:cNvSpPr>
          <p:nvPr/>
        </p:nvSpPr>
        <p:spPr>
          <a:xfrm xmlns:a="http://schemas.openxmlformats.org/drawingml/2006/main">
            <a:off x="5517338" y="4434255"/>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54" name="pdf-vector-0054">
            <a:extLst xmlns:a="http://schemas.openxmlformats.org/drawingml/2006/main">
              <a:ext uri="{FF2B5EF4-FFF2-40B4-BE49-F238E27FC236}">
                <a16:creationId xmlns:a16="http://schemas.microsoft.com/office/drawing/2014/main" id="{5D94278E-ED4A-4620-A34F-2044D60A80B1}"/>
              </a:ext>
            </a:extLst>
          </p:cNvPr>
          <p:cNvSpPr>
            <a:spLocks xmlns:a="http://schemas.openxmlformats.org/drawingml/2006/main" noGrp="1"/>
          </p:cNvSpPr>
          <p:nvPr/>
        </p:nvSpPr>
        <p:spPr>
          <a:xfrm xmlns:a="http://schemas.openxmlformats.org/drawingml/2006/main">
            <a:off x="5517338" y="4620451"/>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55" name="pdf-vector-0055">
            <a:extLst xmlns:a="http://schemas.openxmlformats.org/drawingml/2006/main">
              <a:ext uri="{FF2B5EF4-FFF2-40B4-BE49-F238E27FC236}">
                <a16:creationId xmlns:a16="http://schemas.microsoft.com/office/drawing/2014/main" id="{01EAA239-3EF8-4F75-8264-6E666C328B20}"/>
              </a:ext>
            </a:extLst>
          </p:cNvPr>
          <p:cNvSpPr>
            <a:spLocks xmlns:a="http://schemas.openxmlformats.org/drawingml/2006/main" noGrp="1"/>
          </p:cNvSpPr>
          <p:nvPr/>
        </p:nvSpPr>
        <p:spPr>
          <a:xfrm xmlns:a="http://schemas.openxmlformats.org/drawingml/2006/main">
            <a:off x="5517338" y="4806648"/>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56" name="pdf-vector-0056">
            <a:extLst xmlns:a="http://schemas.openxmlformats.org/drawingml/2006/main">
              <a:ext uri="{FF2B5EF4-FFF2-40B4-BE49-F238E27FC236}">
                <a16:creationId xmlns:a16="http://schemas.microsoft.com/office/drawing/2014/main" id="{0B0967C4-3E94-4DC3-A3B7-A739B1A09D4E}"/>
              </a:ext>
            </a:extLst>
          </p:cNvPr>
          <p:cNvSpPr>
            <a:spLocks xmlns:a="http://schemas.openxmlformats.org/drawingml/2006/main" noGrp="1"/>
          </p:cNvSpPr>
          <p:nvPr/>
        </p:nvSpPr>
        <p:spPr>
          <a:xfrm xmlns:a="http://schemas.openxmlformats.org/drawingml/2006/main">
            <a:off x="5517340" y="4992845"/>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57" name="pdf-vector-0057">
            <a:extLst xmlns:a="http://schemas.openxmlformats.org/drawingml/2006/main">
              <a:ext uri="{FF2B5EF4-FFF2-40B4-BE49-F238E27FC236}">
                <a16:creationId xmlns:a16="http://schemas.microsoft.com/office/drawing/2014/main" id="{5E1398FE-7328-4795-A2D5-BB145CA1B005}"/>
              </a:ext>
            </a:extLst>
          </p:cNvPr>
          <p:cNvSpPr>
            <a:spLocks xmlns:a="http://schemas.openxmlformats.org/drawingml/2006/main" noGrp="1"/>
          </p:cNvSpPr>
          <p:nvPr/>
        </p:nvSpPr>
        <p:spPr>
          <a:xfrm xmlns:a="http://schemas.openxmlformats.org/drawingml/2006/main">
            <a:off x="5517340" y="5179042"/>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58" name="pdf-vector-0058">
            <a:extLst xmlns:a="http://schemas.openxmlformats.org/drawingml/2006/main">
              <a:ext uri="{FF2B5EF4-FFF2-40B4-BE49-F238E27FC236}">
                <a16:creationId xmlns:a16="http://schemas.microsoft.com/office/drawing/2014/main" id="{3AC0335C-071C-41A1-AF12-C3021C61BB3A}"/>
              </a:ext>
            </a:extLst>
          </p:cNvPr>
          <p:cNvSpPr>
            <a:spLocks xmlns:a="http://schemas.openxmlformats.org/drawingml/2006/main" noGrp="1"/>
          </p:cNvSpPr>
          <p:nvPr/>
        </p:nvSpPr>
        <p:spPr>
          <a:xfrm xmlns:a="http://schemas.openxmlformats.org/drawingml/2006/main">
            <a:off x="5517340" y="5416658"/>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59" name="pdf-vector-0059">
            <a:extLst xmlns:a="http://schemas.openxmlformats.org/drawingml/2006/main">
              <a:ext uri="{FF2B5EF4-FFF2-40B4-BE49-F238E27FC236}">
                <a16:creationId xmlns:a16="http://schemas.microsoft.com/office/drawing/2014/main" id="{51A4CFA0-674D-43B4-B4A5-B8E5A2785E6C}"/>
              </a:ext>
            </a:extLst>
          </p:cNvPr>
          <p:cNvSpPr>
            <a:spLocks xmlns:a="http://schemas.openxmlformats.org/drawingml/2006/main" noGrp="1"/>
          </p:cNvSpPr>
          <p:nvPr/>
        </p:nvSpPr>
        <p:spPr>
          <a:xfrm xmlns:a="http://schemas.openxmlformats.org/drawingml/2006/main">
            <a:off x="5517340" y="5789051"/>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60" name="pdf-vector-0060">
            <a:extLst xmlns:a="http://schemas.openxmlformats.org/drawingml/2006/main">
              <a:ext uri="{FF2B5EF4-FFF2-40B4-BE49-F238E27FC236}">
                <a16:creationId xmlns:a16="http://schemas.microsoft.com/office/drawing/2014/main" id="{70E3FFA3-CE5F-4E24-9F89-5D805A899ECB}"/>
              </a:ext>
            </a:extLst>
          </p:cNvPr>
          <p:cNvSpPr>
            <a:spLocks xmlns:a="http://schemas.openxmlformats.org/drawingml/2006/main" noGrp="1"/>
          </p:cNvSpPr>
          <p:nvPr/>
        </p:nvSpPr>
        <p:spPr>
          <a:xfrm xmlns:a="http://schemas.openxmlformats.org/drawingml/2006/main">
            <a:off x="5517341" y="5975248"/>
            <a:ext cx="6283185" cy="953"/>
          </a:xfrm>
          <a:custGeom xmlns:a="http://schemas.openxmlformats.org/drawingml/2006/main">
            <a:pathLst>
              <a:path w="6283185" h="953">
                <a:moveTo>
                  <a:pt x="0" y="0"/>
                </a:moveTo>
                <a:lnTo>
                  <a:pt x="6283185" y="0"/>
                </a:lnTo>
              </a:path>
            </a:pathLst>
          </a:custGeom>
          <a:noFill xmlns:a="http://schemas.openxmlformats.org/drawingml/2006/main"/>
          <a:ln xmlns:a="http://schemas.openxmlformats.org/drawingml/2006/main" w="9525">
            <a:solidFill>
              <a:srgbClr val="4A7EBB"/>
            </a:solidFill>
            <a:prstDash val="solid"/>
          </a:ln>
        </p:spPr>
      </p:sp>
      <p:sp>
        <p:nvSpPr>
          <p:cNvPr id="61" name="pdf-vector-0061">
            <a:extLst xmlns:a="http://schemas.openxmlformats.org/drawingml/2006/main">
              <a:ext uri="{FF2B5EF4-FFF2-40B4-BE49-F238E27FC236}">
                <a16:creationId xmlns:a16="http://schemas.microsoft.com/office/drawing/2014/main" id="{694FBDBC-B277-4087-8E96-71CAF547D5BA}"/>
              </a:ext>
            </a:extLst>
          </p:cNvPr>
          <p:cNvSpPr>
            <a:spLocks xmlns:a="http://schemas.openxmlformats.org/drawingml/2006/main" noGrp="1"/>
          </p:cNvSpPr>
          <p:nvPr/>
        </p:nvSpPr>
        <p:spPr>
          <a:xfrm xmlns:a="http://schemas.openxmlformats.org/drawingml/2006/main">
            <a:off x="5522104" y="1054016"/>
            <a:ext cx="953" cy="5112195"/>
          </a:xfrm>
          <a:custGeom xmlns:a="http://schemas.openxmlformats.org/drawingml/2006/main">
            <a:pathLst>
              <a:path w="953" h="5112195">
                <a:moveTo>
                  <a:pt x="0" y="0"/>
                </a:moveTo>
                <a:lnTo>
                  <a:pt x="0" y="5112195"/>
                </a:lnTo>
              </a:path>
            </a:pathLst>
          </a:custGeom>
          <a:noFill xmlns:a="http://schemas.openxmlformats.org/drawingml/2006/main"/>
          <a:ln xmlns:a="http://schemas.openxmlformats.org/drawingml/2006/main" w="9525">
            <a:solidFill>
              <a:srgbClr val="4A7EBB"/>
            </a:solidFill>
            <a:prstDash val="solid"/>
          </a:ln>
        </p:spPr>
      </p:sp>
      <p:sp>
        <p:nvSpPr>
          <p:cNvPr id="62" name="pdf-vector-0062">
            <a:extLst xmlns:a="http://schemas.openxmlformats.org/drawingml/2006/main">
              <a:ext uri="{FF2B5EF4-FFF2-40B4-BE49-F238E27FC236}">
                <a16:creationId xmlns:a16="http://schemas.microsoft.com/office/drawing/2014/main" id="{830A27C5-B4F6-4191-ABB6-7BC07B1FAD5F}"/>
              </a:ext>
            </a:extLst>
          </p:cNvPr>
          <p:cNvSpPr>
            <a:spLocks xmlns:a="http://schemas.openxmlformats.org/drawingml/2006/main" noGrp="1"/>
          </p:cNvSpPr>
          <p:nvPr/>
        </p:nvSpPr>
        <p:spPr>
          <a:xfrm xmlns:a="http://schemas.openxmlformats.org/drawingml/2006/main">
            <a:off x="11795770" y="1054016"/>
            <a:ext cx="953" cy="5112195"/>
          </a:xfrm>
          <a:custGeom xmlns:a="http://schemas.openxmlformats.org/drawingml/2006/main">
            <a:pathLst>
              <a:path w="953" h="5112195">
                <a:moveTo>
                  <a:pt x="0" y="0"/>
                </a:moveTo>
                <a:lnTo>
                  <a:pt x="0" y="5112195"/>
                </a:lnTo>
              </a:path>
            </a:pathLst>
          </a:custGeom>
          <a:noFill xmlns:a="http://schemas.openxmlformats.org/drawingml/2006/main"/>
          <a:ln xmlns:a="http://schemas.openxmlformats.org/drawingml/2006/main" w="9525">
            <a:solidFill>
              <a:srgbClr val="4A7EBB"/>
            </a:solidFill>
            <a:prstDash val="solid"/>
          </a:ln>
        </p:spPr>
      </p:sp>
      <p:sp>
        <p:nvSpPr>
          <p:cNvPr id="63" name="pdf-vector-0063">
            <a:extLst xmlns:a="http://schemas.openxmlformats.org/drawingml/2006/main">
              <a:ext uri="{FF2B5EF4-FFF2-40B4-BE49-F238E27FC236}">
                <a16:creationId xmlns:a16="http://schemas.microsoft.com/office/drawing/2014/main" id="{DA12DCCD-5257-4D2E-B623-24441A6D3918}"/>
              </a:ext>
            </a:extLst>
          </p:cNvPr>
          <p:cNvSpPr>
            <a:spLocks xmlns:a="http://schemas.openxmlformats.org/drawingml/2006/main" noGrp="1"/>
          </p:cNvSpPr>
          <p:nvPr/>
        </p:nvSpPr>
        <p:spPr>
          <a:xfrm xmlns:a="http://schemas.openxmlformats.org/drawingml/2006/main">
            <a:off x="5517342" y="1058777"/>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64" name="pdf-vector-0064">
            <a:extLst xmlns:a="http://schemas.openxmlformats.org/drawingml/2006/main">
              <a:ext uri="{FF2B5EF4-FFF2-40B4-BE49-F238E27FC236}">
                <a16:creationId xmlns:a16="http://schemas.microsoft.com/office/drawing/2014/main" id="{03D9D4DC-BD56-4E2A-858A-00309C74EFD8}"/>
              </a:ext>
            </a:extLst>
          </p:cNvPr>
          <p:cNvSpPr>
            <a:spLocks xmlns:a="http://schemas.openxmlformats.org/drawingml/2006/main" noGrp="1"/>
          </p:cNvSpPr>
          <p:nvPr/>
        </p:nvSpPr>
        <p:spPr>
          <a:xfrm xmlns:a="http://schemas.openxmlformats.org/drawingml/2006/main">
            <a:off x="5517342" y="6161446"/>
            <a:ext cx="6283186" cy="953"/>
          </a:xfrm>
          <a:custGeom xmlns:a="http://schemas.openxmlformats.org/drawingml/2006/main">
            <a:pathLst>
              <a:path w="6283186" h="953">
                <a:moveTo>
                  <a:pt x="0" y="0"/>
                </a:moveTo>
                <a:lnTo>
                  <a:pt x="6283186" y="0"/>
                </a:lnTo>
              </a:path>
            </a:pathLst>
          </a:custGeom>
          <a:noFill xmlns:a="http://schemas.openxmlformats.org/drawingml/2006/main"/>
          <a:ln xmlns:a="http://schemas.openxmlformats.org/drawingml/2006/main" w="9525">
            <a:solidFill>
              <a:srgbClr val="4A7EBB"/>
            </a:solidFill>
            <a:prstDash val="solid"/>
          </a:ln>
        </p:spPr>
      </p:sp>
      <p:sp>
        <p:nvSpPr>
          <p:cNvPr id="65" name="pdf-text-0065">
            <a:extLst xmlns:a="http://schemas.openxmlformats.org/drawingml/2006/main">
              <a:ext uri="{FF2B5EF4-FFF2-40B4-BE49-F238E27FC236}">
                <a16:creationId xmlns:a16="http://schemas.microsoft.com/office/drawing/2014/main" id="{E29810FE-A681-4676-9FDB-1550C484FC9A}"/>
              </a:ext>
            </a:extLst>
          </p:cNvPr>
          <p:cNvSpPr>
            <a:spLocks xmlns:a="http://schemas.openxmlformats.org/drawingml/2006/main" noGrp="1"/>
          </p:cNvSpPr>
          <p:nvPr/>
        </p:nvSpPr>
        <p:spPr>
          <a:xfrm xmlns:a="http://schemas.openxmlformats.org/drawingml/2006/main">
            <a:off x="6121832" y="1278091"/>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客户</a:t>
            </a:r>
          </a:p>
        </p:txBody>
      </p:sp>
      <p:sp>
        <p:nvSpPr>
          <p:cNvPr id="66" name="pdf-text-0066">
            <a:extLst xmlns:a="http://schemas.openxmlformats.org/drawingml/2006/main">
              <a:ext uri="{FF2B5EF4-FFF2-40B4-BE49-F238E27FC236}">
                <a16:creationId xmlns:a16="http://schemas.microsoft.com/office/drawing/2014/main" id="{65D05314-B06A-47C5-B52B-762EC58E112F}"/>
              </a:ext>
            </a:extLst>
          </p:cNvPr>
          <p:cNvSpPr>
            <a:spLocks xmlns:a="http://schemas.openxmlformats.org/drawingml/2006/main" noGrp="1"/>
          </p:cNvSpPr>
          <p:nvPr/>
        </p:nvSpPr>
        <p:spPr>
          <a:xfrm xmlns:a="http://schemas.openxmlformats.org/drawingml/2006/main">
            <a:off x="7338805" y="1278091"/>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产品类别</a:t>
            </a:r>
          </a:p>
        </p:txBody>
      </p:sp>
      <p:sp>
        <p:nvSpPr>
          <p:cNvPr id="67" name="pdf-text-0067">
            <a:extLst xmlns:a="http://schemas.openxmlformats.org/drawingml/2006/main">
              <a:ext uri="{FF2B5EF4-FFF2-40B4-BE49-F238E27FC236}">
                <a16:creationId xmlns:a16="http://schemas.microsoft.com/office/drawing/2014/main" id="{35786C11-596D-4F3C-9F3A-3F8588C7EEAB}"/>
              </a:ext>
            </a:extLst>
          </p:cNvPr>
          <p:cNvSpPr>
            <a:spLocks xmlns:a="http://schemas.openxmlformats.org/drawingml/2006/main" noGrp="1"/>
          </p:cNvSpPr>
          <p:nvPr/>
        </p:nvSpPr>
        <p:spPr>
          <a:xfrm xmlns:a="http://schemas.openxmlformats.org/drawingml/2006/main">
            <a:off x="8984440" y="1278091"/>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客户进展</a:t>
            </a:r>
          </a:p>
        </p:txBody>
      </p:sp>
      <p:sp>
        <p:nvSpPr>
          <p:cNvPr id="68" name="pdf-text-0068">
            <a:extLst xmlns:a="http://schemas.openxmlformats.org/drawingml/2006/main">
              <a:ext uri="{FF2B5EF4-FFF2-40B4-BE49-F238E27FC236}">
                <a16:creationId xmlns:a16="http://schemas.microsoft.com/office/drawing/2014/main" id="{3C509EC6-1342-49C3-A65B-E29F2E099720}"/>
              </a:ext>
            </a:extLst>
          </p:cNvPr>
          <p:cNvSpPr>
            <a:spLocks xmlns:a="http://schemas.openxmlformats.org/drawingml/2006/main" noGrp="1"/>
          </p:cNvSpPr>
          <p:nvPr/>
        </p:nvSpPr>
        <p:spPr>
          <a:xfrm xmlns:a="http://schemas.openxmlformats.org/drawingml/2006/main">
            <a:off x="10391616" y="1186651"/>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预期数量</a:t>
            </a:r>
          </a:p>
        </p:txBody>
      </p:sp>
      <p:sp>
        <p:nvSpPr>
          <p:cNvPr id="69" name="pdf-text-0069">
            <a:extLst xmlns:a="http://schemas.openxmlformats.org/drawingml/2006/main">
              <a:ext uri="{FF2B5EF4-FFF2-40B4-BE49-F238E27FC236}">
                <a16:creationId xmlns:a16="http://schemas.microsoft.com/office/drawing/2014/main" id="{B7AF115A-5E5C-44B4-8B70-A9437FF36C5B}"/>
              </a:ext>
            </a:extLst>
          </p:cNvPr>
          <p:cNvSpPr>
            <a:spLocks xmlns:a="http://schemas.openxmlformats.org/drawingml/2006/main" noGrp="1"/>
          </p:cNvSpPr>
          <p:nvPr/>
        </p:nvSpPr>
        <p:spPr>
          <a:xfrm xmlns:a="http://schemas.openxmlformats.org/drawingml/2006/main">
            <a:off x="10467816" y="1369531"/>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（台）</a:t>
            </a:r>
          </a:p>
        </p:txBody>
      </p:sp>
      <p:sp>
        <p:nvSpPr>
          <p:cNvPr id="70" name="pdf-text-0070">
            <a:extLst xmlns:a="http://schemas.openxmlformats.org/drawingml/2006/main">
              <a:ext uri="{FF2B5EF4-FFF2-40B4-BE49-F238E27FC236}">
                <a16:creationId xmlns:a16="http://schemas.microsoft.com/office/drawing/2014/main" id="{B53A3F91-13F9-4689-8B1C-B43E4446F929}"/>
              </a:ext>
            </a:extLst>
          </p:cNvPr>
          <p:cNvSpPr>
            <a:spLocks xmlns:a="http://schemas.openxmlformats.org/drawingml/2006/main" noGrp="1"/>
          </p:cNvSpPr>
          <p:nvPr/>
        </p:nvSpPr>
        <p:spPr>
          <a:xfrm xmlns:a="http://schemas.openxmlformats.org/drawingml/2006/main">
            <a:off x="11130676" y="1095211"/>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预估订单</a:t>
            </a:r>
          </a:p>
        </p:txBody>
      </p:sp>
      <p:sp>
        <p:nvSpPr>
          <p:cNvPr id="71" name="pdf-text-0071">
            <a:extLst xmlns:a="http://schemas.openxmlformats.org/drawingml/2006/main">
              <a:ext uri="{FF2B5EF4-FFF2-40B4-BE49-F238E27FC236}">
                <a16:creationId xmlns:a16="http://schemas.microsoft.com/office/drawing/2014/main" id="{B9414FD3-C32C-4C2C-B69D-8BF7206EC9DA}"/>
              </a:ext>
            </a:extLst>
          </p:cNvPr>
          <p:cNvSpPr>
            <a:spLocks xmlns:a="http://schemas.openxmlformats.org/drawingml/2006/main" noGrp="1"/>
          </p:cNvSpPr>
          <p:nvPr/>
        </p:nvSpPr>
        <p:spPr>
          <a:xfrm xmlns:a="http://schemas.openxmlformats.org/drawingml/2006/main">
            <a:off x="11283076" y="1278091"/>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金额</a:t>
            </a:r>
          </a:p>
        </p:txBody>
      </p:sp>
      <p:sp>
        <p:nvSpPr>
          <p:cNvPr id="72" name="pdf-text-0072">
            <a:extLst xmlns:a="http://schemas.openxmlformats.org/drawingml/2006/main">
              <a:ext uri="{FF2B5EF4-FFF2-40B4-BE49-F238E27FC236}">
                <a16:creationId xmlns:a16="http://schemas.microsoft.com/office/drawing/2014/main" id="{7032E881-01D6-412A-A637-B08EB1F6C8BC}"/>
              </a:ext>
            </a:extLst>
          </p:cNvPr>
          <p:cNvSpPr>
            <a:spLocks xmlns:a="http://schemas.openxmlformats.org/drawingml/2006/main" noGrp="1"/>
          </p:cNvSpPr>
          <p:nvPr/>
        </p:nvSpPr>
        <p:spPr>
          <a:xfrm xmlns:a="http://schemas.openxmlformats.org/drawingml/2006/main">
            <a:off x="11206876" y="1460971"/>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(万元)</a:t>
            </a:r>
          </a:p>
        </p:txBody>
      </p:sp>
      <p:sp>
        <p:nvSpPr>
          <p:cNvPr id="73" name="pdf-text-0073">
            <a:extLst xmlns:a="http://schemas.openxmlformats.org/drawingml/2006/main">
              <a:ext uri="{FF2B5EF4-FFF2-40B4-BE49-F238E27FC236}">
                <a16:creationId xmlns:a16="http://schemas.microsoft.com/office/drawing/2014/main" id="{8EEF4F50-9FC6-48B7-AD51-B734879649F3}"/>
              </a:ext>
            </a:extLst>
          </p:cNvPr>
          <p:cNvSpPr>
            <a:spLocks xmlns:a="http://schemas.openxmlformats.org/drawingml/2006/main" noGrp="1"/>
          </p:cNvSpPr>
          <p:nvPr/>
        </p:nvSpPr>
        <p:spPr>
          <a:xfrm xmlns:a="http://schemas.openxmlformats.org/drawingml/2006/main">
            <a:off x="5817033" y="1650484"/>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某苹果供应链</a:t>
            </a:r>
          </a:p>
        </p:txBody>
      </p:sp>
      <p:sp>
        <p:nvSpPr>
          <p:cNvPr id="74" name="pdf-text-0074">
            <a:extLst xmlns:a="http://schemas.openxmlformats.org/drawingml/2006/main">
              <a:ext uri="{FF2B5EF4-FFF2-40B4-BE49-F238E27FC236}">
                <a16:creationId xmlns:a16="http://schemas.microsoft.com/office/drawing/2014/main" id="{77558971-3036-4DBE-91A7-396836FE9E7D}"/>
              </a:ext>
            </a:extLst>
          </p:cNvPr>
          <p:cNvSpPr>
            <a:spLocks xmlns:a="http://schemas.openxmlformats.org/drawingml/2006/main" noGrp="1"/>
          </p:cNvSpPr>
          <p:nvPr/>
        </p:nvSpPr>
        <p:spPr>
          <a:xfrm xmlns:a="http://schemas.openxmlformats.org/drawingml/2006/main">
            <a:off x="7376847" y="1650484"/>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75" name="pdf-text-0075">
            <a:extLst xmlns:a="http://schemas.openxmlformats.org/drawingml/2006/main">
              <a:ext uri="{FF2B5EF4-FFF2-40B4-BE49-F238E27FC236}">
                <a16:creationId xmlns:a16="http://schemas.microsoft.com/office/drawing/2014/main" id="{7D5CAF65-CDA3-47CF-9D23-1E9E8B886A02}"/>
              </a:ext>
            </a:extLst>
          </p:cNvPr>
          <p:cNvSpPr>
            <a:spLocks xmlns:a="http://schemas.openxmlformats.org/drawingml/2006/main" noGrp="1"/>
          </p:cNvSpPr>
          <p:nvPr/>
        </p:nvSpPr>
        <p:spPr>
          <a:xfrm xmlns:a="http://schemas.openxmlformats.org/drawingml/2006/main">
            <a:off x="8489062" y="1650484"/>
            <a:ext cx="1638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已成交8台，待后续订单</a:t>
            </a:r>
          </a:p>
        </p:txBody>
      </p:sp>
      <p:sp>
        <p:nvSpPr>
          <p:cNvPr id="76" name="pdf-text-0076">
            <a:extLst xmlns:a="http://schemas.openxmlformats.org/drawingml/2006/main">
              <a:ext uri="{FF2B5EF4-FFF2-40B4-BE49-F238E27FC236}">
                <a16:creationId xmlns:a16="http://schemas.microsoft.com/office/drawing/2014/main" id="{12CFE7FB-72C8-4918-A3C4-D1C1D681D8AA}"/>
              </a:ext>
            </a:extLst>
          </p:cNvPr>
          <p:cNvSpPr>
            <a:spLocks xmlns:a="http://schemas.openxmlformats.org/drawingml/2006/main" noGrp="1"/>
          </p:cNvSpPr>
          <p:nvPr/>
        </p:nvSpPr>
        <p:spPr>
          <a:xfrm xmlns:a="http://schemas.openxmlformats.org/drawingml/2006/main">
            <a:off x="10581971" y="1650484"/>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100</a:t>
            </a:r>
          </a:p>
        </p:txBody>
      </p:sp>
      <p:sp>
        <p:nvSpPr>
          <p:cNvPr id="77" name="pdf-text-0077">
            <a:extLst xmlns:a="http://schemas.openxmlformats.org/drawingml/2006/main">
              <a:ext uri="{FF2B5EF4-FFF2-40B4-BE49-F238E27FC236}">
                <a16:creationId xmlns:a16="http://schemas.microsoft.com/office/drawing/2014/main" id="{3F0EA7FA-C46E-43EC-AD25-9A2973C875E8}"/>
              </a:ext>
            </a:extLst>
          </p:cNvPr>
          <p:cNvSpPr>
            <a:spLocks xmlns:a="http://schemas.openxmlformats.org/drawingml/2006/main" noGrp="1"/>
          </p:cNvSpPr>
          <p:nvPr/>
        </p:nvSpPr>
        <p:spPr>
          <a:xfrm xmlns:a="http://schemas.openxmlformats.org/drawingml/2006/main">
            <a:off x="11282859" y="1650484"/>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2500</a:t>
            </a:r>
          </a:p>
        </p:txBody>
      </p:sp>
      <p:sp>
        <p:nvSpPr>
          <p:cNvPr id="78" name="pdf-text-0078">
            <a:extLst xmlns:a="http://schemas.openxmlformats.org/drawingml/2006/main">
              <a:ext uri="{FF2B5EF4-FFF2-40B4-BE49-F238E27FC236}">
                <a16:creationId xmlns:a16="http://schemas.microsoft.com/office/drawing/2014/main" id="{36B83108-0501-4ED5-9D98-1C9072595277}"/>
              </a:ext>
            </a:extLst>
          </p:cNvPr>
          <p:cNvSpPr>
            <a:spLocks xmlns:a="http://schemas.openxmlformats.org/drawingml/2006/main" noGrp="1"/>
          </p:cNvSpPr>
          <p:nvPr/>
        </p:nvSpPr>
        <p:spPr>
          <a:xfrm xmlns:a="http://schemas.openxmlformats.org/drawingml/2006/main">
            <a:off x="5740680" y="192678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某英伟达供应链</a:t>
            </a:r>
          </a:p>
        </p:txBody>
      </p:sp>
      <p:sp>
        <p:nvSpPr>
          <p:cNvPr id="79" name="pdf-text-0079">
            <a:extLst xmlns:a="http://schemas.openxmlformats.org/drawingml/2006/main">
              <a:ext uri="{FF2B5EF4-FFF2-40B4-BE49-F238E27FC236}">
                <a16:creationId xmlns:a16="http://schemas.microsoft.com/office/drawing/2014/main" id="{7D298205-C091-4AF7-BC1C-1D0775086033}"/>
              </a:ext>
            </a:extLst>
          </p:cNvPr>
          <p:cNvSpPr>
            <a:spLocks xmlns:a="http://schemas.openxmlformats.org/drawingml/2006/main" noGrp="1"/>
          </p:cNvSpPr>
          <p:nvPr/>
        </p:nvSpPr>
        <p:spPr>
          <a:xfrm xmlns:a="http://schemas.openxmlformats.org/drawingml/2006/main">
            <a:off x="7376694" y="192678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80" name="pdf-text-0080">
            <a:extLst xmlns:a="http://schemas.openxmlformats.org/drawingml/2006/main">
              <a:ext uri="{FF2B5EF4-FFF2-40B4-BE49-F238E27FC236}">
                <a16:creationId xmlns:a16="http://schemas.microsoft.com/office/drawing/2014/main" id="{D1F15B88-EE60-4918-B9D3-597414A8EF15}"/>
              </a:ext>
            </a:extLst>
          </p:cNvPr>
          <p:cNvSpPr>
            <a:spLocks xmlns:a="http://schemas.openxmlformats.org/drawingml/2006/main" noGrp="1"/>
          </p:cNvSpPr>
          <p:nvPr/>
        </p:nvSpPr>
        <p:spPr>
          <a:xfrm xmlns:a="http://schemas.openxmlformats.org/drawingml/2006/main">
            <a:off x="8450809" y="192678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已成交30台，待后续订单</a:t>
            </a:r>
          </a:p>
        </p:txBody>
      </p:sp>
      <p:sp>
        <p:nvSpPr>
          <p:cNvPr id="81" name="pdf-text-0081">
            <a:extLst xmlns:a="http://schemas.openxmlformats.org/drawingml/2006/main">
              <a:ext uri="{FF2B5EF4-FFF2-40B4-BE49-F238E27FC236}">
                <a16:creationId xmlns:a16="http://schemas.microsoft.com/office/drawing/2014/main" id="{6EA89355-1A76-4E72-8668-997A0B98E853}"/>
              </a:ext>
            </a:extLst>
          </p:cNvPr>
          <p:cNvSpPr>
            <a:spLocks xmlns:a="http://schemas.openxmlformats.org/drawingml/2006/main" noGrp="1"/>
          </p:cNvSpPr>
          <p:nvPr/>
        </p:nvSpPr>
        <p:spPr>
          <a:xfrm xmlns:a="http://schemas.openxmlformats.org/drawingml/2006/main">
            <a:off x="10581818" y="192678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160</a:t>
            </a:r>
          </a:p>
        </p:txBody>
      </p:sp>
      <p:sp>
        <p:nvSpPr>
          <p:cNvPr id="82" name="pdf-text-0082">
            <a:extLst xmlns:a="http://schemas.openxmlformats.org/drawingml/2006/main">
              <a:ext uri="{FF2B5EF4-FFF2-40B4-BE49-F238E27FC236}">
                <a16:creationId xmlns:a16="http://schemas.microsoft.com/office/drawing/2014/main" id="{C7719CF7-17CD-429D-9592-D7162812BAC0}"/>
              </a:ext>
            </a:extLst>
          </p:cNvPr>
          <p:cNvSpPr>
            <a:spLocks xmlns:a="http://schemas.openxmlformats.org/drawingml/2006/main" noGrp="1"/>
          </p:cNvSpPr>
          <p:nvPr/>
        </p:nvSpPr>
        <p:spPr>
          <a:xfrm xmlns:a="http://schemas.openxmlformats.org/drawingml/2006/main">
            <a:off x="11282705" y="192678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2000</a:t>
            </a:r>
          </a:p>
        </p:txBody>
      </p:sp>
      <p:sp>
        <p:nvSpPr>
          <p:cNvPr id="83" name="pdf-text-0083">
            <a:extLst xmlns:a="http://schemas.openxmlformats.org/drawingml/2006/main">
              <a:ext uri="{FF2B5EF4-FFF2-40B4-BE49-F238E27FC236}">
                <a16:creationId xmlns:a16="http://schemas.microsoft.com/office/drawing/2014/main" id="{73284717-E450-4146-A0D0-15C11A777ECD}"/>
              </a:ext>
            </a:extLst>
          </p:cNvPr>
          <p:cNvSpPr>
            <a:spLocks xmlns:a="http://schemas.openxmlformats.org/drawingml/2006/main" noGrp="1"/>
          </p:cNvSpPr>
          <p:nvPr/>
        </p:nvSpPr>
        <p:spPr>
          <a:xfrm xmlns:a="http://schemas.openxmlformats.org/drawingml/2006/main">
            <a:off x="5816726" y="2203087"/>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某苹果供应链</a:t>
            </a:r>
          </a:p>
        </p:txBody>
      </p:sp>
      <p:sp>
        <p:nvSpPr>
          <p:cNvPr id="84" name="pdf-text-0084">
            <a:extLst xmlns:a="http://schemas.openxmlformats.org/drawingml/2006/main">
              <a:ext uri="{FF2B5EF4-FFF2-40B4-BE49-F238E27FC236}">
                <a16:creationId xmlns:a16="http://schemas.microsoft.com/office/drawing/2014/main" id="{34407C2B-2836-4260-9D77-DDEC7DE65651}"/>
              </a:ext>
            </a:extLst>
          </p:cNvPr>
          <p:cNvSpPr>
            <a:spLocks xmlns:a="http://schemas.openxmlformats.org/drawingml/2006/main" noGrp="1"/>
          </p:cNvSpPr>
          <p:nvPr/>
        </p:nvSpPr>
        <p:spPr>
          <a:xfrm xmlns:a="http://schemas.openxmlformats.org/drawingml/2006/main">
            <a:off x="7376540" y="2203087"/>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85" name="pdf-text-0085">
            <a:extLst xmlns:a="http://schemas.openxmlformats.org/drawingml/2006/main">
              <a:ext uri="{FF2B5EF4-FFF2-40B4-BE49-F238E27FC236}">
                <a16:creationId xmlns:a16="http://schemas.microsoft.com/office/drawing/2014/main" id="{3BA8DCC7-07A3-4709-BA0A-88B560676EF5}"/>
              </a:ext>
            </a:extLst>
          </p:cNvPr>
          <p:cNvSpPr>
            <a:spLocks xmlns:a="http://schemas.openxmlformats.org/drawingml/2006/main" noGrp="1"/>
          </p:cNvSpPr>
          <p:nvPr/>
        </p:nvSpPr>
        <p:spPr>
          <a:xfrm xmlns:a="http://schemas.openxmlformats.org/drawingml/2006/main">
            <a:off x="8755455" y="2203087"/>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技术方案确认中</a:t>
            </a:r>
          </a:p>
        </p:txBody>
      </p:sp>
      <p:sp>
        <p:nvSpPr>
          <p:cNvPr id="86" name="pdf-text-0086">
            <a:extLst xmlns:a="http://schemas.openxmlformats.org/drawingml/2006/main">
              <a:ext uri="{FF2B5EF4-FFF2-40B4-BE49-F238E27FC236}">
                <a16:creationId xmlns:a16="http://schemas.microsoft.com/office/drawing/2014/main" id="{25BE6F66-77DF-45F5-B461-3A063420370C}"/>
              </a:ext>
            </a:extLst>
          </p:cNvPr>
          <p:cNvSpPr>
            <a:spLocks xmlns:a="http://schemas.openxmlformats.org/drawingml/2006/main" noGrp="1"/>
          </p:cNvSpPr>
          <p:nvPr/>
        </p:nvSpPr>
        <p:spPr>
          <a:xfrm xmlns:a="http://schemas.openxmlformats.org/drawingml/2006/main">
            <a:off x="10619764" y="2203087"/>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87" name="pdf-text-0087">
            <a:extLst xmlns:a="http://schemas.openxmlformats.org/drawingml/2006/main">
              <a:ext uri="{FF2B5EF4-FFF2-40B4-BE49-F238E27FC236}">
                <a16:creationId xmlns:a16="http://schemas.microsoft.com/office/drawing/2014/main" id="{0F4F0232-DEA9-4BCA-91BA-EFBA2A772346}"/>
              </a:ext>
            </a:extLst>
          </p:cNvPr>
          <p:cNvSpPr>
            <a:spLocks xmlns:a="http://schemas.openxmlformats.org/drawingml/2006/main" noGrp="1"/>
          </p:cNvSpPr>
          <p:nvPr/>
        </p:nvSpPr>
        <p:spPr>
          <a:xfrm xmlns:a="http://schemas.openxmlformats.org/drawingml/2006/main">
            <a:off x="11320652" y="2203087"/>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900</a:t>
            </a:r>
          </a:p>
        </p:txBody>
      </p:sp>
      <p:sp>
        <p:nvSpPr>
          <p:cNvPr id="88" name="pdf-text-0088">
            <a:extLst xmlns:a="http://schemas.openxmlformats.org/drawingml/2006/main">
              <a:ext uri="{FF2B5EF4-FFF2-40B4-BE49-F238E27FC236}">
                <a16:creationId xmlns:a16="http://schemas.microsoft.com/office/drawing/2014/main" id="{EF5A4A14-ED70-4C52-8A41-34BD2591DDBF}"/>
              </a:ext>
            </a:extLst>
          </p:cNvPr>
          <p:cNvSpPr>
            <a:spLocks xmlns:a="http://schemas.openxmlformats.org/drawingml/2006/main" noGrp="1"/>
          </p:cNvSpPr>
          <p:nvPr/>
        </p:nvSpPr>
        <p:spPr>
          <a:xfrm xmlns:a="http://schemas.openxmlformats.org/drawingml/2006/main">
            <a:off x="5968973" y="238932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某PCBA厂</a:t>
            </a:r>
          </a:p>
        </p:txBody>
      </p:sp>
      <p:sp>
        <p:nvSpPr>
          <p:cNvPr id="89" name="pdf-text-0089">
            <a:extLst xmlns:a="http://schemas.openxmlformats.org/drawingml/2006/main">
              <a:ext uri="{FF2B5EF4-FFF2-40B4-BE49-F238E27FC236}">
                <a16:creationId xmlns:a16="http://schemas.microsoft.com/office/drawing/2014/main" id="{458FD925-CB4B-4421-BF2B-8997BD591939}"/>
              </a:ext>
            </a:extLst>
          </p:cNvPr>
          <p:cNvSpPr>
            <a:spLocks xmlns:a="http://schemas.openxmlformats.org/drawingml/2006/main" noGrp="1"/>
          </p:cNvSpPr>
          <p:nvPr/>
        </p:nvSpPr>
        <p:spPr>
          <a:xfrm xmlns:a="http://schemas.openxmlformats.org/drawingml/2006/main">
            <a:off x="7376387" y="238932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90" name="pdf-text-0090">
            <a:extLst xmlns:a="http://schemas.openxmlformats.org/drawingml/2006/main">
              <a:ext uri="{FF2B5EF4-FFF2-40B4-BE49-F238E27FC236}">
                <a16:creationId xmlns:a16="http://schemas.microsoft.com/office/drawing/2014/main" id="{ADB2C6E4-2923-4CF9-AB6E-198636C76299}"/>
              </a:ext>
            </a:extLst>
          </p:cNvPr>
          <p:cNvSpPr>
            <a:spLocks xmlns:a="http://schemas.openxmlformats.org/drawingml/2006/main" noGrp="1"/>
          </p:cNvSpPr>
          <p:nvPr/>
        </p:nvSpPr>
        <p:spPr>
          <a:xfrm xmlns:a="http://schemas.openxmlformats.org/drawingml/2006/main">
            <a:off x="8983902" y="238932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商务洽谈</a:t>
            </a:r>
          </a:p>
        </p:txBody>
      </p:sp>
      <p:sp>
        <p:nvSpPr>
          <p:cNvPr id="91" name="pdf-text-0091">
            <a:extLst xmlns:a="http://schemas.openxmlformats.org/drawingml/2006/main">
              <a:ext uri="{FF2B5EF4-FFF2-40B4-BE49-F238E27FC236}">
                <a16:creationId xmlns:a16="http://schemas.microsoft.com/office/drawing/2014/main" id="{7F90751A-7929-483B-8485-CAAD16F38B8B}"/>
              </a:ext>
            </a:extLst>
          </p:cNvPr>
          <p:cNvSpPr>
            <a:spLocks xmlns:a="http://schemas.openxmlformats.org/drawingml/2006/main" noGrp="1"/>
          </p:cNvSpPr>
          <p:nvPr/>
        </p:nvSpPr>
        <p:spPr>
          <a:xfrm xmlns:a="http://schemas.openxmlformats.org/drawingml/2006/main">
            <a:off x="10619611" y="238932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92" name="pdf-text-0092">
            <a:extLst xmlns:a="http://schemas.openxmlformats.org/drawingml/2006/main">
              <a:ext uri="{FF2B5EF4-FFF2-40B4-BE49-F238E27FC236}">
                <a16:creationId xmlns:a16="http://schemas.microsoft.com/office/drawing/2014/main" id="{6CB7DBE9-073B-4C2F-9C1B-710237A0AE89}"/>
              </a:ext>
            </a:extLst>
          </p:cNvPr>
          <p:cNvSpPr>
            <a:spLocks xmlns:a="http://schemas.openxmlformats.org/drawingml/2006/main" noGrp="1"/>
          </p:cNvSpPr>
          <p:nvPr/>
        </p:nvSpPr>
        <p:spPr>
          <a:xfrm xmlns:a="http://schemas.openxmlformats.org/drawingml/2006/main">
            <a:off x="11320498" y="238932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800</a:t>
            </a:r>
          </a:p>
        </p:txBody>
      </p:sp>
      <p:sp>
        <p:nvSpPr>
          <p:cNvPr id="93" name="pdf-text-0093">
            <a:extLst xmlns:a="http://schemas.openxmlformats.org/drawingml/2006/main">
              <a:ext uri="{FF2B5EF4-FFF2-40B4-BE49-F238E27FC236}">
                <a16:creationId xmlns:a16="http://schemas.microsoft.com/office/drawing/2014/main" id="{D658C292-EE3B-4FF0-954A-690A6C9552A6}"/>
              </a:ext>
            </a:extLst>
          </p:cNvPr>
          <p:cNvSpPr>
            <a:spLocks xmlns:a="http://schemas.openxmlformats.org/drawingml/2006/main" noGrp="1"/>
          </p:cNvSpPr>
          <p:nvPr/>
        </p:nvSpPr>
        <p:spPr>
          <a:xfrm xmlns:a="http://schemas.openxmlformats.org/drawingml/2006/main">
            <a:off x="5816419" y="2575553"/>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某汽车电子厂</a:t>
            </a:r>
          </a:p>
        </p:txBody>
      </p:sp>
      <p:sp>
        <p:nvSpPr>
          <p:cNvPr id="94" name="pdf-text-0094">
            <a:extLst xmlns:a="http://schemas.openxmlformats.org/drawingml/2006/main">
              <a:ext uri="{FF2B5EF4-FFF2-40B4-BE49-F238E27FC236}">
                <a16:creationId xmlns:a16="http://schemas.microsoft.com/office/drawing/2014/main" id="{FEFFC613-FE46-4899-8746-9EE4147DC21C}"/>
              </a:ext>
            </a:extLst>
          </p:cNvPr>
          <p:cNvSpPr>
            <a:spLocks xmlns:a="http://schemas.openxmlformats.org/drawingml/2006/main" noGrp="1"/>
          </p:cNvSpPr>
          <p:nvPr/>
        </p:nvSpPr>
        <p:spPr>
          <a:xfrm xmlns:a="http://schemas.openxmlformats.org/drawingml/2006/main">
            <a:off x="7376234" y="2575553"/>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95" name="pdf-text-0095">
            <a:extLst xmlns:a="http://schemas.openxmlformats.org/drawingml/2006/main">
              <a:ext uri="{FF2B5EF4-FFF2-40B4-BE49-F238E27FC236}">
                <a16:creationId xmlns:a16="http://schemas.microsoft.com/office/drawing/2014/main" id="{43A1DF00-29DF-4C02-AFFA-B218E5549CFF}"/>
              </a:ext>
            </a:extLst>
          </p:cNvPr>
          <p:cNvSpPr>
            <a:spLocks xmlns:a="http://schemas.openxmlformats.org/drawingml/2006/main" noGrp="1"/>
          </p:cNvSpPr>
          <p:nvPr/>
        </p:nvSpPr>
        <p:spPr>
          <a:xfrm xmlns:a="http://schemas.openxmlformats.org/drawingml/2006/main">
            <a:off x="8907548" y="2575553"/>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待送样评估</a:t>
            </a:r>
          </a:p>
        </p:txBody>
      </p:sp>
      <p:sp>
        <p:nvSpPr>
          <p:cNvPr id="96" name="pdf-text-0096">
            <a:extLst xmlns:a="http://schemas.openxmlformats.org/drawingml/2006/main">
              <a:ext uri="{FF2B5EF4-FFF2-40B4-BE49-F238E27FC236}">
                <a16:creationId xmlns:a16="http://schemas.microsoft.com/office/drawing/2014/main" id="{6AAF7AE6-4215-401C-8284-A0FE820F54E0}"/>
              </a:ext>
            </a:extLst>
          </p:cNvPr>
          <p:cNvSpPr>
            <a:spLocks xmlns:a="http://schemas.openxmlformats.org/drawingml/2006/main" noGrp="1"/>
          </p:cNvSpPr>
          <p:nvPr/>
        </p:nvSpPr>
        <p:spPr>
          <a:xfrm xmlns:a="http://schemas.openxmlformats.org/drawingml/2006/main">
            <a:off x="10619457" y="2575553"/>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30</a:t>
            </a:r>
          </a:p>
        </p:txBody>
      </p:sp>
      <p:sp>
        <p:nvSpPr>
          <p:cNvPr id="97" name="pdf-text-0097">
            <a:extLst xmlns:a="http://schemas.openxmlformats.org/drawingml/2006/main">
              <a:ext uri="{FF2B5EF4-FFF2-40B4-BE49-F238E27FC236}">
                <a16:creationId xmlns:a16="http://schemas.microsoft.com/office/drawing/2014/main" id="{AAFBC14D-AE1D-40B9-9886-A40803E43710}"/>
              </a:ext>
            </a:extLst>
          </p:cNvPr>
          <p:cNvSpPr>
            <a:spLocks xmlns:a="http://schemas.openxmlformats.org/drawingml/2006/main" noGrp="1"/>
          </p:cNvSpPr>
          <p:nvPr/>
        </p:nvSpPr>
        <p:spPr>
          <a:xfrm xmlns:a="http://schemas.openxmlformats.org/drawingml/2006/main">
            <a:off x="11320345" y="2575553"/>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450</a:t>
            </a:r>
          </a:p>
        </p:txBody>
      </p:sp>
      <p:sp>
        <p:nvSpPr>
          <p:cNvPr id="98" name="pdf-text-0098">
            <a:extLst xmlns:a="http://schemas.openxmlformats.org/drawingml/2006/main">
              <a:ext uri="{FF2B5EF4-FFF2-40B4-BE49-F238E27FC236}">
                <a16:creationId xmlns:a16="http://schemas.microsoft.com/office/drawing/2014/main" id="{9D5F5093-8A91-4AC6-82B5-DA3F43DDBBD0}"/>
              </a:ext>
            </a:extLst>
          </p:cNvPr>
          <p:cNvSpPr>
            <a:spLocks xmlns:a="http://schemas.openxmlformats.org/drawingml/2006/main" noGrp="1"/>
          </p:cNvSpPr>
          <p:nvPr/>
        </p:nvSpPr>
        <p:spPr>
          <a:xfrm xmlns:a="http://schemas.openxmlformats.org/drawingml/2006/main">
            <a:off x="6044866" y="277672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某大厂</a:t>
            </a:r>
          </a:p>
        </p:txBody>
      </p:sp>
      <p:sp>
        <p:nvSpPr>
          <p:cNvPr id="99" name="pdf-text-0099">
            <a:extLst xmlns:a="http://schemas.openxmlformats.org/drawingml/2006/main">
              <a:ext uri="{FF2B5EF4-FFF2-40B4-BE49-F238E27FC236}">
                <a16:creationId xmlns:a16="http://schemas.microsoft.com/office/drawing/2014/main" id="{BC26EBB6-A0C0-479A-914B-F77B621FC4F3}"/>
              </a:ext>
            </a:extLst>
          </p:cNvPr>
          <p:cNvSpPr>
            <a:spLocks xmlns:a="http://schemas.openxmlformats.org/drawingml/2006/main" noGrp="1"/>
          </p:cNvSpPr>
          <p:nvPr/>
        </p:nvSpPr>
        <p:spPr>
          <a:xfrm xmlns:a="http://schemas.openxmlformats.org/drawingml/2006/main">
            <a:off x="7376080" y="277672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100" name="pdf-text-0100">
            <a:extLst xmlns:a="http://schemas.openxmlformats.org/drawingml/2006/main">
              <a:ext uri="{FF2B5EF4-FFF2-40B4-BE49-F238E27FC236}">
                <a16:creationId xmlns:a16="http://schemas.microsoft.com/office/drawing/2014/main" id="{2FC38D83-3261-458A-8B4A-FD35F4D3AD49}"/>
              </a:ext>
            </a:extLst>
          </p:cNvPr>
          <p:cNvSpPr>
            <a:spLocks xmlns:a="http://schemas.openxmlformats.org/drawingml/2006/main" noGrp="1"/>
          </p:cNvSpPr>
          <p:nvPr/>
        </p:nvSpPr>
        <p:spPr>
          <a:xfrm xmlns:a="http://schemas.openxmlformats.org/drawingml/2006/main">
            <a:off x="8450195" y="277672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已下单10台，待后续订单</a:t>
            </a:r>
          </a:p>
        </p:txBody>
      </p:sp>
      <p:sp>
        <p:nvSpPr>
          <p:cNvPr id="101" name="pdf-text-0101">
            <a:extLst xmlns:a="http://schemas.openxmlformats.org/drawingml/2006/main">
              <a:ext uri="{FF2B5EF4-FFF2-40B4-BE49-F238E27FC236}">
                <a16:creationId xmlns:a16="http://schemas.microsoft.com/office/drawing/2014/main" id="{F9AF85EA-B47B-4B9E-8503-A0A4567EAC15}"/>
              </a:ext>
            </a:extLst>
          </p:cNvPr>
          <p:cNvSpPr>
            <a:spLocks xmlns:a="http://schemas.openxmlformats.org/drawingml/2006/main" noGrp="1"/>
          </p:cNvSpPr>
          <p:nvPr/>
        </p:nvSpPr>
        <p:spPr>
          <a:xfrm xmlns:a="http://schemas.openxmlformats.org/drawingml/2006/main">
            <a:off x="10581204" y="277672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100</a:t>
            </a:r>
          </a:p>
        </p:txBody>
      </p:sp>
      <p:sp>
        <p:nvSpPr>
          <p:cNvPr id="102" name="pdf-text-0102">
            <a:extLst xmlns:a="http://schemas.openxmlformats.org/drawingml/2006/main">
              <a:ext uri="{FF2B5EF4-FFF2-40B4-BE49-F238E27FC236}">
                <a16:creationId xmlns:a16="http://schemas.microsoft.com/office/drawing/2014/main" id="{6E71991E-73BA-4491-AF75-C1BBB27AFDD2}"/>
              </a:ext>
            </a:extLst>
          </p:cNvPr>
          <p:cNvSpPr>
            <a:spLocks xmlns:a="http://schemas.openxmlformats.org/drawingml/2006/main" noGrp="1"/>
          </p:cNvSpPr>
          <p:nvPr/>
        </p:nvSpPr>
        <p:spPr>
          <a:xfrm xmlns:a="http://schemas.openxmlformats.org/drawingml/2006/main">
            <a:off x="11320191" y="277672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750</a:t>
            </a:r>
          </a:p>
        </p:txBody>
      </p:sp>
      <p:sp>
        <p:nvSpPr>
          <p:cNvPr id="103" name="pdf-text-0103">
            <a:extLst xmlns:a="http://schemas.openxmlformats.org/drawingml/2006/main">
              <a:ext uri="{FF2B5EF4-FFF2-40B4-BE49-F238E27FC236}">
                <a16:creationId xmlns:a16="http://schemas.microsoft.com/office/drawing/2014/main" id="{6B549000-17F4-4792-AEE5-59AE5ABFE004}"/>
              </a:ext>
            </a:extLst>
          </p:cNvPr>
          <p:cNvSpPr>
            <a:spLocks xmlns:a="http://schemas.openxmlformats.org/drawingml/2006/main" noGrp="1"/>
          </p:cNvSpPr>
          <p:nvPr/>
        </p:nvSpPr>
        <p:spPr>
          <a:xfrm xmlns:a="http://schemas.openxmlformats.org/drawingml/2006/main">
            <a:off x="5816112" y="2977888"/>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某先进封装厂</a:t>
            </a:r>
          </a:p>
        </p:txBody>
      </p:sp>
      <p:sp>
        <p:nvSpPr>
          <p:cNvPr id="104" name="pdf-text-0104">
            <a:extLst xmlns:a="http://schemas.openxmlformats.org/drawingml/2006/main">
              <a:ext uri="{FF2B5EF4-FFF2-40B4-BE49-F238E27FC236}">
                <a16:creationId xmlns:a16="http://schemas.microsoft.com/office/drawing/2014/main" id="{1A3E057E-7394-4756-88AB-83E72D73C3B0}"/>
              </a:ext>
            </a:extLst>
          </p:cNvPr>
          <p:cNvSpPr>
            <a:spLocks xmlns:a="http://schemas.openxmlformats.org/drawingml/2006/main" noGrp="1"/>
          </p:cNvSpPr>
          <p:nvPr/>
        </p:nvSpPr>
        <p:spPr>
          <a:xfrm xmlns:a="http://schemas.openxmlformats.org/drawingml/2006/main">
            <a:off x="7375927" y="2977888"/>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105" name="pdf-text-0105">
            <a:extLst xmlns:a="http://schemas.openxmlformats.org/drawingml/2006/main">
              <a:ext uri="{FF2B5EF4-FFF2-40B4-BE49-F238E27FC236}">
                <a16:creationId xmlns:a16="http://schemas.microsoft.com/office/drawing/2014/main" id="{83FEE5A6-A734-42CC-A389-95889DA875D4}"/>
              </a:ext>
            </a:extLst>
          </p:cNvPr>
          <p:cNvSpPr>
            <a:spLocks xmlns:a="http://schemas.openxmlformats.org/drawingml/2006/main" noGrp="1"/>
          </p:cNvSpPr>
          <p:nvPr/>
        </p:nvSpPr>
        <p:spPr>
          <a:xfrm xmlns:a="http://schemas.openxmlformats.org/drawingml/2006/main">
            <a:off x="9059642" y="2977888"/>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Demo中</a:t>
            </a:r>
          </a:p>
        </p:txBody>
      </p:sp>
      <p:sp>
        <p:nvSpPr>
          <p:cNvPr id="106" name="pdf-text-0106">
            <a:extLst xmlns:a="http://schemas.openxmlformats.org/drawingml/2006/main">
              <a:ext uri="{FF2B5EF4-FFF2-40B4-BE49-F238E27FC236}">
                <a16:creationId xmlns:a16="http://schemas.microsoft.com/office/drawing/2014/main" id="{81DE1A2C-589F-4514-B636-BA51D1BE4B28}"/>
              </a:ext>
            </a:extLst>
          </p:cNvPr>
          <p:cNvSpPr>
            <a:spLocks xmlns:a="http://schemas.openxmlformats.org/drawingml/2006/main" noGrp="1"/>
          </p:cNvSpPr>
          <p:nvPr/>
        </p:nvSpPr>
        <p:spPr>
          <a:xfrm xmlns:a="http://schemas.openxmlformats.org/drawingml/2006/main">
            <a:off x="10619151" y="297788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107" name="pdf-text-0107">
            <a:extLst xmlns:a="http://schemas.openxmlformats.org/drawingml/2006/main">
              <a:ext uri="{FF2B5EF4-FFF2-40B4-BE49-F238E27FC236}">
                <a16:creationId xmlns:a16="http://schemas.microsoft.com/office/drawing/2014/main" id="{23149150-5460-4131-867B-BBBADFC6E02A}"/>
              </a:ext>
            </a:extLst>
          </p:cNvPr>
          <p:cNvSpPr>
            <a:spLocks xmlns:a="http://schemas.openxmlformats.org/drawingml/2006/main" noGrp="1"/>
          </p:cNvSpPr>
          <p:nvPr/>
        </p:nvSpPr>
        <p:spPr>
          <a:xfrm xmlns:a="http://schemas.openxmlformats.org/drawingml/2006/main">
            <a:off x="11320038" y="2977888"/>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400</a:t>
            </a:r>
          </a:p>
        </p:txBody>
      </p:sp>
      <p:sp>
        <p:nvSpPr>
          <p:cNvPr id="108" name="pdf-text-0108">
            <a:extLst xmlns:a="http://schemas.openxmlformats.org/drawingml/2006/main">
              <a:ext uri="{FF2B5EF4-FFF2-40B4-BE49-F238E27FC236}">
                <a16:creationId xmlns:a16="http://schemas.microsoft.com/office/drawing/2014/main" id="{3BF31556-C69D-423A-BCD4-E5960B9EE4EB}"/>
              </a:ext>
            </a:extLst>
          </p:cNvPr>
          <p:cNvSpPr>
            <a:spLocks xmlns:a="http://schemas.openxmlformats.org/drawingml/2006/main" noGrp="1"/>
          </p:cNvSpPr>
          <p:nvPr/>
        </p:nvSpPr>
        <p:spPr>
          <a:xfrm xmlns:a="http://schemas.openxmlformats.org/drawingml/2006/main">
            <a:off x="5815960" y="3164121"/>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某汽车电子厂</a:t>
            </a:r>
          </a:p>
        </p:txBody>
      </p:sp>
      <p:sp>
        <p:nvSpPr>
          <p:cNvPr id="109" name="pdf-text-0109">
            <a:extLst xmlns:a="http://schemas.openxmlformats.org/drawingml/2006/main">
              <a:ext uri="{FF2B5EF4-FFF2-40B4-BE49-F238E27FC236}">
                <a16:creationId xmlns:a16="http://schemas.microsoft.com/office/drawing/2014/main" id="{A0DD3692-BB73-4422-9541-D88071438506}"/>
              </a:ext>
            </a:extLst>
          </p:cNvPr>
          <p:cNvSpPr>
            <a:spLocks xmlns:a="http://schemas.openxmlformats.org/drawingml/2006/main" noGrp="1"/>
          </p:cNvSpPr>
          <p:nvPr/>
        </p:nvSpPr>
        <p:spPr>
          <a:xfrm xmlns:a="http://schemas.openxmlformats.org/drawingml/2006/main">
            <a:off x="7375774" y="3164121"/>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110" name="pdf-text-0110">
            <a:extLst xmlns:a="http://schemas.openxmlformats.org/drawingml/2006/main">
              <a:ext uri="{FF2B5EF4-FFF2-40B4-BE49-F238E27FC236}">
                <a16:creationId xmlns:a16="http://schemas.microsoft.com/office/drawing/2014/main" id="{181DA5D1-F00A-4EE9-B371-E437F95EA1B3}"/>
              </a:ext>
            </a:extLst>
          </p:cNvPr>
          <p:cNvSpPr>
            <a:spLocks xmlns:a="http://schemas.openxmlformats.org/drawingml/2006/main" noGrp="1"/>
          </p:cNvSpPr>
          <p:nvPr/>
        </p:nvSpPr>
        <p:spPr>
          <a:xfrm xmlns:a="http://schemas.openxmlformats.org/drawingml/2006/main">
            <a:off x="9059489" y="3164121"/>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Demo中</a:t>
            </a:r>
          </a:p>
        </p:txBody>
      </p:sp>
      <p:sp>
        <p:nvSpPr>
          <p:cNvPr id="111" name="pdf-text-0111">
            <a:extLst xmlns:a="http://schemas.openxmlformats.org/drawingml/2006/main">
              <a:ext uri="{FF2B5EF4-FFF2-40B4-BE49-F238E27FC236}">
                <a16:creationId xmlns:a16="http://schemas.microsoft.com/office/drawing/2014/main" id="{580FB3BE-ADF6-405E-9128-872534B18A75}"/>
              </a:ext>
            </a:extLst>
          </p:cNvPr>
          <p:cNvSpPr>
            <a:spLocks xmlns:a="http://schemas.openxmlformats.org/drawingml/2006/main" noGrp="1"/>
          </p:cNvSpPr>
          <p:nvPr/>
        </p:nvSpPr>
        <p:spPr>
          <a:xfrm xmlns:a="http://schemas.openxmlformats.org/drawingml/2006/main">
            <a:off x="10580898" y="3164121"/>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100</a:t>
            </a:r>
          </a:p>
        </p:txBody>
      </p:sp>
      <p:sp>
        <p:nvSpPr>
          <p:cNvPr id="112" name="pdf-text-0112">
            <a:extLst xmlns:a="http://schemas.openxmlformats.org/drawingml/2006/main">
              <a:ext uri="{FF2B5EF4-FFF2-40B4-BE49-F238E27FC236}">
                <a16:creationId xmlns:a16="http://schemas.microsoft.com/office/drawing/2014/main" id="{11BB6EAD-ACCD-4D46-B996-74A2915AC57D}"/>
              </a:ext>
            </a:extLst>
          </p:cNvPr>
          <p:cNvSpPr>
            <a:spLocks xmlns:a="http://schemas.openxmlformats.org/drawingml/2006/main" noGrp="1"/>
          </p:cNvSpPr>
          <p:nvPr/>
        </p:nvSpPr>
        <p:spPr>
          <a:xfrm xmlns:a="http://schemas.openxmlformats.org/drawingml/2006/main">
            <a:off x="11281786" y="3164121"/>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3600</a:t>
            </a:r>
          </a:p>
        </p:txBody>
      </p:sp>
      <p:sp>
        <p:nvSpPr>
          <p:cNvPr id="113" name="pdf-text-0113">
            <a:extLst xmlns:a="http://schemas.openxmlformats.org/drawingml/2006/main">
              <a:ext uri="{FF2B5EF4-FFF2-40B4-BE49-F238E27FC236}">
                <a16:creationId xmlns:a16="http://schemas.microsoft.com/office/drawing/2014/main" id="{021F0C76-940F-437C-95AD-A3352026FB74}"/>
              </a:ext>
            </a:extLst>
          </p:cNvPr>
          <p:cNvSpPr>
            <a:spLocks xmlns:a="http://schemas.openxmlformats.org/drawingml/2006/main" noGrp="1"/>
          </p:cNvSpPr>
          <p:nvPr/>
        </p:nvSpPr>
        <p:spPr>
          <a:xfrm xmlns:a="http://schemas.openxmlformats.org/drawingml/2006/main">
            <a:off x="5815807" y="3350354"/>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某汽车电子厂</a:t>
            </a:r>
          </a:p>
        </p:txBody>
      </p:sp>
      <p:sp>
        <p:nvSpPr>
          <p:cNvPr id="114" name="pdf-text-0114">
            <a:extLst xmlns:a="http://schemas.openxmlformats.org/drawingml/2006/main">
              <a:ext uri="{FF2B5EF4-FFF2-40B4-BE49-F238E27FC236}">
                <a16:creationId xmlns:a16="http://schemas.microsoft.com/office/drawing/2014/main" id="{7B3CE6AD-73FD-4A61-804C-566FE3801FC8}"/>
              </a:ext>
            </a:extLst>
          </p:cNvPr>
          <p:cNvSpPr>
            <a:spLocks xmlns:a="http://schemas.openxmlformats.org/drawingml/2006/main" noGrp="1"/>
          </p:cNvSpPr>
          <p:nvPr/>
        </p:nvSpPr>
        <p:spPr>
          <a:xfrm xmlns:a="http://schemas.openxmlformats.org/drawingml/2006/main">
            <a:off x="7375621" y="3350354"/>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115" name="pdf-text-0115">
            <a:extLst xmlns:a="http://schemas.openxmlformats.org/drawingml/2006/main">
              <a:ext uri="{FF2B5EF4-FFF2-40B4-BE49-F238E27FC236}">
                <a16:creationId xmlns:a16="http://schemas.microsoft.com/office/drawing/2014/main" id="{37589135-0E68-4FA8-93D3-A3458181ED24}"/>
              </a:ext>
            </a:extLst>
          </p:cNvPr>
          <p:cNvSpPr>
            <a:spLocks xmlns:a="http://schemas.openxmlformats.org/drawingml/2006/main" noGrp="1"/>
          </p:cNvSpPr>
          <p:nvPr/>
        </p:nvSpPr>
        <p:spPr>
          <a:xfrm xmlns:a="http://schemas.openxmlformats.org/drawingml/2006/main">
            <a:off x="8602136" y="3350354"/>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已交付，软件待开发</a:t>
            </a:r>
          </a:p>
        </p:txBody>
      </p:sp>
      <p:sp>
        <p:nvSpPr>
          <p:cNvPr id="116" name="pdf-text-0116">
            <a:extLst xmlns:a="http://schemas.openxmlformats.org/drawingml/2006/main">
              <a:ext uri="{FF2B5EF4-FFF2-40B4-BE49-F238E27FC236}">
                <a16:creationId xmlns:a16="http://schemas.microsoft.com/office/drawing/2014/main" id="{16893B21-590B-4DA8-A671-71409DE8D722}"/>
              </a:ext>
            </a:extLst>
          </p:cNvPr>
          <p:cNvSpPr>
            <a:spLocks xmlns:a="http://schemas.openxmlformats.org/drawingml/2006/main" noGrp="1"/>
          </p:cNvSpPr>
          <p:nvPr/>
        </p:nvSpPr>
        <p:spPr>
          <a:xfrm xmlns:a="http://schemas.openxmlformats.org/drawingml/2006/main">
            <a:off x="10618845" y="3350354"/>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117" name="pdf-text-0117">
            <a:extLst xmlns:a="http://schemas.openxmlformats.org/drawingml/2006/main">
              <a:ext uri="{FF2B5EF4-FFF2-40B4-BE49-F238E27FC236}">
                <a16:creationId xmlns:a16="http://schemas.microsoft.com/office/drawing/2014/main" id="{893F8835-EFE7-4977-8ED6-EAD8F84A852D}"/>
              </a:ext>
            </a:extLst>
          </p:cNvPr>
          <p:cNvSpPr>
            <a:spLocks xmlns:a="http://schemas.openxmlformats.org/drawingml/2006/main" noGrp="1"/>
          </p:cNvSpPr>
          <p:nvPr/>
        </p:nvSpPr>
        <p:spPr>
          <a:xfrm xmlns:a="http://schemas.openxmlformats.org/drawingml/2006/main">
            <a:off x="11319732" y="3350354"/>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360</a:t>
            </a:r>
          </a:p>
        </p:txBody>
      </p:sp>
      <p:sp>
        <p:nvSpPr>
          <p:cNvPr id="118" name="pdf-text-0118">
            <a:extLst xmlns:a="http://schemas.openxmlformats.org/drawingml/2006/main">
              <a:ext uri="{FF2B5EF4-FFF2-40B4-BE49-F238E27FC236}">
                <a16:creationId xmlns:a16="http://schemas.microsoft.com/office/drawing/2014/main" id="{4DED8B8D-EF9C-4A89-B4E7-460C8BFE2BA6}"/>
              </a:ext>
            </a:extLst>
          </p:cNvPr>
          <p:cNvSpPr>
            <a:spLocks xmlns:a="http://schemas.openxmlformats.org/drawingml/2006/main" noGrp="1"/>
          </p:cNvSpPr>
          <p:nvPr/>
        </p:nvSpPr>
        <p:spPr>
          <a:xfrm xmlns:a="http://schemas.openxmlformats.org/drawingml/2006/main">
            <a:off x="5815654" y="3536587"/>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某汽车电子厂</a:t>
            </a:r>
          </a:p>
        </p:txBody>
      </p:sp>
      <p:sp>
        <p:nvSpPr>
          <p:cNvPr id="119" name="pdf-text-0119">
            <a:extLst xmlns:a="http://schemas.openxmlformats.org/drawingml/2006/main">
              <a:ext uri="{FF2B5EF4-FFF2-40B4-BE49-F238E27FC236}">
                <a16:creationId xmlns:a16="http://schemas.microsoft.com/office/drawing/2014/main" id="{10A3FDA3-CB99-4DBE-B68D-73D392120458}"/>
              </a:ext>
            </a:extLst>
          </p:cNvPr>
          <p:cNvSpPr>
            <a:spLocks xmlns:a="http://schemas.openxmlformats.org/drawingml/2006/main" noGrp="1"/>
          </p:cNvSpPr>
          <p:nvPr/>
        </p:nvSpPr>
        <p:spPr>
          <a:xfrm xmlns:a="http://schemas.openxmlformats.org/drawingml/2006/main">
            <a:off x="7375468" y="3536587"/>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120" name="pdf-text-0120">
            <a:extLst xmlns:a="http://schemas.openxmlformats.org/drawingml/2006/main">
              <a:ext uri="{FF2B5EF4-FFF2-40B4-BE49-F238E27FC236}">
                <a16:creationId xmlns:a16="http://schemas.microsoft.com/office/drawing/2014/main" id="{DB255A7A-EBF0-4B7E-B67C-5FCFB6BA3DAF}"/>
              </a:ext>
            </a:extLst>
          </p:cNvPr>
          <p:cNvSpPr>
            <a:spLocks xmlns:a="http://schemas.openxmlformats.org/drawingml/2006/main" noGrp="1"/>
          </p:cNvSpPr>
          <p:nvPr/>
        </p:nvSpPr>
        <p:spPr>
          <a:xfrm xmlns:a="http://schemas.openxmlformats.org/drawingml/2006/main">
            <a:off x="9059183" y="3536587"/>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Demo中</a:t>
            </a:r>
          </a:p>
        </p:txBody>
      </p:sp>
      <p:sp>
        <p:nvSpPr>
          <p:cNvPr id="121" name="pdf-text-0121">
            <a:extLst xmlns:a="http://schemas.openxmlformats.org/drawingml/2006/main">
              <a:ext uri="{FF2B5EF4-FFF2-40B4-BE49-F238E27FC236}">
                <a16:creationId xmlns:a16="http://schemas.microsoft.com/office/drawing/2014/main" id="{07016712-333A-4C0F-832B-E746C7B2BF07}"/>
              </a:ext>
            </a:extLst>
          </p:cNvPr>
          <p:cNvSpPr>
            <a:spLocks xmlns:a="http://schemas.openxmlformats.org/drawingml/2006/main" noGrp="1"/>
          </p:cNvSpPr>
          <p:nvPr/>
        </p:nvSpPr>
        <p:spPr>
          <a:xfrm xmlns:a="http://schemas.openxmlformats.org/drawingml/2006/main">
            <a:off x="10618692" y="3536587"/>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122" name="pdf-text-0122">
            <a:extLst xmlns:a="http://schemas.openxmlformats.org/drawingml/2006/main">
              <a:ext uri="{FF2B5EF4-FFF2-40B4-BE49-F238E27FC236}">
                <a16:creationId xmlns:a16="http://schemas.microsoft.com/office/drawing/2014/main" id="{F52695B0-B8EB-4C63-8819-0C8F68C24E02}"/>
              </a:ext>
            </a:extLst>
          </p:cNvPr>
          <p:cNvSpPr>
            <a:spLocks xmlns:a="http://schemas.openxmlformats.org/drawingml/2006/main" noGrp="1"/>
          </p:cNvSpPr>
          <p:nvPr/>
        </p:nvSpPr>
        <p:spPr>
          <a:xfrm xmlns:a="http://schemas.openxmlformats.org/drawingml/2006/main">
            <a:off x="11319580" y="3536587"/>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360</a:t>
            </a:r>
          </a:p>
        </p:txBody>
      </p:sp>
      <p:sp>
        <p:nvSpPr>
          <p:cNvPr id="123" name="pdf-text-0123">
            <a:extLst xmlns:a="http://schemas.openxmlformats.org/drawingml/2006/main">
              <a:ext uri="{FF2B5EF4-FFF2-40B4-BE49-F238E27FC236}">
                <a16:creationId xmlns:a16="http://schemas.microsoft.com/office/drawing/2014/main" id="{6CB463BE-5455-470F-B26D-C5D11AC1EBA9}"/>
              </a:ext>
            </a:extLst>
          </p:cNvPr>
          <p:cNvSpPr>
            <a:spLocks xmlns:a="http://schemas.openxmlformats.org/drawingml/2006/main" noGrp="1"/>
          </p:cNvSpPr>
          <p:nvPr/>
        </p:nvSpPr>
        <p:spPr>
          <a:xfrm xmlns:a="http://schemas.openxmlformats.org/drawingml/2006/main">
            <a:off x="5967901" y="372282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某电子厂</a:t>
            </a:r>
          </a:p>
        </p:txBody>
      </p:sp>
      <p:sp>
        <p:nvSpPr>
          <p:cNvPr id="124" name="pdf-text-0124">
            <a:extLst xmlns:a="http://schemas.openxmlformats.org/drawingml/2006/main">
              <a:ext uri="{FF2B5EF4-FFF2-40B4-BE49-F238E27FC236}">
                <a16:creationId xmlns:a16="http://schemas.microsoft.com/office/drawing/2014/main" id="{6E0D0413-2197-4E43-9973-89AB54856349}"/>
              </a:ext>
            </a:extLst>
          </p:cNvPr>
          <p:cNvSpPr>
            <a:spLocks xmlns:a="http://schemas.openxmlformats.org/drawingml/2006/main" noGrp="1"/>
          </p:cNvSpPr>
          <p:nvPr/>
        </p:nvSpPr>
        <p:spPr>
          <a:xfrm xmlns:a="http://schemas.openxmlformats.org/drawingml/2006/main">
            <a:off x="7375315" y="372282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SMT AOI</a:t>
            </a:r>
          </a:p>
        </p:txBody>
      </p:sp>
      <p:sp>
        <p:nvSpPr>
          <p:cNvPr id="125" name="pdf-text-0125">
            <a:extLst xmlns:a="http://schemas.openxmlformats.org/drawingml/2006/main">
              <a:ext uri="{FF2B5EF4-FFF2-40B4-BE49-F238E27FC236}">
                <a16:creationId xmlns:a16="http://schemas.microsoft.com/office/drawing/2014/main" id="{02E4D32A-DC71-4E9A-B11D-3772AB9E99EA}"/>
              </a:ext>
            </a:extLst>
          </p:cNvPr>
          <p:cNvSpPr>
            <a:spLocks xmlns:a="http://schemas.openxmlformats.org/drawingml/2006/main" noGrp="1"/>
          </p:cNvSpPr>
          <p:nvPr/>
        </p:nvSpPr>
        <p:spPr>
          <a:xfrm xmlns:a="http://schemas.openxmlformats.org/drawingml/2006/main">
            <a:off x="8601830" y="372282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已下单，待后续订单</a:t>
            </a:r>
          </a:p>
        </p:txBody>
      </p:sp>
      <p:sp>
        <p:nvSpPr>
          <p:cNvPr id="126" name="pdf-text-0126">
            <a:extLst xmlns:a="http://schemas.openxmlformats.org/drawingml/2006/main">
              <a:ext uri="{FF2B5EF4-FFF2-40B4-BE49-F238E27FC236}">
                <a16:creationId xmlns:a16="http://schemas.microsoft.com/office/drawing/2014/main" id="{40ADC1E7-1961-4421-94D2-98501509E58F}"/>
              </a:ext>
            </a:extLst>
          </p:cNvPr>
          <p:cNvSpPr>
            <a:spLocks xmlns:a="http://schemas.openxmlformats.org/drawingml/2006/main" noGrp="1"/>
          </p:cNvSpPr>
          <p:nvPr/>
        </p:nvSpPr>
        <p:spPr>
          <a:xfrm xmlns:a="http://schemas.openxmlformats.org/drawingml/2006/main">
            <a:off x="10618539" y="372282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127" name="pdf-text-0127">
            <a:extLst xmlns:a="http://schemas.openxmlformats.org/drawingml/2006/main">
              <a:ext uri="{FF2B5EF4-FFF2-40B4-BE49-F238E27FC236}">
                <a16:creationId xmlns:a16="http://schemas.microsoft.com/office/drawing/2014/main" id="{41DB385C-55EB-4FDB-B97C-4843BC4A6E9D}"/>
              </a:ext>
            </a:extLst>
          </p:cNvPr>
          <p:cNvSpPr>
            <a:spLocks xmlns:a="http://schemas.openxmlformats.org/drawingml/2006/main" noGrp="1"/>
          </p:cNvSpPr>
          <p:nvPr/>
        </p:nvSpPr>
        <p:spPr>
          <a:xfrm xmlns:a="http://schemas.openxmlformats.org/drawingml/2006/main">
            <a:off x="11319427" y="372282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800</a:t>
            </a:r>
          </a:p>
        </p:txBody>
      </p:sp>
      <p:sp>
        <p:nvSpPr>
          <p:cNvPr id="128" name="pdf-text-0128">
            <a:extLst xmlns:a="http://schemas.openxmlformats.org/drawingml/2006/main">
              <a:ext uri="{FF2B5EF4-FFF2-40B4-BE49-F238E27FC236}">
                <a16:creationId xmlns:a16="http://schemas.microsoft.com/office/drawing/2014/main" id="{257FD104-83C4-4A08-B189-DB283796A551}"/>
              </a:ext>
            </a:extLst>
          </p:cNvPr>
          <p:cNvSpPr>
            <a:spLocks xmlns:a="http://schemas.openxmlformats.org/drawingml/2006/main" noGrp="1"/>
          </p:cNvSpPr>
          <p:nvPr/>
        </p:nvSpPr>
        <p:spPr>
          <a:xfrm xmlns:a="http://schemas.openxmlformats.org/drawingml/2006/main">
            <a:off x="5815348" y="3909053"/>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某功率器件厂</a:t>
            </a:r>
          </a:p>
        </p:txBody>
      </p:sp>
      <p:sp>
        <p:nvSpPr>
          <p:cNvPr id="129" name="pdf-text-0129">
            <a:extLst xmlns:a="http://schemas.openxmlformats.org/drawingml/2006/main">
              <a:ext uri="{FF2B5EF4-FFF2-40B4-BE49-F238E27FC236}">
                <a16:creationId xmlns:a16="http://schemas.microsoft.com/office/drawing/2014/main" id="{8D6CC455-77B8-4A9C-9C4C-C7E683975081}"/>
              </a:ext>
            </a:extLst>
          </p:cNvPr>
          <p:cNvSpPr>
            <a:spLocks xmlns:a="http://schemas.openxmlformats.org/drawingml/2006/main" noGrp="1"/>
          </p:cNvSpPr>
          <p:nvPr/>
        </p:nvSpPr>
        <p:spPr>
          <a:xfrm xmlns:a="http://schemas.openxmlformats.org/drawingml/2006/main">
            <a:off x="7337062" y="3909053"/>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IGBT AOI</a:t>
            </a:r>
          </a:p>
        </p:txBody>
      </p:sp>
      <p:sp>
        <p:nvSpPr>
          <p:cNvPr id="130" name="pdf-text-0130">
            <a:extLst xmlns:a="http://schemas.openxmlformats.org/drawingml/2006/main">
              <a:ext uri="{FF2B5EF4-FFF2-40B4-BE49-F238E27FC236}">
                <a16:creationId xmlns:a16="http://schemas.microsoft.com/office/drawing/2014/main" id="{ADE0E52C-CA2B-426A-8F2D-9BF1FBC79808}"/>
              </a:ext>
            </a:extLst>
          </p:cNvPr>
          <p:cNvSpPr>
            <a:spLocks xmlns:a="http://schemas.openxmlformats.org/drawingml/2006/main" noGrp="1"/>
          </p:cNvSpPr>
          <p:nvPr/>
        </p:nvSpPr>
        <p:spPr>
          <a:xfrm xmlns:a="http://schemas.openxmlformats.org/drawingml/2006/main">
            <a:off x="8944577" y="3909053"/>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已下单2台</a:t>
            </a:r>
          </a:p>
        </p:txBody>
      </p:sp>
      <p:sp>
        <p:nvSpPr>
          <p:cNvPr id="131" name="pdf-text-0131">
            <a:extLst xmlns:a="http://schemas.openxmlformats.org/drawingml/2006/main">
              <a:ext uri="{FF2B5EF4-FFF2-40B4-BE49-F238E27FC236}">
                <a16:creationId xmlns:a16="http://schemas.microsoft.com/office/drawing/2014/main" id="{A2D522AE-73AD-4722-A173-D8D1E2508A0E}"/>
              </a:ext>
            </a:extLst>
          </p:cNvPr>
          <p:cNvSpPr>
            <a:spLocks xmlns:a="http://schemas.openxmlformats.org/drawingml/2006/main" noGrp="1"/>
          </p:cNvSpPr>
          <p:nvPr/>
        </p:nvSpPr>
        <p:spPr>
          <a:xfrm xmlns:a="http://schemas.openxmlformats.org/drawingml/2006/main">
            <a:off x="10618386" y="3909053"/>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a:t>
            </a:r>
          </a:p>
        </p:txBody>
      </p:sp>
      <p:sp>
        <p:nvSpPr>
          <p:cNvPr id="132" name="pdf-text-0132">
            <a:extLst xmlns:a="http://schemas.openxmlformats.org/drawingml/2006/main">
              <a:ext uri="{FF2B5EF4-FFF2-40B4-BE49-F238E27FC236}">
                <a16:creationId xmlns:a16="http://schemas.microsoft.com/office/drawing/2014/main" id="{2AC05A81-A493-4C46-B4E9-D7031A11DAFF}"/>
              </a:ext>
            </a:extLst>
          </p:cNvPr>
          <p:cNvSpPr>
            <a:spLocks xmlns:a="http://schemas.openxmlformats.org/drawingml/2006/main" noGrp="1"/>
          </p:cNvSpPr>
          <p:nvPr/>
        </p:nvSpPr>
        <p:spPr>
          <a:xfrm xmlns:a="http://schemas.openxmlformats.org/drawingml/2006/main">
            <a:off x="11319273" y="3909053"/>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450</a:t>
            </a:r>
          </a:p>
        </p:txBody>
      </p:sp>
      <p:sp>
        <p:nvSpPr>
          <p:cNvPr id="133" name="pdf-text-0133">
            <a:extLst xmlns:a="http://schemas.openxmlformats.org/drawingml/2006/main">
              <a:ext uri="{FF2B5EF4-FFF2-40B4-BE49-F238E27FC236}">
                <a16:creationId xmlns:a16="http://schemas.microsoft.com/office/drawing/2014/main" id="{541D636F-B568-4F09-9154-D6360E53F48A}"/>
              </a:ext>
            </a:extLst>
          </p:cNvPr>
          <p:cNvSpPr>
            <a:spLocks xmlns:a="http://schemas.openxmlformats.org/drawingml/2006/main" noGrp="1"/>
          </p:cNvSpPr>
          <p:nvPr/>
        </p:nvSpPr>
        <p:spPr>
          <a:xfrm xmlns:a="http://schemas.openxmlformats.org/drawingml/2006/main">
            <a:off x="5815195" y="409528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某功率器件厂</a:t>
            </a:r>
          </a:p>
        </p:txBody>
      </p:sp>
      <p:sp>
        <p:nvSpPr>
          <p:cNvPr id="134" name="pdf-text-0134">
            <a:extLst xmlns:a="http://schemas.openxmlformats.org/drawingml/2006/main">
              <a:ext uri="{FF2B5EF4-FFF2-40B4-BE49-F238E27FC236}">
                <a16:creationId xmlns:a16="http://schemas.microsoft.com/office/drawing/2014/main" id="{A54EA3F0-3DDD-47E6-A1F2-62BCB1B48128}"/>
              </a:ext>
            </a:extLst>
          </p:cNvPr>
          <p:cNvSpPr>
            <a:spLocks xmlns:a="http://schemas.openxmlformats.org/drawingml/2006/main" noGrp="1"/>
          </p:cNvSpPr>
          <p:nvPr/>
        </p:nvSpPr>
        <p:spPr>
          <a:xfrm xmlns:a="http://schemas.openxmlformats.org/drawingml/2006/main">
            <a:off x="7260709" y="409528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IGBT六面检</a:t>
            </a:r>
          </a:p>
        </p:txBody>
      </p:sp>
      <p:sp>
        <p:nvSpPr>
          <p:cNvPr id="135" name="pdf-text-0135">
            <a:extLst xmlns:a="http://schemas.openxmlformats.org/drawingml/2006/main">
              <a:ext uri="{FF2B5EF4-FFF2-40B4-BE49-F238E27FC236}">
                <a16:creationId xmlns:a16="http://schemas.microsoft.com/office/drawing/2014/main" id="{CB193AE8-B8D3-4C5A-98C6-7B56360ACF0F}"/>
              </a:ext>
            </a:extLst>
          </p:cNvPr>
          <p:cNvSpPr>
            <a:spLocks xmlns:a="http://schemas.openxmlformats.org/drawingml/2006/main" noGrp="1"/>
          </p:cNvSpPr>
          <p:nvPr/>
        </p:nvSpPr>
        <p:spPr>
          <a:xfrm xmlns:a="http://schemas.openxmlformats.org/drawingml/2006/main">
            <a:off x="8830124" y="409528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六面检沟通中</a:t>
            </a:r>
          </a:p>
        </p:txBody>
      </p:sp>
      <p:sp>
        <p:nvSpPr>
          <p:cNvPr id="136" name="pdf-text-0136">
            <a:extLst xmlns:a="http://schemas.openxmlformats.org/drawingml/2006/main">
              <a:ext uri="{FF2B5EF4-FFF2-40B4-BE49-F238E27FC236}">
                <a16:creationId xmlns:a16="http://schemas.microsoft.com/office/drawing/2014/main" id="{6F6E8954-5B43-4BC5-BE59-AB5DAE44BCB0}"/>
              </a:ext>
            </a:extLst>
          </p:cNvPr>
          <p:cNvSpPr>
            <a:spLocks xmlns:a="http://schemas.openxmlformats.org/drawingml/2006/main" noGrp="1"/>
          </p:cNvSpPr>
          <p:nvPr/>
        </p:nvSpPr>
        <p:spPr>
          <a:xfrm xmlns:a="http://schemas.openxmlformats.org/drawingml/2006/main">
            <a:off x="10618233" y="409528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a:t>
            </a:r>
          </a:p>
        </p:txBody>
      </p:sp>
      <p:sp>
        <p:nvSpPr>
          <p:cNvPr id="137" name="pdf-text-0137">
            <a:extLst xmlns:a="http://schemas.openxmlformats.org/drawingml/2006/main">
              <a:ext uri="{FF2B5EF4-FFF2-40B4-BE49-F238E27FC236}">
                <a16:creationId xmlns:a16="http://schemas.microsoft.com/office/drawing/2014/main" id="{6F4D7DA6-150B-4C8E-BA80-411F937B41D2}"/>
              </a:ext>
            </a:extLst>
          </p:cNvPr>
          <p:cNvSpPr>
            <a:spLocks xmlns:a="http://schemas.openxmlformats.org/drawingml/2006/main" noGrp="1"/>
          </p:cNvSpPr>
          <p:nvPr/>
        </p:nvSpPr>
        <p:spPr>
          <a:xfrm xmlns:a="http://schemas.openxmlformats.org/drawingml/2006/main">
            <a:off x="11281020" y="409528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1000</a:t>
            </a:r>
          </a:p>
        </p:txBody>
      </p:sp>
      <p:sp>
        <p:nvSpPr>
          <p:cNvPr id="138" name="pdf-text-0138">
            <a:extLst xmlns:a="http://schemas.openxmlformats.org/drawingml/2006/main">
              <a:ext uri="{FF2B5EF4-FFF2-40B4-BE49-F238E27FC236}">
                <a16:creationId xmlns:a16="http://schemas.microsoft.com/office/drawing/2014/main" id="{7FB51BF0-9498-42A5-A084-3437BEDF8AA2}"/>
              </a:ext>
            </a:extLst>
          </p:cNvPr>
          <p:cNvSpPr>
            <a:spLocks xmlns:a="http://schemas.openxmlformats.org/drawingml/2006/main" noGrp="1"/>
          </p:cNvSpPr>
          <p:nvPr/>
        </p:nvSpPr>
        <p:spPr>
          <a:xfrm xmlns:a="http://schemas.openxmlformats.org/drawingml/2006/main">
            <a:off x="5891241" y="4281518"/>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某光模块厂</a:t>
            </a:r>
          </a:p>
        </p:txBody>
      </p:sp>
      <p:sp>
        <p:nvSpPr>
          <p:cNvPr id="139" name="pdf-text-0139">
            <a:extLst xmlns:a="http://schemas.openxmlformats.org/drawingml/2006/main">
              <a:ext uri="{FF2B5EF4-FFF2-40B4-BE49-F238E27FC236}">
                <a16:creationId xmlns:a16="http://schemas.microsoft.com/office/drawing/2014/main" id="{6BB6E42B-071E-4971-B835-0646109998C3}"/>
              </a:ext>
            </a:extLst>
          </p:cNvPr>
          <p:cNvSpPr>
            <a:spLocks xmlns:a="http://schemas.openxmlformats.org/drawingml/2006/main" noGrp="1"/>
          </p:cNvSpPr>
          <p:nvPr/>
        </p:nvSpPr>
        <p:spPr>
          <a:xfrm xmlns:a="http://schemas.openxmlformats.org/drawingml/2006/main">
            <a:off x="7298655" y="4281518"/>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光模块AOI</a:t>
            </a:r>
          </a:p>
        </p:txBody>
      </p:sp>
      <p:sp>
        <p:nvSpPr>
          <p:cNvPr id="140" name="pdf-text-0140">
            <a:extLst xmlns:a="http://schemas.openxmlformats.org/drawingml/2006/main">
              <a:ext uri="{FF2B5EF4-FFF2-40B4-BE49-F238E27FC236}">
                <a16:creationId xmlns:a16="http://schemas.microsoft.com/office/drawing/2014/main" id="{37A20474-43D7-41EE-931A-4B73EDBFCAD0}"/>
              </a:ext>
            </a:extLst>
          </p:cNvPr>
          <p:cNvSpPr>
            <a:spLocks xmlns:a="http://schemas.openxmlformats.org/drawingml/2006/main" noGrp="1"/>
          </p:cNvSpPr>
          <p:nvPr/>
        </p:nvSpPr>
        <p:spPr>
          <a:xfrm xmlns:a="http://schemas.openxmlformats.org/drawingml/2006/main">
            <a:off x="8487070" y="4281518"/>
            <a:ext cx="1638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已下单8台，后续待确定</a:t>
            </a:r>
          </a:p>
        </p:txBody>
      </p:sp>
      <p:sp>
        <p:nvSpPr>
          <p:cNvPr id="141" name="pdf-text-0141">
            <a:extLst xmlns:a="http://schemas.openxmlformats.org/drawingml/2006/main">
              <a:ext uri="{FF2B5EF4-FFF2-40B4-BE49-F238E27FC236}">
                <a16:creationId xmlns:a16="http://schemas.microsoft.com/office/drawing/2014/main" id="{E727EAA0-ED36-4E05-90A6-C8A0C6D0BF9E}"/>
              </a:ext>
            </a:extLst>
          </p:cNvPr>
          <p:cNvSpPr>
            <a:spLocks xmlns:a="http://schemas.openxmlformats.org/drawingml/2006/main" noGrp="1"/>
          </p:cNvSpPr>
          <p:nvPr/>
        </p:nvSpPr>
        <p:spPr>
          <a:xfrm xmlns:a="http://schemas.openxmlformats.org/drawingml/2006/main">
            <a:off x="10656179" y="4281518"/>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142" name="pdf-text-0142">
            <a:extLst xmlns:a="http://schemas.openxmlformats.org/drawingml/2006/main">
              <a:ext uri="{FF2B5EF4-FFF2-40B4-BE49-F238E27FC236}">
                <a16:creationId xmlns:a16="http://schemas.microsoft.com/office/drawing/2014/main" id="{2103A408-6A1A-45B9-85C5-D8CA8540D98F}"/>
              </a:ext>
            </a:extLst>
          </p:cNvPr>
          <p:cNvSpPr>
            <a:spLocks xmlns:a="http://schemas.openxmlformats.org/drawingml/2006/main" noGrp="1"/>
          </p:cNvSpPr>
          <p:nvPr/>
        </p:nvSpPr>
        <p:spPr>
          <a:xfrm xmlns:a="http://schemas.openxmlformats.org/drawingml/2006/main">
            <a:off x="11395166" y="4281518"/>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t>
            </a:r>
          </a:p>
        </p:txBody>
      </p:sp>
      <p:sp>
        <p:nvSpPr>
          <p:cNvPr id="143" name="pdf-text-0143">
            <a:extLst xmlns:a="http://schemas.openxmlformats.org/drawingml/2006/main">
              <a:ext uri="{FF2B5EF4-FFF2-40B4-BE49-F238E27FC236}">
                <a16:creationId xmlns:a16="http://schemas.microsoft.com/office/drawing/2014/main" id="{F9191117-46BF-47C9-AAA0-15A751C0E3AB}"/>
              </a:ext>
            </a:extLst>
          </p:cNvPr>
          <p:cNvSpPr>
            <a:spLocks xmlns:a="http://schemas.openxmlformats.org/drawingml/2006/main" noGrp="1"/>
          </p:cNvSpPr>
          <p:nvPr/>
        </p:nvSpPr>
        <p:spPr>
          <a:xfrm xmlns:a="http://schemas.openxmlformats.org/drawingml/2006/main">
            <a:off x="5891088" y="4467751"/>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某光模块厂</a:t>
            </a:r>
          </a:p>
        </p:txBody>
      </p:sp>
      <p:sp>
        <p:nvSpPr>
          <p:cNvPr id="144" name="pdf-text-0144">
            <a:extLst xmlns:a="http://schemas.openxmlformats.org/drawingml/2006/main">
              <a:ext uri="{FF2B5EF4-FFF2-40B4-BE49-F238E27FC236}">
                <a16:creationId xmlns:a16="http://schemas.microsoft.com/office/drawing/2014/main" id="{DDB97E8D-9495-4370-9BFB-37ECEFC9C40A}"/>
              </a:ext>
            </a:extLst>
          </p:cNvPr>
          <p:cNvSpPr>
            <a:spLocks xmlns:a="http://schemas.openxmlformats.org/drawingml/2006/main" noGrp="1"/>
          </p:cNvSpPr>
          <p:nvPr/>
        </p:nvSpPr>
        <p:spPr>
          <a:xfrm xmlns:a="http://schemas.openxmlformats.org/drawingml/2006/main">
            <a:off x="7298502" y="4467751"/>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光模块AOI</a:t>
            </a:r>
          </a:p>
        </p:txBody>
      </p:sp>
      <p:sp>
        <p:nvSpPr>
          <p:cNvPr id="145" name="pdf-text-0145">
            <a:extLst xmlns:a="http://schemas.openxmlformats.org/drawingml/2006/main">
              <a:ext uri="{FF2B5EF4-FFF2-40B4-BE49-F238E27FC236}">
                <a16:creationId xmlns:a16="http://schemas.microsoft.com/office/drawing/2014/main" id="{E4E1FBFD-D2A5-4FCA-B641-4B6194671AC5}"/>
              </a:ext>
            </a:extLst>
          </p:cNvPr>
          <p:cNvSpPr>
            <a:spLocks xmlns:a="http://schemas.openxmlformats.org/drawingml/2006/main" noGrp="1"/>
          </p:cNvSpPr>
          <p:nvPr/>
        </p:nvSpPr>
        <p:spPr>
          <a:xfrm xmlns:a="http://schemas.openxmlformats.org/drawingml/2006/main">
            <a:off x="8486917" y="4467751"/>
            <a:ext cx="1638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已下单1台，后续待下单</a:t>
            </a:r>
          </a:p>
        </p:txBody>
      </p:sp>
      <p:sp>
        <p:nvSpPr>
          <p:cNvPr id="146" name="pdf-text-0146">
            <a:extLst xmlns:a="http://schemas.openxmlformats.org/drawingml/2006/main">
              <a:ext uri="{FF2B5EF4-FFF2-40B4-BE49-F238E27FC236}">
                <a16:creationId xmlns:a16="http://schemas.microsoft.com/office/drawing/2014/main" id="{189483AD-7ED8-46E2-AB1D-48ADF4977D69}"/>
              </a:ext>
            </a:extLst>
          </p:cNvPr>
          <p:cNvSpPr>
            <a:spLocks xmlns:a="http://schemas.openxmlformats.org/drawingml/2006/main" noGrp="1"/>
          </p:cNvSpPr>
          <p:nvPr/>
        </p:nvSpPr>
        <p:spPr>
          <a:xfrm xmlns:a="http://schemas.openxmlformats.org/drawingml/2006/main">
            <a:off x="10617926" y="4467751"/>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80</a:t>
            </a:r>
          </a:p>
        </p:txBody>
      </p:sp>
      <p:sp>
        <p:nvSpPr>
          <p:cNvPr id="147" name="pdf-text-0147">
            <a:extLst xmlns:a="http://schemas.openxmlformats.org/drawingml/2006/main">
              <a:ext uri="{FF2B5EF4-FFF2-40B4-BE49-F238E27FC236}">
                <a16:creationId xmlns:a16="http://schemas.microsoft.com/office/drawing/2014/main" id="{585050FC-3155-4A80-88FE-06738AFA2DD2}"/>
              </a:ext>
            </a:extLst>
          </p:cNvPr>
          <p:cNvSpPr>
            <a:spLocks xmlns:a="http://schemas.openxmlformats.org/drawingml/2006/main" noGrp="1"/>
          </p:cNvSpPr>
          <p:nvPr/>
        </p:nvSpPr>
        <p:spPr>
          <a:xfrm xmlns:a="http://schemas.openxmlformats.org/drawingml/2006/main">
            <a:off x="11280713" y="4467751"/>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8000</a:t>
            </a:r>
          </a:p>
        </p:txBody>
      </p:sp>
      <p:sp>
        <p:nvSpPr>
          <p:cNvPr id="148" name="pdf-text-0148">
            <a:extLst xmlns:a="http://schemas.openxmlformats.org/drawingml/2006/main">
              <a:ext uri="{FF2B5EF4-FFF2-40B4-BE49-F238E27FC236}">
                <a16:creationId xmlns:a16="http://schemas.microsoft.com/office/drawing/2014/main" id="{E4862546-401A-4F9E-8566-1E916C7B2DC1}"/>
              </a:ext>
            </a:extLst>
          </p:cNvPr>
          <p:cNvSpPr>
            <a:spLocks xmlns:a="http://schemas.openxmlformats.org/drawingml/2006/main" noGrp="1"/>
          </p:cNvSpPr>
          <p:nvPr/>
        </p:nvSpPr>
        <p:spPr>
          <a:xfrm xmlns:a="http://schemas.openxmlformats.org/drawingml/2006/main">
            <a:off x="5890934" y="4653984"/>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某光模块厂</a:t>
            </a:r>
          </a:p>
        </p:txBody>
      </p:sp>
      <p:sp>
        <p:nvSpPr>
          <p:cNvPr id="149" name="pdf-text-0149">
            <a:extLst xmlns:a="http://schemas.openxmlformats.org/drawingml/2006/main">
              <a:ext uri="{FF2B5EF4-FFF2-40B4-BE49-F238E27FC236}">
                <a16:creationId xmlns:a16="http://schemas.microsoft.com/office/drawing/2014/main" id="{1349559E-8D51-4A77-B433-482BE8A5FF99}"/>
              </a:ext>
            </a:extLst>
          </p:cNvPr>
          <p:cNvSpPr>
            <a:spLocks xmlns:a="http://schemas.openxmlformats.org/drawingml/2006/main" noGrp="1"/>
          </p:cNvSpPr>
          <p:nvPr/>
        </p:nvSpPr>
        <p:spPr>
          <a:xfrm xmlns:a="http://schemas.openxmlformats.org/drawingml/2006/main">
            <a:off x="7298348" y="4653984"/>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光模块AOI</a:t>
            </a:r>
          </a:p>
        </p:txBody>
      </p:sp>
      <p:sp>
        <p:nvSpPr>
          <p:cNvPr id="150" name="pdf-text-0150">
            <a:extLst xmlns:a="http://schemas.openxmlformats.org/drawingml/2006/main">
              <a:ext uri="{FF2B5EF4-FFF2-40B4-BE49-F238E27FC236}">
                <a16:creationId xmlns:a16="http://schemas.microsoft.com/office/drawing/2014/main" id="{FF40B2AA-418F-4C08-8A8E-535A9F4AC309}"/>
              </a:ext>
            </a:extLst>
          </p:cNvPr>
          <p:cNvSpPr>
            <a:spLocks xmlns:a="http://schemas.openxmlformats.org/drawingml/2006/main" noGrp="1"/>
          </p:cNvSpPr>
          <p:nvPr/>
        </p:nvSpPr>
        <p:spPr>
          <a:xfrm xmlns:a="http://schemas.openxmlformats.org/drawingml/2006/main">
            <a:off x="8601063" y="4653984"/>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Demo已完成，待招标</a:t>
            </a:r>
          </a:p>
        </p:txBody>
      </p:sp>
      <p:sp>
        <p:nvSpPr>
          <p:cNvPr id="151" name="pdf-text-0151">
            <a:extLst xmlns:a="http://schemas.openxmlformats.org/drawingml/2006/main">
              <a:ext uri="{FF2B5EF4-FFF2-40B4-BE49-F238E27FC236}">
                <a16:creationId xmlns:a16="http://schemas.microsoft.com/office/drawing/2014/main" id="{12E26778-FE7B-454C-A147-692AEE5C9EDB}"/>
              </a:ext>
            </a:extLst>
          </p:cNvPr>
          <p:cNvSpPr>
            <a:spLocks xmlns:a="http://schemas.openxmlformats.org/drawingml/2006/main" noGrp="1"/>
          </p:cNvSpPr>
          <p:nvPr/>
        </p:nvSpPr>
        <p:spPr>
          <a:xfrm xmlns:a="http://schemas.openxmlformats.org/drawingml/2006/main">
            <a:off x="10617772" y="4653984"/>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152" name="pdf-text-0152">
            <a:extLst xmlns:a="http://schemas.openxmlformats.org/drawingml/2006/main">
              <a:ext uri="{FF2B5EF4-FFF2-40B4-BE49-F238E27FC236}">
                <a16:creationId xmlns:a16="http://schemas.microsoft.com/office/drawing/2014/main" id="{611F04DF-54E5-4885-96E1-E57B578CA875}"/>
              </a:ext>
            </a:extLst>
          </p:cNvPr>
          <p:cNvSpPr>
            <a:spLocks xmlns:a="http://schemas.openxmlformats.org/drawingml/2006/main" noGrp="1"/>
          </p:cNvSpPr>
          <p:nvPr/>
        </p:nvSpPr>
        <p:spPr>
          <a:xfrm xmlns:a="http://schemas.openxmlformats.org/drawingml/2006/main">
            <a:off x="11280559" y="4653984"/>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2000</a:t>
            </a:r>
          </a:p>
        </p:txBody>
      </p:sp>
      <p:sp>
        <p:nvSpPr>
          <p:cNvPr id="153" name="pdf-text-0153">
            <a:extLst xmlns:a="http://schemas.openxmlformats.org/drawingml/2006/main">
              <a:ext uri="{FF2B5EF4-FFF2-40B4-BE49-F238E27FC236}">
                <a16:creationId xmlns:a16="http://schemas.microsoft.com/office/drawing/2014/main" id="{F5C076A9-E3DD-4E43-8681-7311ABA96460}"/>
              </a:ext>
            </a:extLst>
          </p:cNvPr>
          <p:cNvSpPr>
            <a:spLocks xmlns:a="http://schemas.openxmlformats.org/drawingml/2006/main" noGrp="1"/>
          </p:cNvSpPr>
          <p:nvPr/>
        </p:nvSpPr>
        <p:spPr>
          <a:xfrm xmlns:a="http://schemas.openxmlformats.org/drawingml/2006/main">
            <a:off x="5890781" y="4840217"/>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某光模块厂</a:t>
            </a:r>
          </a:p>
        </p:txBody>
      </p:sp>
      <p:sp>
        <p:nvSpPr>
          <p:cNvPr id="154" name="pdf-text-0154">
            <a:extLst xmlns:a="http://schemas.openxmlformats.org/drawingml/2006/main">
              <a:ext uri="{FF2B5EF4-FFF2-40B4-BE49-F238E27FC236}">
                <a16:creationId xmlns:a16="http://schemas.microsoft.com/office/drawing/2014/main" id="{843AADBB-DEE1-43EE-B982-436F3E57E78D}"/>
              </a:ext>
            </a:extLst>
          </p:cNvPr>
          <p:cNvSpPr>
            <a:spLocks xmlns:a="http://schemas.openxmlformats.org/drawingml/2006/main" noGrp="1"/>
          </p:cNvSpPr>
          <p:nvPr/>
        </p:nvSpPr>
        <p:spPr>
          <a:xfrm xmlns:a="http://schemas.openxmlformats.org/drawingml/2006/main">
            <a:off x="7298195" y="4840217"/>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光模块AOI</a:t>
            </a:r>
          </a:p>
        </p:txBody>
      </p:sp>
      <p:sp>
        <p:nvSpPr>
          <p:cNvPr id="155" name="pdf-text-0155">
            <a:extLst xmlns:a="http://schemas.openxmlformats.org/drawingml/2006/main">
              <a:ext uri="{FF2B5EF4-FFF2-40B4-BE49-F238E27FC236}">
                <a16:creationId xmlns:a16="http://schemas.microsoft.com/office/drawing/2014/main" id="{8ADCB32C-D139-408C-993D-5C260298E30D}"/>
              </a:ext>
            </a:extLst>
          </p:cNvPr>
          <p:cNvSpPr>
            <a:spLocks xmlns:a="http://schemas.openxmlformats.org/drawingml/2006/main" noGrp="1"/>
          </p:cNvSpPr>
          <p:nvPr/>
        </p:nvSpPr>
        <p:spPr>
          <a:xfrm xmlns:a="http://schemas.openxmlformats.org/drawingml/2006/main">
            <a:off x="8753310" y="4840217"/>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待客户扩建完成</a:t>
            </a:r>
          </a:p>
        </p:txBody>
      </p:sp>
      <p:sp>
        <p:nvSpPr>
          <p:cNvPr id="156" name="pdf-text-0156">
            <a:extLst xmlns:a="http://schemas.openxmlformats.org/drawingml/2006/main">
              <a:ext uri="{FF2B5EF4-FFF2-40B4-BE49-F238E27FC236}">
                <a16:creationId xmlns:a16="http://schemas.microsoft.com/office/drawing/2014/main" id="{4E504749-5AA3-4083-BDDA-86F22382B746}"/>
              </a:ext>
            </a:extLst>
          </p:cNvPr>
          <p:cNvSpPr>
            <a:spLocks xmlns:a="http://schemas.openxmlformats.org/drawingml/2006/main" noGrp="1"/>
          </p:cNvSpPr>
          <p:nvPr/>
        </p:nvSpPr>
        <p:spPr>
          <a:xfrm xmlns:a="http://schemas.openxmlformats.org/drawingml/2006/main">
            <a:off x="10617619" y="4840217"/>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157" name="pdf-text-0157">
            <a:extLst xmlns:a="http://schemas.openxmlformats.org/drawingml/2006/main">
              <a:ext uri="{FF2B5EF4-FFF2-40B4-BE49-F238E27FC236}">
                <a16:creationId xmlns:a16="http://schemas.microsoft.com/office/drawing/2014/main" id="{AF402BC0-A1CB-42FA-91DF-53BF4CE12DA3}"/>
              </a:ext>
            </a:extLst>
          </p:cNvPr>
          <p:cNvSpPr>
            <a:spLocks xmlns:a="http://schemas.openxmlformats.org/drawingml/2006/main" noGrp="1"/>
          </p:cNvSpPr>
          <p:nvPr/>
        </p:nvSpPr>
        <p:spPr>
          <a:xfrm xmlns:a="http://schemas.openxmlformats.org/drawingml/2006/main">
            <a:off x="11280406" y="4840217"/>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2000</a:t>
            </a:r>
          </a:p>
        </p:txBody>
      </p:sp>
      <p:sp>
        <p:nvSpPr>
          <p:cNvPr id="158" name="pdf-text-0158">
            <a:extLst xmlns:a="http://schemas.openxmlformats.org/drawingml/2006/main">
              <a:ext uri="{FF2B5EF4-FFF2-40B4-BE49-F238E27FC236}">
                <a16:creationId xmlns:a16="http://schemas.microsoft.com/office/drawing/2014/main" id="{F0243EBC-6383-45BA-9691-38B25D0576CA}"/>
              </a:ext>
            </a:extLst>
          </p:cNvPr>
          <p:cNvSpPr>
            <a:spLocks xmlns:a="http://schemas.openxmlformats.org/drawingml/2006/main" noGrp="1"/>
          </p:cNvSpPr>
          <p:nvPr/>
        </p:nvSpPr>
        <p:spPr>
          <a:xfrm xmlns:a="http://schemas.openxmlformats.org/drawingml/2006/main">
            <a:off x="5890627" y="502644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某光模块厂</a:t>
            </a:r>
          </a:p>
        </p:txBody>
      </p:sp>
      <p:sp>
        <p:nvSpPr>
          <p:cNvPr id="159" name="pdf-text-0159">
            <a:extLst xmlns:a="http://schemas.openxmlformats.org/drawingml/2006/main">
              <a:ext uri="{FF2B5EF4-FFF2-40B4-BE49-F238E27FC236}">
                <a16:creationId xmlns:a16="http://schemas.microsoft.com/office/drawing/2014/main" id="{659ADB5F-F2E2-4DB9-80CF-FBF7A6052886}"/>
              </a:ext>
            </a:extLst>
          </p:cNvPr>
          <p:cNvSpPr>
            <a:spLocks xmlns:a="http://schemas.openxmlformats.org/drawingml/2006/main" noGrp="1"/>
          </p:cNvSpPr>
          <p:nvPr/>
        </p:nvSpPr>
        <p:spPr>
          <a:xfrm xmlns:a="http://schemas.openxmlformats.org/drawingml/2006/main">
            <a:off x="7298041" y="5026449"/>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光模块AOI</a:t>
            </a:r>
          </a:p>
        </p:txBody>
      </p:sp>
      <p:sp>
        <p:nvSpPr>
          <p:cNvPr id="160" name="pdf-text-0160">
            <a:extLst xmlns:a="http://schemas.openxmlformats.org/drawingml/2006/main">
              <a:ext uri="{FF2B5EF4-FFF2-40B4-BE49-F238E27FC236}">
                <a16:creationId xmlns:a16="http://schemas.microsoft.com/office/drawing/2014/main" id="{C659FC7F-6EC9-4364-8C9F-AC116C9F591A}"/>
              </a:ext>
            </a:extLst>
          </p:cNvPr>
          <p:cNvSpPr>
            <a:spLocks xmlns:a="http://schemas.openxmlformats.org/drawingml/2006/main" noGrp="1"/>
          </p:cNvSpPr>
          <p:nvPr/>
        </p:nvSpPr>
        <p:spPr>
          <a:xfrm xmlns:a="http://schemas.openxmlformats.org/drawingml/2006/main">
            <a:off x="8486456" y="5026449"/>
            <a:ext cx="1638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已下单2台，待后续订单</a:t>
            </a:r>
          </a:p>
        </p:txBody>
      </p:sp>
      <p:sp>
        <p:nvSpPr>
          <p:cNvPr id="161" name="pdf-text-0161">
            <a:extLst xmlns:a="http://schemas.openxmlformats.org/drawingml/2006/main">
              <a:ext uri="{FF2B5EF4-FFF2-40B4-BE49-F238E27FC236}">
                <a16:creationId xmlns:a16="http://schemas.microsoft.com/office/drawing/2014/main" id="{23942CBD-EB2E-413E-BCA3-5AE70F5DD87A}"/>
              </a:ext>
            </a:extLst>
          </p:cNvPr>
          <p:cNvSpPr>
            <a:spLocks xmlns:a="http://schemas.openxmlformats.org/drawingml/2006/main" noGrp="1"/>
          </p:cNvSpPr>
          <p:nvPr/>
        </p:nvSpPr>
        <p:spPr>
          <a:xfrm xmlns:a="http://schemas.openxmlformats.org/drawingml/2006/main">
            <a:off x="10617465" y="5026449"/>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60</a:t>
            </a:r>
          </a:p>
        </p:txBody>
      </p:sp>
      <p:sp>
        <p:nvSpPr>
          <p:cNvPr id="162" name="pdf-text-0162">
            <a:extLst xmlns:a="http://schemas.openxmlformats.org/drawingml/2006/main">
              <a:ext uri="{FF2B5EF4-FFF2-40B4-BE49-F238E27FC236}">
                <a16:creationId xmlns:a16="http://schemas.microsoft.com/office/drawing/2014/main" id="{0D0EF699-373C-485D-8305-998299DDB35B}"/>
              </a:ext>
            </a:extLst>
          </p:cNvPr>
          <p:cNvSpPr>
            <a:spLocks xmlns:a="http://schemas.openxmlformats.org/drawingml/2006/main" noGrp="1"/>
          </p:cNvSpPr>
          <p:nvPr/>
        </p:nvSpPr>
        <p:spPr>
          <a:xfrm xmlns:a="http://schemas.openxmlformats.org/drawingml/2006/main">
            <a:off x="11280253" y="502644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8000</a:t>
            </a:r>
          </a:p>
        </p:txBody>
      </p:sp>
      <p:sp>
        <p:nvSpPr>
          <p:cNvPr id="163" name="pdf-text-0163">
            <a:extLst xmlns:a="http://schemas.openxmlformats.org/drawingml/2006/main">
              <a:ext uri="{FF2B5EF4-FFF2-40B4-BE49-F238E27FC236}">
                <a16:creationId xmlns:a16="http://schemas.microsoft.com/office/drawing/2014/main" id="{02005121-5438-474F-AD2C-03B2AA3FACD1}"/>
              </a:ext>
            </a:extLst>
          </p:cNvPr>
          <p:cNvSpPr>
            <a:spLocks xmlns:a="http://schemas.openxmlformats.org/drawingml/2006/main" noGrp="1"/>
          </p:cNvSpPr>
          <p:nvPr/>
        </p:nvSpPr>
        <p:spPr>
          <a:xfrm xmlns:a="http://schemas.openxmlformats.org/drawingml/2006/main">
            <a:off x="5890474" y="523828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某光模块厂</a:t>
            </a:r>
          </a:p>
        </p:txBody>
      </p:sp>
      <p:sp>
        <p:nvSpPr>
          <p:cNvPr id="164" name="pdf-text-0164">
            <a:extLst xmlns:a="http://schemas.openxmlformats.org/drawingml/2006/main">
              <a:ext uri="{FF2B5EF4-FFF2-40B4-BE49-F238E27FC236}">
                <a16:creationId xmlns:a16="http://schemas.microsoft.com/office/drawing/2014/main" id="{F8B81B7F-9B40-4928-820C-0AB6808EACBC}"/>
              </a:ext>
            </a:extLst>
          </p:cNvPr>
          <p:cNvSpPr>
            <a:spLocks xmlns:a="http://schemas.openxmlformats.org/drawingml/2006/main" noGrp="1"/>
          </p:cNvSpPr>
          <p:nvPr/>
        </p:nvSpPr>
        <p:spPr>
          <a:xfrm xmlns:a="http://schemas.openxmlformats.org/drawingml/2006/main">
            <a:off x="7297888" y="5238285"/>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光模块AOI</a:t>
            </a:r>
          </a:p>
        </p:txBody>
      </p:sp>
      <p:sp>
        <p:nvSpPr>
          <p:cNvPr id="165" name="pdf-text-0165">
            <a:extLst xmlns:a="http://schemas.openxmlformats.org/drawingml/2006/main">
              <a:ext uri="{FF2B5EF4-FFF2-40B4-BE49-F238E27FC236}">
                <a16:creationId xmlns:a16="http://schemas.microsoft.com/office/drawing/2014/main" id="{90F6D073-DAA2-4B9A-AD99-EDA2ED59C0BB}"/>
              </a:ext>
            </a:extLst>
          </p:cNvPr>
          <p:cNvSpPr>
            <a:spLocks xmlns:a="http://schemas.openxmlformats.org/drawingml/2006/main" noGrp="1"/>
          </p:cNvSpPr>
          <p:nvPr/>
        </p:nvSpPr>
        <p:spPr>
          <a:xfrm xmlns:a="http://schemas.openxmlformats.org/drawingml/2006/main">
            <a:off x="8562503" y="523828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SOW已提交客户采购部</a:t>
            </a:r>
          </a:p>
        </p:txBody>
      </p:sp>
      <p:sp>
        <p:nvSpPr>
          <p:cNvPr id="166" name="pdf-text-0166">
            <a:extLst xmlns:a="http://schemas.openxmlformats.org/drawingml/2006/main">
              <a:ext uri="{FF2B5EF4-FFF2-40B4-BE49-F238E27FC236}">
                <a16:creationId xmlns:a16="http://schemas.microsoft.com/office/drawing/2014/main" id="{C2BC2437-C9E8-42D9-8404-825DA87D8E64}"/>
              </a:ext>
            </a:extLst>
          </p:cNvPr>
          <p:cNvSpPr>
            <a:spLocks xmlns:a="http://schemas.openxmlformats.org/drawingml/2006/main" noGrp="1"/>
          </p:cNvSpPr>
          <p:nvPr/>
        </p:nvSpPr>
        <p:spPr>
          <a:xfrm xmlns:a="http://schemas.openxmlformats.org/drawingml/2006/main">
            <a:off x="10617312" y="523828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a:t>
            </a:r>
          </a:p>
        </p:txBody>
      </p:sp>
      <p:sp>
        <p:nvSpPr>
          <p:cNvPr id="167" name="pdf-text-0167">
            <a:extLst xmlns:a="http://schemas.openxmlformats.org/drawingml/2006/main">
              <a:ext uri="{FF2B5EF4-FFF2-40B4-BE49-F238E27FC236}">
                <a16:creationId xmlns:a16="http://schemas.microsoft.com/office/drawing/2014/main" id="{5B9D903A-A926-4A55-AEC1-A2980944DBCD}"/>
              </a:ext>
            </a:extLst>
          </p:cNvPr>
          <p:cNvSpPr>
            <a:spLocks xmlns:a="http://schemas.openxmlformats.org/drawingml/2006/main" noGrp="1"/>
          </p:cNvSpPr>
          <p:nvPr/>
        </p:nvSpPr>
        <p:spPr>
          <a:xfrm xmlns:a="http://schemas.openxmlformats.org/drawingml/2006/main">
            <a:off x="11280099" y="523828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2800</a:t>
            </a:r>
          </a:p>
        </p:txBody>
      </p:sp>
      <p:sp>
        <p:nvSpPr>
          <p:cNvPr id="168" name="pdf-text-0168">
            <a:extLst xmlns:a="http://schemas.openxmlformats.org/drawingml/2006/main">
              <a:ext uri="{FF2B5EF4-FFF2-40B4-BE49-F238E27FC236}">
                <a16:creationId xmlns:a16="http://schemas.microsoft.com/office/drawing/2014/main" id="{31648B15-5231-4344-9F67-803CA8E94EA7}"/>
              </a:ext>
            </a:extLst>
          </p:cNvPr>
          <p:cNvSpPr>
            <a:spLocks xmlns:a="http://schemas.openxmlformats.org/drawingml/2006/main" noGrp="1"/>
          </p:cNvSpPr>
          <p:nvPr/>
        </p:nvSpPr>
        <p:spPr>
          <a:xfrm xmlns:a="http://schemas.openxmlformats.org/drawingml/2006/main">
            <a:off x="5814120" y="5543238"/>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某先进封装厂</a:t>
            </a:r>
          </a:p>
        </p:txBody>
      </p:sp>
      <p:sp>
        <p:nvSpPr>
          <p:cNvPr id="169" name="pdf-text-0169">
            <a:extLst xmlns:a="http://schemas.openxmlformats.org/drawingml/2006/main">
              <a:ext uri="{FF2B5EF4-FFF2-40B4-BE49-F238E27FC236}">
                <a16:creationId xmlns:a16="http://schemas.microsoft.com/office/drawing/2014/main" id="{AF6BE9ED-356F-4F2E-8888-039732650BED}"/>
              </a:ext>
            </a:extLst>
          </p:cNvPr>
          <p:cNvSpPr>
            <a:spLocks xmlns:a="http://schemas.openxmlformats.org/drawingml/2006/main" noGrp="1"/>
          </p:cNvSpPr>
          <p:nvPr/>
        </p:nvSpPr>
        <p:spPr>
          <a:xfrm xmlns:a="http://schemas.openxmlformats.org/drawingml/2006/main">
            <a:off x="7221534" y="5543238"/>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先进封装AOI</a:t>
            </a:r>
          </a:p>
        </p:txBody>
      </p:sp>
      <p:sp>
        <p:nvSpPr>
          <p:cNvPr id="170" name="pdf-text-0170">
            <a:extLst xmlns:a="http://schemas.openxmlformats.org/drawingml/2006/main">
              <a:ext uri="{FF2B5EF4-FFF2-40B4-BE49-F238E27FC236}">
                <a16:creationId xmlns:a16="http://schemas.microsoft.com/office/drawing/2014/main" id="{E44A9B18-8D9C-4AC5-B0EC-8A2534DBC9BC}"/>
              </a:ext>
            </a:extLst>
          </p:cNvPr>
          <p:cNvSpPr>
            <a:spLocks xmlns:a="http://schemas.openxmlformats.org/drawingml/2006/main" noGrp="1"/>
          </p:cNvSpPr>
          <p:nvPr/>
        </p:nvSpPr>
        <p:spPr>
          <a:xfrm xmlns:a="http://schemas.openxmlformats.org/drawingml/2006/main">
            <a:off x="8371849" y="5451798"/>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昆山已Demo过，待南京批量</a:t>
            </a:r>
          </a:p>
        </p:txBody>
      </p:sp>
      <p:sp>
        <p:nvSpPr>
          <p:cNvPr id="171" name="pdf-text-0171">
            <a:extLst xmlns:a="http://schemas.openxmlformats.org/drawingml/2006/main">
              <a:ext uri="{FF2B5EF4-FFF2-40B4-BE49-F238E27FC236}">
                <a16:creationId xmlns:a16="http://schemas.microsoft.com/office/drawing/2014/main" id="{33C01415-B11F-47A4-88EB-5185FD9C3E49}"/>
              </a:ext>
            </a:extLst>
          </p:cNvPr>
          <p:cNvSpPr>
            <a:spLocks xmlns:a="http://schemas.openxmlformats.org/drawingml/2006/main" noGrp="1"/>
          </p:cNvSpPr>
          <p:nvPr/>
        </p:nvSpPr>
        <p:spPr>
          <a:xfrm xmlns:a="http://schemas.openxmlformats.org/drawingml/2006/main">
            <a:off x="9133849" y="5634678"/>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订单</a:t>
            </a:r>
          </a:p>
        </p:txBody>
      </p:sp>
      <p:sp>
        <p:nvSpPr>
          <p:cNvPr id="172" name="pdf-text-0172">
            <a:extLst xmlns:a="http://schemas.openxmlformats.org/drawingml/2006/main">
              <a:ext uri="{FF2B5EF4-FFF2-40B4-BE49-F238E27FC236}">
                <a16:creationId xmlns:a16="http://schemas.microsoft.com/office/drawing/2014/main" id="{B5B6DF39-9613-4410-B615-27D7EFE8FD25}"/>
              </a:ext>
            </a:extLst>
          </p:cNvPr>
          <p:cNvSpPr>
            <a:spLocks xmlns:a="http://schemas.openxmlformats.org/drawingml/2006/main" noGrp="1"/>
          </p:cNvSpPr>
          <p:nvPr/>
        </p:nvSpPr>
        <p:spPr>
          <a:xfrm xmlns:a="http://schemas.openxmlformats.org/drawingml/2006/main">
            <a:off x="10617159" y="554323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a:t>
            </a:r>
          </a:p>
        </p:txBody>
      </p:sp>
      <p:sp>
        <p:nvSpPr>
          <p:cNvPr id="173" name="pdf-text-0173">
            <a:extLst xmlns:a="http://schemas.openxmlformats.org/drawingml/2006/main">
              <a:ext uri="{FF2B5EF4-FFF2-40B4-BE49-F238E27FC236}">
                <a16:creationId xmlns:a16="http://schemas.microsoft.com/office/drawing/2014/main" id="{672D5150-41FE-47AE-BB93-618A79E8CBCD}"/>
              </a:ext>
            </a:extLst>
          </p:cNvPr>
          <p:cNvSpPr>
            <a:spLocks xmlns:a="http://schemas.openxmlformats.org/drawingml/2006/main" noGrp="1"/>
          </p:cNvSpPr>
          <p:nvPr/>
        </p:nvSpPr>
        <p:spPr>
          <a:xfrm xmlns:a="http://schemas.openxmlformats.org/drawingml/2006/main">
            <a:off x="11279946" y="5543238"/>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3000</a:t>
            </a:r>
          </a:p>
        </p:txBody>
      </p:sp>
      <p:sp>
        <p:nvSpPr>
          <p:cNvPr id="174" name="pdf-text-0174">
            <a:extLst xmlns:a="http://schemas.openxmlformats.org/drawingml/2006/main">
              <a:ext uri="{FF2B5EF4-FFF2-40B4-BE49-F238E27FC236}">
                <a16:creationId xmlns:a16="http://schemas.microsoft.com/office/drawing/2014/main" id="{7FAA88FE-3EA4-446F-AB03-10ED9705124B}"/>
              </a:ext>
            </a:extLst>
          </p:cNvPr>
          <p:cNvSpPr>
            <a:spLocks xmlns:a="http://schemas.openxmlformats.org/drawingml/2006/main" noGrp="1"/>
          </p:cNvSpPr>
          <p:nvPr/>
        </p:nvSpPr>
        <p:spPr>
          <a:xfrm xmlns:a="http://schemas.openxmlformats.org/drawingml/2006/main">
            <a:off x="5813968" y="5822587"/>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某先进封装厂</a:t>
            </a:r>
          </a:p>
        </p:txBody>
      </p:sp>
      <p:sp>
        <p:nvSpPr>
          <p:cNvPr id="175" name="pdf-text-0175">
            <a:extLst xmlns:a="http://schemas.openxmlformats.org/drawingml/2006/main">
              <a:ext uri="{FF2B5EF4-FFF2-40B4-BE49-F238E27FC236}">
                <a16:creationId xmlns:a16="http://schemas.microsoft.com/office/drawing/2014/main" id="{95C305A0-E4DF-4D5F-B42E-4AF0DABE7AD6}"/>
              </a:ext>
            </a:extLst>
          </p:cNvPr>
          <p:cNvSpPr>
            <a:spLocks xmlns:a="http://schemas.openxmlformats.org/drawingml/2006/main" noGrp="1"/>
          </p:cNvSpPr>
          <p:nvPr/>
        </p:nvSpPr>
        <p:spPr>
          <a:xfrm xmlns:a="http://schemas.openxmlformats.org/drawingml/2006/main">
            <a:off x="7221382" y="5822587"/>
            <a:ext cx="87934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先进封装AOI</a:t>
            </a:r>
          </a:p>
        </p:txBody>
      </p:sp>
      <p:sp>
        <p:nvSpPr>
          <p:cNvPr id="176" name="pdf-text-0176">
            <a:extLst xmlns:a="http://schemas.openxmlformats.org/drawingml/2006/main">
              <a:ext uri="{FF2B5EF4-FFF2-40B4-BE49-F238E27FC236}">
                <a16:creationId xmlns:a16="http://schemas.microsoft.com/office/drawing/2014/main" id="{3C27C918-1ED2-47B0-96AD-D84F48854CB9}"/>
              </a:ext>
            </a:extLst>
          </p:cNvPr>
          <p:cNvSpPr>
            <a:spLocks xmlns:a="http://schemas.openxmlformats.org/drawingml/2006/main" noGrp="1"/>
          </p:cNvSpPr>
          <p:nvPr/>
        </p:nvSpPr>
        <p:spPr>
          <a:xfrm xmlns:a="http://schemas.openxmlformats.org/drawingml/2006/main">
            <a:off x="9060621" y="5822168"/>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交付中</a:t>
            </a:r>
          </a:p>
        </p:txBody>
      </p:sp>
      <p:sp>
        <p:nvSpPr>
          <p:cNvPr id="177" name="pdf-text-0177">
            <a:extLst xmlns:a="http://schemas.openxmlformats.org/drawingml/2006/main">
              <a:ext uri="{FF2B5EF4-FFF2-40B4-BE49-F238E27FC236}">
                <a16:creationId xmlns:a16="http://schemas.microsoft.com/office/drawing/2014/main" id="{7E2830B1-88F0-44D9-A53C-ECC77F04F54C}"/>
              </a:ext>
            </a:extLst>
          </p:cNvPr>
          <p:cNvSpPr>
            <a:spLocks xmlns:a="http://schemas.openxmlformats.org/drawingml/2006/main" noGrp="1"/>
          </p:cNvSpPr>
          <p:nvPr/>
        </p:nvSpPr>
        <p:spPr>
          <a:xfrm xmlns:a="http://schemas.openxmlformats.org/drawingml/2006/main">
            <a:off x="10658230" y="5822168"/>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a:t>
            </a:r>
          </a:p>
        </p:txBody>
      </p:sp>
      <p:sp>
        <p:nvSpPr>
          <p:cNvPr id="178" name="pdf-text-0178">
            <a:extLst xmlns:a="http://schemas.openxmlformats.org/drawingml/2006/main">
              <a:ext uri="{FF2B5EF4-FFF2-40B4-BE49-F238E27FC236}">
                <a16:creationId xmlns:a16="http://schemas.microsoft.com/office/drawing/2014/main" id="{2549B14C-3FEB-4C8F-92DE-644BD791217E}"/>
              </a:ext>
            </a:extLst>
          </p:cNvPr>
          <p:cNvSpPr>
            <a:spLocks xmlns:a="http://schemas.openxmlformats.org/drawingml/2006/main" noGrp="1"/>
          </p:cNvSpPr>
          <p:nvPr/>
        </p:nvSpPr>
        <p:spPr>
          <a:xfrm xmlns:a="http://schemas.openxmlformats.org/drawingml/2006/main">
            <a:off x="11282917" y="5822168"/>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2250</a:t>
            </a:r>
          </a:p>
        </p:txBody>
      </p:sp>
      <p:sp>
        <p:nvSpPr>
          <p:cNvPr id="179" name="pdf-text-0179">
            <a:extLst xmlns:a="http://schemas.openxmlformats.org/drawingml/2006/main">
              <a:ext uri="{FF2B5EF4-FFF2-40B4-BE49-F238E27FC236}">
                <a16:creationId xmlns:a16="http://schemas.microsoft.com/office/drawing/2014/main" id="{33D27A89-579B-4540-ADD6-41FEAE6D36FB}"/>
              </a:ext>
            </a:extLst>
          </p:cNvPr>
          <p:cNvSpPr>
            <a:spLocks xmlns:a="http://schemas.openxmlformats.org/drawingml/2006/main" noGrp="1"/>
          </p:cNvSpPr>
          <p:nvPr/>
        </p:nvSpPr>
        <p:spPr>
          <a:xfrm xmlns:a="http://schemas.openxmlformats.org/drawingml/2006/main">
            <a:off x="5816939" y="6008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某先进封装厂</a:t>
            </a:r>
          </a:p>
        </p:txBody>
      </p:sp>
      <p:sp>
        <p:nvSpPr>
          <p:cNvPr id="180" name="pdf-text-0180">
            <a:extLst xmlns:a="http://schemas.openxmlformats.org/drawingml/2006/main">
              <a:ext uri="{FF2B5EF4-FFF2-40B4-BE49-F238E27FC236}">
                <a16:creationId xmlns:a16="http://schemas.microsoft.com/office/drawing/2014/main" id="{1DE10A18-7A2F-45BB-96E0-7DA6D0245560}"/>
              </a:ext>
            </a:extLst>
          </p:cNvPr>
          <p:cNvSpPr>
            <a:spLocks xmlns:a="http://schemas.openxmlformats.org/drawingml/2006/main" noGrp="1"/>
          </p:cNvSpPr>
          <p:nvPr/>
        </p:nvSpPr>
        <p:spPr>
          <a:xfrm xmlns:a="http://schemas.openxmlformats.org/drawingml/2006/main">
            <a:off x="7224353" y="60084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先进封装AOI</a:t>
            </a:r>
          </a:p>
        </p:txBody>
      </p:sp>
      <p:sp>
        <p:nvSpPr>
          <p:cNvPr id="181" name="pdf-text-0181">
            <a:extLst xmlns:a="http://schemas.openxmlformats.org/drawingml/2006/main">
              <a:ext uri="{FF2B5EF4-FFF2-40B4-BE49-F238E27FC236}">
                <a16:creationId xmlns:a16="http://schemas.microsoft.com/office/drawing/2014/main" id="{A0359CB0-7A2C-4D57-AFB1-C57576FFFC44}"/>
              </a:ext>
            </a:extLst>
          </p:cNvPr>
          <p:cNvSpPr>
            <a:spLocks xmlns:a="http://schemas.openxmlformats.org/drawingml/2006/main" noGrp="1"/>
          </p:cNvSpPr>
          <p:nvPr/>
        </p:nvSpPr>
        <p:spPr>
          <a:xfrm xmlns:a="http://schemas.openxmlformats.org/drawingml/2006/main">
            <a:off x="9060468" y="60084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推进中</a:t>
            </a:r>
          </a:p>
        </p:txBody>
      </p:sp>
      <p:sp>
        <p:nvSpPr>
          <p:cNvPr id="182" name="pdf-text-0182">
            <a:extLst xmlns:a="http://schemas.openxmlformats.org/drawingml/2006/main">
              <a:ext uri="{FF2B5EF4-FFF2-40B4-BE49-F238E27FC236}">
                <a16:creationId xmlns:a16="http://schemas.microsoft.com/office/drawing/2014/main" id="{E497D649-DA00-4A3B-9589-291EE5B285FA}"/>
              </a:ext>
            </a:extLst>
          </p:cNvPr>
          <p:cNvSpPr>
            <a:spLocks xmlns:a="http://schemas.openxmlformats.org/drawingml/2006/main" noGrp="1"/>
          </p:cNvSpPr>
          <p:nvPr/>
        </p:nvSpPr>
        <p:spPr>
          <a:xfrm xmlns:a="http://schemas.openxmlformats.org/drawingml/2006/main">
            <a:off x="10658077" y="60084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a:t>
            </a:r>
          </a:p>
        </p:txBody>
      </p:sp>
      <p:sp>
        <p:nvSpPr>
          <p:cNvPr id="183" name="pdf-text-0183">
            <a:extLst xmlns:a="http://schemas.openxmlformats.org/drawingml/2006/main">
              <a:ext uri="{FF2B5EF4-FFF2-40B4-BE49-F238E27FC236}">
                <a16:creationId xmlns:a16="http://schemas.microsoft.com/office/drawing/2014/main" id="{D24B7BC2-5369-4DC5-B380-CE1900A342DE}"/>
              </a:ext>
            </a:extLst>
          </p:cNvPr>
          <p:cNvSpPr>
            <a:spLocks xmlns:a="http://schemas.openxmlformats.org/drawingml/2006/main" noGrp="1"/>
          </p:cNvSpPr>
          <p:nvPr/>
        </p:nvSpPr>
        <p:spPr>
          <a:xfrm xmlns:a="http://schemas.openxmlformats.org/drawingml/2006/main">
            <a:off x="11282765" y="60084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1750</a:t>
            </a:r>
          </a:p>
        </p:txBody>
      </p:sp>
      <p:sp>
        <p:nvSpPr>
          <p:cNvPr id="184" name="pdf-vector-0184">
            <a:extLst xmlns:a="http://schemas.openxmlformats.org/drawingml/2006/main">
              <a:ext uri="{FF2B5EF4-FFF2-40B4-BE49-F238E27FC236}">
                <a16:creationId xmlns:a16="http://schemas.microsoft.com/office/drawing/2014/main" id="{642F5AD7-B7EB-4DCA-A1E2-FD6766307F98}"/>
              </a:ext>
            </a:extLst>
          </p:cNvPr>
          <p:cNvSpPr>
            <a:spLocks xmlns:a="http://schemas.openxmlformats.org/drawingml/2006/main" noGrp="1"/>
          </p:cNvSpPr>
          <p:nvPr/>
        </p:nvSpPr>
        <p:spPr>
          <a:xfrm xmlns:a="http://schemas.openxmlformats.org/drawingml/2006/main">
            <a:off x="602729" y="3527069"/>
            <a:ext cx="1096112" cy="323685"/>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85" name="pdf-vector-0185">
            <a:extLst xmlns:a="http://schemas.openxmlformats.org/drawingml/2006/main">
              <a:ext uri="{FF2B5EF4-FFF2-40B4-BE49-F238E27FC236}">
                <a16:creationId xmlns:a16="http://schemas.microsoft.com/office/drawing/2014/main" id="{5F6DDBE8-2D8B-4871-9C4D-FD72EBC17E40}"/>
              </a:ext>
            </a:extLst>
          </p:cNvPr>
          <p:cNvSpPr>
            <a:spLocks xmlns:a="http://schemas.openxmlformats.org/drawingml/2006/main" noGrp="1"/>
          </p:cNvSpPr>
          <p:nvPr/>
        </p:nvSpPr>
        <p:spPr>
          <a:xfrm xmlns:a="http://schemas.openxmlformats.org/drawingml/2006/main">
            <a:off x="1698841" y="3527069"/>
            <a:ext cx="1402867" cy="323685"/>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86" name="pdf-vector-0186">
            <a:extLst xmlns:a="http://schemas.openxmlformats.org/drawingml/2006/main">
              <a:ext uri="{FF2B5EF4-FFF2-40B4-BE49-F238E27FC236}">
                <a16:creationId xmlns:a16="http://schemas.microsoft.com/office/drawing/2014/main" id="{F24C2B91-8168-4EE0-A7A3-E7BBF5C0DB89}"/>
              </a:ext>
            </a:extLst>
          </p:cNvPr>
          <p:cNvSpPr>
            <a:spLocks xmlns:a="http://schemas.openxmlformats.org/drawingml/2006/main" noGrp="1"/>
          </p:cNvSpPr>
          <p:nvPr/>
        </p:nvSpPr>
        <p:spPr>
          <a:xfrm xmlns:a="http://schemas.openxmlformats.org/drawingml/2006/main">
            <a:off x="3101708" y="3527069"/>
            <a:ext cx="1998942" cy="323685"/>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87" name="pdf-vector-0187">
            <a:extLst xmlns:a="http://schemas.openxmlformats.org/drawingml/2006/main">
              <a:ext uri="{FF2B5EF4-FFF2-40B4-BE49-F238E27FC236}">
                <a16:creationId xmlns:a16="http://schemas.microsoft.com/office/drawing/2014/main" id="{55ACCFA9-CFC4-45A7-9169-6022778BB4EF}"/>
              </a:ext>
            </a:extLst>
          </p:cNvPr>
          <p:cNvSpPr>
            <a:spLocks xmlns:a="http://schemas.openxmlformats.org/drawingml/2006/main" noGrp="1"/>
          </p:cNvSpPr>
          <p:nvPr/>
        </p:nvSpPr>
        <p:spPr>
          <a:xfrm xmlns:a="http://schemas.openxmlformats.org/drawingml/2006/main">
            <a:off x="597969" y="3850752"/>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88" name="pdf-vector-0188">
            <a:extLst xmlns:a="http://schemas.openxmlformats.org/drawingml/2006/main">
              <a:ext uri="{FF2B5EF4-FFF2-40B4-BE49-F238E27FC236}">
                <a16:creationId xmlns:a16="http://schemas.microsoft.com/office/drawing/2014/main" id="{86AEF892-3E63-4D7F-9389-ED750819D76A}"/>
              </a:ext>
            </a:extLst>
          </p:cNvPr>
          <p:cNvSpPr>
            <a:spLocks xmlns:a="http://schemas.openxmlformats.org/drawingml/2006/main" noGrp="1"/>
          </p:cNvSpPr>
          <p:nvPr/>
        </p:nvSpPr>
        <p:spPr>
          <a:xfrm xmlns:a="http://schemas.openxmlformats.org/drawingml/2006/main">
            <a:off x="597969" y="4512530"/>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89" name="pdf-vector-0189">
            <a:extLst xmlns:a="http://schemas.openxmlformats.org/drawingml/2006/main">
              <a:ext uri="{FF2B5EF4-FFF2-40B4-BE49-F238E27FC236}">
                <a16:creationId xmlns:a16="http://schemas.microsoft.com/office/drawing/2014/main" id="{469B9C33-7C62-4D4F-945E-1C156B79E2B7}"/>
              </a:ext>
            </a:extLst>
          </p:cNvPr>
          <p:cNvSpPr>
            <a:spLocks xmlns:a="http://schemas.openxmlformats.org/drawingml/2006/main" noGrp="1"/>
          </p:cNvSpPr>
          <p:nvPr/>
        </p:nvSpPr>
        <p:spPr>
          <a:xfrm xmlns:a="http://schemas.openxmlformats.org/drawingml/2006/main">
            <a:off x="597969" y="5281286"/>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90" name="pdf-vector-0190">
            <a:extLst xmlns:a="http://schemas.openxmlformats.org/drawingml/2006/main">
              <a:ext uri="{FF2B5EF4-FFF2-40B4-BE49-F238E27FC236}">
                <a16:creationId xmlns:a16="http://schemas.microsoft.com/office/drawing/2014/main" id="{A708DB37-4423-4DF6-B34A-DDA12AA5B8B5}"/>
              </a:ext>
            </a:extLst>
          </p:cNvPr>
          <p:cNvSpPr>
            <a:spLocks xmlns:a="http://schemas.openxmlformats.org/drawingml/2006/main" noGrp="1"/>
          </p:cNvSpPr>
          <p:nvPr/>
        </p:nvSpPr>
        <p:spPr>
          <a:xfrm xmlns:a="http://schemas.openxmlformats.org/drawingml/2006/main">
            <a:off x="602731" y="3522302"/>
            <a:ext cx="953" cy="2281682"/>
          </a:xfrm>
          <a:custGeom xmlns:a="http://schemas.openxmlformats.org/drawingml/2006/main">
            <a:pathLst>
              <a:path w="953" h="2281682">
                <a:moveTo>
                  <a:pt x="0" y="0"/>
                </a:moveTo>
                <a:lnTo>
                  <a:pt x="0" y="2281682"/>
                </a:lnTo>
              </a:path>
            </a:pathLst>
          </a:custGeom>
          <a:noFill xmlns:a="http://schemas.openxmlformats.org/drawingml/2006/main"/>
          <a:ln xmlns:a="http://schemas.openxmlformats.org/drawingml/2006/main" w="9525">
            <a:solidFill>
              <a:srgbClr val="4A7EBB"/>
            </a:solidFill>
            <a:prstDash val="solid"/>
          </a:ln>
        </p:spPr>
      </p:sp>
      <p:sp>
        <p:nvSpPr>
          <p:cNvPr id="191" name="pdf-vector-0191">
            <a:extLst xmlns:a="http://schemas.openxmlformats.org/drawingml/2006/main">
              <a:ext uri="{FF2B5EF4-FFF2-40B4-BE49-F238E27FC236}">
                <a16:creationId xmlns:a16="http://schemas.microsoft.com/office/drawing/2014/main" id="{56B0A1EC-07D4-4649-B672-EBA97D3B048B}"/>
              </a:ext>
            </a:extLst>
          </p:cNvPr>
          <p:cNvSpPr>
            <a:spLocks xmlns:a="http://schemas.openxmlformats.org/drawingml/2006/main" noGrp="1"/>
          </p:cNvSpPr>
          <p:nvPr/>
        </p:nvSpPr>
        <p:spPr>
          <a:xfrm xmlns:a="http://schemas.openxmlformats.org/drawingml/2006/main">
            <a:off x="5100650" y="3522302"/>
            <a:ext cx="953" cy="2281682"/>
          </a:xfrm>
          <a:custGeom xmlns:a="http://schemas.openxmlformats.org/drawingml/2006/main">
            <a:pathLst>
              <a:path w="953" h="2281682">
                <a:moveTo>
                  <a:pt x="0" y="0"/>
                </a:moveTo>
                <a:lnTo>
                  <a:pt x="0" y="2281682"/>
                </a:lnTo>
              </a:path>
            </a:pathLst>
          </a:custGeom>
          <a:noFill xmlns:a="http://schemas.openxmlformats.org/drawingml/2006/main"/>
          <a:ln xmlns:a="http://schemas.openxmlformats.org/drawingml/2006/main" w="9525">
            <a:solidFill>
              <a:srgbClr val="4A7EBB"/>
            </a:solidFill>
            <a:prstDash val="solid"/>
          </a:ln>
        </p:spPr>
      </p:sp>
      <p:sp>
        <p:nvSpPr>
          <p:cNvPr id="192" name="pdf-vector-0192">
            <a:extLst xmlns:a="http://schemas.openxmlformats.org/drawingml/2006/main">
              <a:ext uri="{FF2B5EF4-FFF2-40B4-BE49-F238E27FC236}">
                <a16:creationId xmlns:a16="http://schemas.microsoft.com/office/drawing/2014/main" id="{1976562A-280C-415A-9FE2-A619D65F921F}"/>
              </a:ext>
            </a:extLst>
          </p:cNvPr>
          <p:cNvSpPr>
            <a:spLocks xmlns:a="http://schemas.openxmlformats.org/drawingml/2006/main" noGrp="1"/>
          </p:cNvSpPr>
          <p:nvPr/>
        </p:nvSpPr>
        <p:spPr>
          <a:xfrm xmlns:a="http://schemas.openxmlformats.org/drawingml/2006/main">
            <a:off x="597969" y="3527064"/>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93" name="pdf-vector-0193">
            <a:extLst xmlns:a="http://schemas.openxmlformats.org/drawingml/2006/main">
              <a:ext uri="{FF2B5EF4-FFF2-40B4-BE49-F238E27FC236}">
                <a16:creationId xmlns:a16="http://schemas.microsoft.com/office/drawing/2014/main" id="{E3DBE5D3-D69C-4042-80E7-F79A6B414B15}"/>
              </a:ext>
            </a:extLst>
          </p:cNvPr>
          <p:cNvSpPr>
            <a:spLocks xmlns:a="http://schemas.openxmlformats.org/drawingml/2006/main" noGrp="1"/>
          </p:cNvSpPr>
          <p:nvPr/>
        </p:nvSpPr>
        <p:spPr>
          <a:xfrm xmlns:a="http://schemas.openxmlformats.org/drawingml/2006/main">
            <a:off x="597969" y="5799221"/>
            <a:ext cx="4507446" cy="953"/>
          </a:xfrm>
          <a:custGeom xmlns:a="http://schemas.openxmlformats.org/drawingml/2006/main">
            <a:pathLst>
              <a:path w="4507446" h="953">
                <a:moveTo>
                  <a:pt x="0" y="0"/>
                </a:moveTo>
                <a:lnTo>
                  <a:pt x="4507446" y="0"/>
                </a:lnTo>
              </a:path>
            </a:pathLst>
          </a:custGeom>
          <a:noFill xmlns:a="http://schemas.openxmlformats.org/drawingml/2006/main"/>
          <a:ln xmlns:a="http://schemas.openxmlformats.org/drawingml/2006/main" w="9525">
            <a:solidFill>
              <a:srgbClr val="4A7EBB"/>
            </a:solidFill>
            <a:prstDash val="solid"/>
          </a:ln>
        </p:spPr>
      </p:sp>
      <p:sp>
        <p:nvSpPr>
          <p:cNvPr id="194" name="pdf-text-0194">
            <a:extLst xmlns:a="http://schemas.openxmlformats.org/drawingml/2006/main">
              <a:ext uri="{FF2B5EF4-FFF2-40B4-BE49-F238E27FC236}">
                <a16:creationId xmlns:a16="http://schemas.microsoft.com/office/drawing/2014/main" id="{0D8EDED5-73A1-49C2-94D9-49A4CC93048F}"/>
              </a:ext>
            </a:extLst>
          </p:cNvPr>
          <p:cNvSpPr>
            <a:spLocks xmlns:a="http://schemas.openxmlformats.org/drawingml/2006/main" noGrp="1"/>
          </p:cNvSpPr>
          <p:nvPr/>
        </p:nvSpPr>
        <p:spPr>
          <a:xfrm xmlns:a="http://schemas.openxmlformats.org/drawingml/2006/main">
            <a:off x="997815" y="36289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产品</a:t>
            </a:r>
          </a:p>
        </p:txBody>
      </p:sp>
      <p:sp>
        <p:nvSpPr>
          <p:cNvPr id="195" name="pdf-text-0195">
            <a:extLst xmlns:a="http://schemas.openxmlformats.org/drawingml/2006/main">
              <a:ext uri="{FF2B5EF4-FFF2-40B4-BE49-F238E27FC236}">
                <a16:creationId xmlns:a16="http://schemas.microsoft.com/office/drawing/2014/main" id="{44F3DFB6-0E8D-47A0-BA82-5CCBAE288EA9}"/>
              </a:ext>
            </a:extLst>
          </p:cNvPr>
          <p:cNvSpPr>
            <a:spLocks xmlns:a="http://schemas.openxmlformats.org/drawingml/2006/main" noGrp="1"/>
          </p:cNvSpPr>
          <p:nvPr/>
        </p:nvSpPr>
        <p:spPr>
          <a:xfrm xmlns:a="http://schemas.openxmlformats.org/drawingml/2006/main">
            <a:off x="2095668" y="36289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应用领域</a:t>
            </a:r>
          </a:p>
        </p:txBody>
      </p:sp>
      <p:sp>
        <p:nvSpPr>
          <p:cNvPr id="196" name="pdf-text-0196">
            <a:extLst xmlns:a="http://schemas.openxmlformats.org/drawingml/2006/main">
              <a:ext uri="{FF2B5EF4-FFF2-40B4-BE49-F238E27FC236}">
                <a16:creationId xmlns:a16="http://schemas.microsoft.com/office/drawing/2014/main" id="{94B5E61E-51E6-4CD7-B505-5FF818F5B78D}"/>
              </a:ext>
            </a:extLst>
          </p:cNvPr>
          <p:cNvSpPr>
            <a:spLocks xmlns:a="http://schemas.openxmlformats.org/drawingml/2006/main" noGrp="1"/>
          </p:cNvSpPr>
          <p:nvPr/>
        </p:nvSpPr>
        <p:spPr>
          <a:xfrm xmlns:a="http://schemas.openxmlformats.org/drawingml/2006/main">
            <a:off x="3795301" y="36289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FFFFFF"/>
                </a:solidFill>
                <a:latin typeface="KaiTi"/>
                <a:ea typeface="KaiTi"/>
                <a:cs typeface="KaiTi"/>
              </a:defRPr>
            </a:pPr>
            <a:r>
              <a:rPr sz="1200" b="0" i="0">
                <a:solidFill>
                  <a:srgbClr val="FFFFFF"/>
                </a:solidFill>
                <a:latin typeface="KaiTi"/>
                <a:ea typeface="KaiTi"/>
                <a:cs typeface="KaiTi"/>
              </a:rPr>
              <a:t>送样进度</a:t>
            </a:r>
          </a:p>
        </p:txBody>
      </p:sp>
      <p:sp>
        <p:nvSpPr>
          <p:cNvPr id="197" name="pdf-text-0197">
            <a:extLst xmlns:a="http://schemas.openxmlformats.org/drawingml/2006/main">
              <a:ext uri="{FF2B5EF4-FFF2-40B4-BE49-F238E27FC236}">
                <a16:creationId xmlns:a16="http://schemas.microsoft.com/office/drawing/2014/main" id="{2E9713EF-E174-4057-996C-573A2B58C6A8}"/>
              </a:ext>
            </a:extLst>
          </p:cNvPr>
          <p:cNvSpPr>
            <a:spLocks xmlns:a="http://schemas.openxmlformats.org/drawingml/2006/main" noGrp="1"/>
          </p:cNvSpPr>
          <p:nvPr/>
        </p:nvSpPr>
        <p:spPr>
          <a:xfrm xmlns:a="http://schemas.openxmlformats.org/drawingml/2006/main">
            <a:off x="959715" y="412165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Weber</a:t>
            </a:r>
          </a:p>
        </p:txBody>
      </p:sp>
      <p:sp>
        <p:nvSpPr>
          <p:cNvPr id="198" name="pdf-text-0198">
            <a:extLst xmlns:a="http://schemas.openxmlformats.org/drawingml/2006/main">
              <a:ext uri="{FF2B5EF4-FFF2-40B4-BE49-F238E27FC236}">
                <a16:creationId xmlns:a16="http://schemas.microsoft.com/office/drawing/2014/main" id="{981BFB56-DFCF-4786-9B77-5EE1AC184B8E}"/>
              </a:ext>
            </a:extLst>
          </p:cNvPr>
          <p:cNvSpPr>
            <a:spLocks xmlns:a="http://schemas.openxmlformats.org/drawingml/2006/main" noGrp="1"/>
          </p:cNvSpPr>
          <p:nvPr/>
        </p:nvSpPr>
        <p:spPr>
          <a:xfrm xmlns:a="http://schemas.openxmlformats.org/drawingml/2006/main">
            <a:off x="2019504" y="403021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功率半导体</a:t>
            </a:r>
          </a:p>
        </p:txBody>
      </p:sp>
      <p:sp>
        <p:nvSpPr>
          <p:cNvPr id="199" name="pdf-text-0199">
            <a:extLst xmlns:a="http://schemas.openxmlformats.org/drawingml/2006/main">
              <a:ext uri="{FF2B5EF4-FFF2-40B4-BE49-F238E27FC236}">
                <a16:creationId xmlns:a16="http://schemas.microsoft.com/office/drawing/2014/main" id="{B545BF87-49E8-4DE7-8C3C-9FD4161122B1}"/>
              </a:ext>
            </a:extLst>
          </p:cNvPr>
          <p:cNvSpPr>
            <a:spLocks xmlns:a="http://schemas.openxmlformats.org/drawingml/2006/main" noGrp="1"/>
          </p:cNvSpPr>
          <p:nvPr/>
        </p:nvSpPr>
        <p:spPr>
          <a:xfrm xmlns:a="http://schemas.openxmlformats.org/drawingml/2006/main">
            <a:off x="2019504" y="421309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(IGBT/SiC)</a:t>
            </a:r>
          </a:p>
        </p:txBody>
      </p:sp>
      <p:sp>
        <p:nvSpPr>
          <p:cNvPr id="200" name="pdf-text-0200">
            <a:extLst xmlns:a="http://schemas.openxmlformats.org/drawingml/2006/main">
              <a:ext uri="{FF2B5EF4-FFF2-40B4-BE49-F238E27FC236}">
                <a16:creationId xmlns:a16="http://schemas.microsoft.com/office/drawing/2014/main" id="{B43DAFA6-38B5-43CB-A7B4-9B7C2831CC88}"/>
              </a:ext>
            </a:extLst>
          </p:cNvPr>
          <p:cNvSpPr>
            <a:spLocks xmlns:a="http://schemas.openxmlformats.org/drawingml/2006/main" noGrp="1"/>
          </p:cNvSpPr>
          <p:nvPr/>
        </p:nvSpPr>
        <p:spPr>
          <a:xfrm xmlns:a="http://schemas.openxmlformats.org/drawingml/2006/main">
            <a:off x="3490469" y="4004768"/>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国内出货量第一；</a:t>
            </a:r>
          </a:p>
        </p:txBody>
      </p:sp>
      <p:sp>
        <p:nvSpPr>
          <p:cNvPr id="201" name="pdf-text-0201">
            <a:extLst xmlns:a="http://schemas.openxmlformats.org/drawingml/2006/main">
              <a:ext uri="{FF2B5EF4-FFF2-40B4-BE49-F238E27FC236}">
                <a16:creationId xmlns:a16="http://schemas.microsoft.com/office/drawing/2014/main" id="{4769866C-7AE5-4B06-AB15-EF25C9B3243A}"/>
              </a:ext>
            </a:extLst>
          </p:cNvPr>
          <p:cNvSpPr>
            <a:spLocks xmlns:a="http://schemas.openxmlformats.org/drawingml/2006/main" noGrp="1"/>
          </p:cNvSpPr>
          <p:nvPr/>
        </p:nvSpPr>
        <p:spPr>
          <a:xfrm xmlns:a="http://schemas.openxmlformats.org/drawingml/2006/main">
            <a:off x="3414269" y="423794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样机送进英飞凌测试</a:t>
            </a:r>
          </a:p>
        </p:txBody>
      </p:sp>
      <p:sp>
        <p:nvSpPr>
          <p:cNvPr id="202" name="pdf-text-0202">
            <a:extLst xmlns:a="http://schemas.openxmlformats.org/drawingml/2006/main">
              <a:ext uri="{FF2B5EF4-FFF2-40B4-BE49-F238E27FC236}">
                <a16:creationId xmlns:a16="http://schemas.microsoft.com/office/drawing/2014/main" id="{2BD18DCE-71C3-4D6A-BB44-04A45FD27404}"/>
              </a:ext>
            </a:extLst>
          </p:cNvPr>
          <p:cNvSpPr>
            <a:spLocks xmlns:a="http://schemas.openxmlformats.org/drawingml/2006/main" noGrp="1"/>
          </p:cNvSpPr>
          <p:nvPr/>
        </p:nvSpPr>
        <p:spPr>
          <a:xfrm xmlns:a="http://schemas.openxmlformats.org/drawingml/2006/main">
            <a:off x="921615" y="4836872"/>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Hubble</a:t>
            </a:r>
          </a:p>
        </p:txBody>
      </p:sp>
      <p:sp>
        <p:nvSpPr>
          <p:cNvPr id="203" name="pdf-text-0203">
            <a:extLst xmlns:a="http://schemas.openxmlformats.org/drawingml/2006/main">
              <a:ext uri="{FF2B5EF4-FFF2-40B4-BE49-F238E27FC236}">
                <a16:creationId xmlns:a16="http://schemas.microsoft.com/office/drawing/2014/main" id="{7043800B-8544-4D32-A027-8B4BDF74301E}"/>
              </a:ext>
            </a:extLst>
          </p:cNvPr>
          <p:cNvSpPr>
            <a:spLocks xmlns:a="http://schemas.openxmlformats.org/drawingml/2006/main" noGrp="1"/>
          </p:cNvSpPr>
          <p:nvPr/>
        </p:nvSpPr>
        <p:spPr>
          <a:xfrm xmlns:a="http://schemas.openxmlformats.org/drawingml/2006/main">
            <a:off x="2171904" y="4836872"/>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光模块</a:t>
            </a:r>
          </a:p>
        </p:txBody>
      </p:sp>
      <p:sp>
        <p:nvSpPr>
          <p:cNvPr id="204" name="pdf-text-0204">
            <a:extLst xmlns:a="http://schemas.openxmlformats.org/drawingml/2006/main">
              <a:ext uri="{FF2B5EF4-FFF2-40B4-BE49-F238E27FC236}">
                <a16:creationId xmlns:a16="http://schemas.microsoft.com/office/drawing/2014/main" id="{E48AAD7D-BFF5-4C7F-9208-E5D71699496A}"/>
              </a:ext>
            </a:extLst>
          </p:cNvPr>
          <p:cNvSpPr>
            <a:spLocks xmlns:a="http://schemas.openxmlformats.org/drawingml/2006/main" noGrp="1"/>
          </p:cNvSpPr>
          <p:nvPr/>
        </p:nvSpPr>
        <p:spPr>
          <a:xfrm xmlns:a="http://schemas.openxmlformats.org/drawingml/2006/main">
            <a:off x="3185669" y="4745432"/>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样机已顺利送进中际旭创、</a:t>
            </a:r>
          </a:p>
        </p:txBody>
      </p:sp>
      <p:sp>
        <p:nvSpPr>
          <p:cNvPr id="205" name="pdf-text-0205">
            <a:extLst xmlns:a="http://schemas.openxmlformats.org/drawingml/2006/main">
              <a:ext uri="{FF2B5EF4-FFF2-40B4-BE49-F238E27FC236}">
                <a16:creationId xmlns:a16="http://schemas.microsoft.com/office/drawing/2014/main" id="{E6704337-CD0F-4BD7-BBC8-DC5D617FD6B2}"/>
              </a:ext>
            </a:extLst>
          </p:cNvPr>
          <p:cNvSpPr>
            <a:spLocks xmlns:a="http://schemas.openxmlformats.org/drawingml/2006/main" noGrp="1"/>
          </p:cNvSpPr>
          <p:nvPr/>
        </p:nvSpPr>
        <p:spPr>
          <a:xfrm xmlns:a="http://schemas.openxmlformats.org/drawingml/2006/main">
            <a:off x="3223769" y="4928312"/>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Lumentum、Finisar、海信</a:t>
            </a:r>
          </a:p>
        </p:txBody>
      </p:sp>
      <p:sp>
        <p:nvSpPr>
          <p:cNvPr id="206" name="pdf-text-0206">
            <a:extLst xmlns:a="http://schemas.openxmlformats.org/drawingml/2006/main">
              <a:ext uri="{FF2B5EF4-FFF2-40B4-BE49-F238E27FC236}">
                <a16:creationId xmlns:a16="http://schemas.microsoft.com/office/drawing/2014/main" id="{0EFA18D6-80FB-4424-AA69-652B22BFF3CE}"/>
              </a:ext>
            </a:extLst>
          </p:cNvPr>
          <p:cNvSpPr>
            <a:spLocks xmlns:a="http://schemas.openxmlformats.org/drawingml/2006/main" noGrp="1"/>
          </p:cNvSpPr>
          <p:nvPr/>
        </p:nvSpPr>
        <p:spPr>
          <a:xfrm xmlns:a="http://schemas.openxmlformats.org/drawingml/2006/main">
            <a:off x="883515" y="5480152"/>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Spectra</a:t>
            </a:r>
          </a:p>
        </p:txBody>
      </p:sp>
      <p:sp>
        <p:nvSpPr>
          <p:cNvPr id="207" name="pdf-text-0207">
            <a:extLst xmlns:a="http://schemas.openxmlformats.org/drawingml/2006/main">
              <a:ext uri="{FF2B5EF4-FFF2-40B4-BE49-F238E27FC236}">
                <a16:creationId xmlns:a16="http://schemas.microsoft.com/office/drawing/2014/main" id="{D707FF14-FC87-48C7-9F51-97FD85A8D1D2}"/>
              </a:ext>
            </a:extLst>
          </p:cNvPr>
          <p:cNvSpPr>
            <a:spLocks xmlns:a="http://schemas.openxmlformats.org/drawingml/2006/main" noGrp="1"/>
          </p:cNvSpPr>
          <p:nvPr/>
        </p:nvSpPr>
        <p:spPr>
          <a:xfrm xmlns:a="http://schemas.openxmlformats.org/drawingml/2006/main">
            <a:off x="2095704" y="5363261"/>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a:t>
            </a:r>
          </a:p>
        </p:txBody>
      </p:sp>
      <p:sp>
        <p:nvSpPr>
          <p:cNvPr id="208" name="pdf-text-0208">
            <a:extLst xmlns:a="http://schemas.openxmlformats.org/drawingml/2006/main">
              <a:ext uri="{FF2B5EF4-FFF2-40B4-BE49-F238E27FC236}">
                <a16:creationId xmlns:a16="http://schemas.microsoft.com/office/drawing/2014/main" id="{176FF367-50E7-46F2-A52B-456FC967B31F}"/>
              </a:ext>
            </a:extLst>
          </p:cNvPr>
          <p:cNvSpPr>
            <a:spLocks xmlns:a="http://schemas.openxmlformats.org/drawingml/2006/main" noGrp="1"/>
          </p:cNvSpPr>
          <p:nvPr/>
        </p:nvSpPr>
        <p:spPr>
          <a:xfrm xmlns:a="http://schemas.openxmlformats.org/drawingml/2006/main">
            <a:off x="1905204" y="5596434"/>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(RDL/Bumping)</a:t>
            </a:r>
          </a:p>
        </p:txBody>
      </p:sp>
      <p:sp>
        <p:nvSpPr>
          <p:cNvPr id="209" name="pdf-text-0209">
            <a:extLst xmlns:a="http://schemas.openxmlformats.org/drawingml/2006/main">
              <a:ext uri="{FF2B5EF4-FFF2-40B4-BE49-F238E27FC236}">
                <a16:creationId xmlns:a16="http://schemas.microsoft.com/office/drawing/2014/main" id="{32614779-FFBC-4F7A-A8C8-45299DCA5BD7}"/>
              </a:ext>
            </a:extLst>
          </p:cNvPr>
          <p:cNvSpPr>
            <a:spLocks xmlns:a="http://schemas.openxmlformats.org/drawingml/2006/main" noGrp="1"/>
          </p:cNvSpPr>
          <p:nvPr/>
        </p:nvSpPr>
        <p:spPr>
          <a:xfrm xmlns:a="http://schemas.openxmlformats.org/drawingml/2006/main">
            <a:off x="3185669" y="5388712"/>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首台2D+3D量检测AOI通过昆</a:t>
            </a:r>
          </a:p>
        </p:txBody>
      </p:sp>
      <p:sp>
        <p:nvSpPr>
          <p:cNvPr id="210" name="pdf-text-0210">
            <a:extLst xmlns:a="http://schemas.openxmlformats.org/drawingml/2006/main">
              <a:ext uri="{FF2B5EF4-FFF2-40B4-BE49-F238E27FC236}">
                <a16:creationId xmlns:a16="http://schemas.microsoft.com/office/drawing/2014/main" id="{6C277113-791C-4E6B-998C-554350ED1407}"/>
              </a:ext>
            </a:extLst>
          </p:cNvPr>
          <p:cNvSpPr>
            <a:spLocks xmlns:a="http://schemas.openxmlformats.org/drawingml/2006/main" noGrp="1"/>
          </p:cNvSpPr>
          <p:nvPr/>
        </p:nvSpPr>
        <p:spPr>
          <a:xfrm xmlns:a="http://schemas.openxmlformats.org/drawingml/2006/main">
            <a:off x="3719069" y="5571592"/>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山华天验证</a:t>
            </a:r>
          </a:p>
        </p:txBody>
      </p:sp>
    </p:spTree>
    <p:extLst>
      <p:ext uri="{BB962C8B-B14F-4D97-AF65-F5344CB8AC3E}">
        <p14:creationId xmlns:p14="http://schemas.microsoft.com/office/powerpoint/2010/main" val="33078659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pdf-text-0001">
            <a:extLst xmlns:a="http://schemas.openxmlformats.org/drawingml/2006/main">
              <a:ext uri="{FF2B5EF4-FFF2-40B4-BE49-F238E27FC236}">
                <a16:creationId xmlns:a16="http://schemas.microsoft.com/office/drawing/2014/main" id="{B95DDEE9-BE9D-45A9-9CD2-BE707DE1233B}"/>
              </a:ext>
            </a:extLst>
          </p:cNvPr>
          <p:cNvSpPr>
            <a:spLocks xmlns:a="http://schemas.openxmlformats.org/drawingml/2006/main" noGrp="1"/>
          </p:cNvSpPr>
          <p:nvPr/>
        </p:nvSpPr>
        <p:spPr>
          <a:xfrm xmlns:a="http://schemas.openxmlformats.org/drawingml/2006/main">
            <a:off x="625592" y="324053"/>
            <a:ext cx="279349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竞争对比：海外公司</a:t>
            </a:r>
          </a:p>
        </p:txBody>
      </p:sp>
      <p:sp>
        <p:nvSpPr>
          <p:cNvPr id="2" name="pdf-vector-0002">
            <a:extLst xmlns:a="http://schemas.openxmlformats.org/drawingml/2006/main">
              <a:ext uri="{FF2B5EF4-FFF2-40B4-BE49-F238E27FC236}">
                <a16:creationId xmlns:a16="http://schemas.microsoft.com/office/drawing/2014/main" id="{18175FF3-D7FA-4B5D-9C37-D2EDAA8AF9EB}"/>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3" name="pdf-vector-0003">
            <a:extLst xmlns:a="http://schemas.openxmlformats.org/drawingml/2006/main">
              <a:ext uri="{FF2B5EF4-FFF2-40B4-BE49-F238E27FC236}">
                <a16:creationId xmlns:a16="http://schemas.microsoft.com/office/drawing/2014/main" id="{C8BCBAA8-DDE5-4381-A08F-494075808DB3}"/>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91ec23e9df44455c"/>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4e0c76f0bf1d4ecf"/>
          <a:srcRect xmlns:a="http://schemas.openxmlformats.org/drawingml/2006/main" l="0" t="0" r="0" b="0"/>
          <a:stretch xmlns:a="http://schemas.openxmlformats.org/drawingml/2006/main">
            <a:fillRect l="0" t="0" r="0" b="0"/>
          </a:stretch>
        </p:blipFill>
        <p:spPr>
          <a:xfrm xmlns:a="http://schemas.openxmlformats.org/drawingml/2006/main">
            <a:off x="2226717" y="936597"/>
            <a:ext cx="1475509" cy="593412"/>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44654b8477fb43b7"/>
          <a:srcRect xmlns:a="http://schemas.openxmlformats.org/drawingml/2006/main" l="0" t="0" r="0" b="0"/>
          <a:stretch xmlns:a="http://schemas.openxmlformats.org/drawingml/2006/main">
            <a:fillRect l="0" t="0" r="0" b="0"/>
          </a:stretch>
        </p:blipFill>
        <p:spPr>
          <a:xfrm xmlns:a="http://schemas.openxmlformats.org/drawingml/2006/main">
            <a:off x="5608253" y="780756"/>
            <a:ext cx="1475509" cy="745862"/>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ec80403757d4878"/>
          <a:srcRect xmlns:a="http://schemas.openxmlformats.org/drawingml/2006/main" l="0" t="0" r="0" b="0"/>
          <a:stretch xmlns:a="http://schemas.openxmlformats.org/drawingml/2006/main">
            <a:fillRect l="0" t="0" r="0" b="0"/>
          </a:stretch>
        </p:blipFill>
        <p:spPr>
          <a:xfrm xmlns:a="http://schemas.openxmlformats.org/drawingml/2006/main">
            <a:off x="9067627" y="780756"/>
            <a:ext cx="1728975" cy="626008"/>
          </a:xfrm>
          <a:prstGeom xmlns:a="http://schemas.openxmlformats.org/drawingml/2006/main" prst="rect">
            <a:avLst/>
          </a:prstGeom>
        </p:spPr>
      </p:pic>
      <p:sp>
        <p:nvSpPr>
          <p:cNvPr id="8" name="pdf-vector-0008">
            <a:extLst xmlns:a="http://schemas.openxmlformats.org/drawingml/2006/main">
              <a:ext uri="{FF2B5EF4-FFF2-40B4-BE49-F238E27FC236}">
                <a16:creationId xmlns:a16="http://schemas.microsoft.com/office/drawing/2014/main" id="{925A57C8-10E0-4B62-BCEF-B831C980EF48}"/>
              </a:ext>
            </a:extLst>
          </p:cNvPr>
          <p:cNvSpPr>
            <a:spLocks xmlns:a="http://schemas.openxmlformats.org/drawingml/2006/main" noGrp="1"/>
          </p:cNvSpPr>
          <p:nvPr/>
        </p:nvSpPr>
        <p:spPr>
          <a:xfrm xmlns:a="http://schemas.openxmlformats.org/drawingml/2006/main">
            <a:off x="1590575" y="1562651"/>
            <a:ext cx="953" cy="4083926"/>
          </a:xfrm>
          <a:custGeom xmlns:a="http://schemas.openxmlformats.org/drawingml/2006/main">
            <a:pathLst>
              <a:path w="953" h="4083926">
                <a:moveTo>
                  <a:pt x="0" y="0"/>
                </a:moveTo>
                <a:lnTo>
                  <a:pt x="0" y="4083926"/>
                </a:lnTo>
              </a:path>
            </a:pathLst>
          </a:custGeom>
          <a:noFill xmlns:a="http://schemas.openxmlformats.org/drawingml/2006/main"/>
          <a:ln xmlns:a="http://schemas.openxmlformats.org/drawingml/2006/main" w="12700">
            <a:solidFill>
              <a:srgbClr val="000000"/>
            </a:solidFill>
            <a:prstDash val="solid"/>
          </a:ln>
        </p:spPr>
      </p:sp>
      <p:sp>
        <p:nvSpPr>
          <p:cNvPr id="9" name="pdf-vector-0009">
            <a:extLst xmlns:a="http://schemas.openxmlformats.org/drawingml/2006/main">
              <a:ext uri="{FF2B5EF4-FFF2-40B4-BE49-F238E27FC236}">
                <a16:creationId xmlns:a16="http://schemas.microsoft.com/office/drawing/2014/main" id="{0D93AB07-4B65-4213-A64C-D482AA554EF2}"/>
              </a:ext>
            </a:extLst>
          </p:cNvPr>
          <p:cNvSpPr>
            <a:spLocks xmlns:a="http://schemas.openxmlformats.org/drawingml/2006/main" noGrp="1"/>
          </p:cNvSpPr>
          <p:nvPr/>
        </p:nvSpPr>
        <p:spPr>
          <a:xfrm xmlns:a="http://schemas.openxmlformats.org/drawingml/2006/main">
            <a:off x="4854325" y="1562651"/>
            <a:ext cx="953" cy="4083926"/>
          </a:xfrm>
          <a:custGeom xmlns:a="http://schemas.openxmlformats.org/drawingml/2006/main">
            <a:pathLst>
              <a:path w="953" h="4083926">
                <a:moveTo>
                  <a:pt x="0" y="0"/>
                </a:moveTo>
                <a:lnTo>
                  <a:pt x="0" y="4083926"/>
                </a:lnTo>
              </a:path>
            </a:pathLst>
          </a:custGeom>
          <a:noFill xmlns:a="http://schemas.openxmlformats.org/drawingml/2006/main"/>
          <a:ln xmlns:a="http://schemas.openxmlformats.org/drawingml/2006/main" w="12700">
            <a:solidFill>
              <a:srgbClr val="000000"/>
            </a:solidFill>
            <a:prstDash val="solid"/>
          </a:ln>
        </p:spPr>
      </p:sp>
      <p:sp>
        <p:nvSpPr>
          <p:cNvPr id="10" name="pdf-vector-0010">
            <a:extLst xmlns:a="http://schemas.openxmlformats.org/drawingml/2006/main">
              <a:ext uri="{FF2B5EF4-FFF2-40B4-BE49-F238E27FC236}">
                <a16:creationId xmlns:a16="http://schemas.microsoft.com/office/drawing/2014/main" id="{35F70A32-53FF-47FF-BB89-75AA4AFEE459}"/>
              </a:ext>
            </a:extLst>
          </p:cNvPr>
          <p:cNvSpPr>
            <a:spLocks xmlns:a="http://schemas.openxmlformats.org/drawingml/2006/main" noGrp="1"/>
          </p:cNvSpPr>
          <p:nvPr/>
        </p:nvSpPr>
        <p:spPr>
          <a:xfrm xmlns:a="http://schemas.openxmlformats.org/drawingml/2006/main">
            <a:off x="8118075" y="1562652"/>
            <a:ext cx="953" cy="4083926"/>
          </a:xfrm>
          <a:custGeom xmlns:a="http://schemas.openxmlformats.org/drawingml/2006/main">
            <a:pathLst>
              <a:path w="953" h="4083926">
                <a:moveTo>
                  <a:pt x="0" y="0"/>
                </a:moveTo>
                <a:lnTo>
                  <a:pt x="0" y="4083926"/>
                </a:lnTo>
              </a:path>
            </a:pathLst>
          </a:custGeom>
          <a:noFill xmlns:a="http://schemas.openxmlformats.org/drawingml/2006/main"/>
          <a:ln xmlns:a="http://schemas.openxmlformats.org/drawingml/2006/main" w="12700">
            <a:solidFill>
              <a:srgbClr val="000000"/>
            </a:solidFill>
            <a:prstDash val="solid"/>
          </a:ln>
        </p:spPr>
      </p:sp>
      <p:sp>
        <p:nvSpPr>
          <p:cNvPr id="11" name="pdf-vector-0011">
            <a:extLst xmlns:a="http://schemas.openxmlformats.org/drawingml/2006/main">
              <a:ext uri="{FF2B5EF4-FFF2-40B4-BE49-F238E27FC236}">
                <a16:creationId xmlns:a16="http://schemas.microsoft.com/office/drawing/2014/main" id="{B0782527-D11C-451B-991C-C305D244EF8E}"/>
              </a:ext>
            </a:extLst>
          </p:cNvPr>
          <p:cNvSpPr>
            <a:spLocks xmlns:a="http://schemas.openxmlformats.org/drawingml/2006/main" noGrp="1"/>
          </p:cNvSpPr>
          <p:nvPr/>
        </p:nvSpPr>
        <p:spPr>
          <a:xfrm xmlns:a="http://schemas.openxmlformats.org/drawingml/2006/main">
            <a:off x="527802" y="2026202"/>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2" name="pdf-vector-0012">
            <a:extLst xmlns:a="http://schemas.openxmlformats.org/drawingml/2006/main">
              <a:ext uri="{FF2B5EF4-FFF2-40B4-BE49-F238E27FC236}">
                <a16:creationId xmlns:a16="http://schemas.microsoft.com/office/drawing/2014/main" id="{08B7BDEA-9E7F-4382-A37C-425E5082BD84}"/>
              </a:ext>
            </a:extLst>
          </p:cNvPr>
          <p:cNvSpPr>
            <a:spLocks xmlns:a="http://schemas.openxmlformats.org/drawingml/2006/main" noGrp="1"/>
          </p:cNvSpPr>
          <p:nvPr/>
        </p:nvSpPr>
        <p:spPr>
          <a:xfrm xmlns:a="http://schemas.openxmlformats.org/drawingml/2006/main">
            <a:off x="527802" y="2849163"/>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3" name="pdf-vector-0013">
            <a:extLst xmlns:a="http://schemas.openxmlformats.org/drawingml/2006/main">
              <a:ext uri="{FF2B5EF4-FFF2-40B4-BE49-F238E27FC236}">
                <a16:creationId xmlns:a16="http://schemas.microsoft.com/office/drawing/2014/main" id="{E8F23F91-87FD-4DB5-9ABC-BB97B533A3A5}"/>
              </a:ext>
            </a:extLst>
          </p:cNvPr>
          <p:cNvSpPr>
            <a:spLocks xmlns:a="http://schemas.openxmlformats.org/drawingml/2006/main" noGrp="1"/>
          </p:cNvSpPr>
          <p:nvPr/>
        </p:nvSpPr>
        <p:spPr>
          <a:xfrm xmlns:a="http://schemas.openxmlformats.org/drawingml/2006/main">
            <a:off x="527802" y="3123483"/>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4" name="pdf-vector-0014">
            <a:extLst xmlns:a="http://schemas.openxmlformats.org/drawingml/2006/main">
              <a:ext uri="{FF2B5EF4-FFF2-40B4-BE49-F238E27FC236}">
                <a16:creationId xmlns:a16="http://schemas.microsoft.com/office/drawing/2014/main" id="{C03366DC-2B2F-4F80-BC3F-87CFDC613E08}"/>
              </a:ext>
            </a:extLst>
          </p:cNvPr>
          <p:cNvSpPr>
            <a:spLocks xmlns:a="http://schemas.openxmlformats.org/drawingml/2006/main" noGrp="1"/>
          </p:cNvSpPr>
          <p:nvPr/>
        </p:nvSpPr>
        <p:spPr>
          <a:xfrm xmlns:a="http://schemas.openxmlformats.org/drawingml/2006/main">
            <a:off x="527802" y="4495084"/>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5" name="pdf-vector-0015">
            <a:extLst xmlns:a="http://schemas.openxmlformats.org/drawingml/2006/main">
              <a:ext uri="{FF2B5EF4-FFF2-40B4-BE49-F238E27FC236}">
                <a16:creationId xmlns:a16="http://schemas.microsoft.com/office/drawing/2014/main" id="{B7D7A319-5A49-4CD2-BC2D-931248048445}"/>
              </a:ext>
            </a:extLst>
          </p:cNvPr>
          <p:cNvSpPr>
            <a:spLocks xmlns:a="http://schemas.openxmlformats.org/drawingml/2006/main" noGrp="1"/>
          </p:cNvSpPr>
          <p:nvPr/>
        </p:nvSpPr>
        <p:spPr>
          <a:xfrm xmlns:a="http://schemas.openxmlformats.org/drawingml/2006/main">
            <a:off x="527802" y="4793339"/>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6" name="pdf-vector-0016">
            <a:extLst xmlns:a="http://schemas.openxmlformats.org/drawingml/2006/main">
              <a:ext uri="{FF2B5EF4-FFF2-40B4-BE49-F238E27FC236}">
                <a16:creationId xmlns:a16="http://schemas.microsoft.com/office/drawing/2014/main" id="{D1A98D4A-4D42-4403-A55C-3022175C374D}"/>
              </a:ext>
            </a:extLst>
          </p:cNvPr>
          <p:cNvSpPr>
            <a:spLocks xmlns:a="http://schemas.openxmlformats.org/drawingml/2006/main" noGrp="1"/>
          </p:cNvSpPr>
          <p:nvPr/>
        </p:nvSpPr>
        <p:spPr>
          <a:xfrm xmlns:a="http://schemas.openxmlformats.org/drawingml/2006/main">
            <a:off x="527802" y="5091594"/>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7" name="pdf-vector-0017">
            <a:extLst xmlns:a="http://schemas.openxmlformats.org/drawingml/2006/main">
              <a:ext uri="{FF2B5EF4-FFF2-40B4-BE49-F238E27FC236}">
                <a16:creationId xmlns:a16="http://schemas.microsoft.com/office/drawing/2014/main" id="{1E8CE22F-A5CD-421B-B1E2-7343F109789E}"/>
              </a:ext>
            </a:extLst>
          </p:cNvPr>
          <p:cNvSpPr>
            <a:spLocks xmlns:a="http://schemas.openxmlformats.org/drawingml/2006/main" noGrp="1"/>
          </p:cNvSpPr>
          <p:nvPr/>
        </p:nvSpPr>
        <p:spPr>
          <a:xfrm xmlns:a="http://schemas.openxmlformats.org/drawingml/2006/main">
            <a:off x="527802" y="5365915"/>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8" name="pdf-vector-0018">
            <a:extLst xmlns:a="http://schemas.openxmlformats.org/drawingml/2006/main">
              <a:ext uri="{FF2B5EF4-FFF2-40B4-BE49-F238E27FC236}">
                <a16:creationId xmlns:a16="http://schemas.microsoft.com/office/drawing/2014/main" id="{50930B68-7615-44E8-8FFB-6404C72DB64A}"/>
              </a:ext>
            </a:extLst>
          </p:cNvPr>
          <p:cNvSpPr>
            <a:spLocks xmlns:a="http://schemas.openxmlformats.org/drawingml/2006/main" noGrp="1"/>
          </p:cNvSpPr>
          <p:nvPr/>
        </p:nvSpPr>
        <p:spPr>
          <a:xfrm xmlns:a="http://schemas.openxmlformats.org/drawingml/2006/main">
            <a:off x="534152" y="1562655"/>
            <a:ext cx="953" cy="4083926"/>
          </a:xfrm>
          <a:custGeom xmlns:a="http://schemas.openxmlformats.org/drawingml/2006/main">
            <a:pathLst>
              <a:path w="953" h="4083926">
                <a:moveTo>
                  <a:pt x="0" y="0"/>
                </a:moveTo>
                <a:lnTo>
                  <a:pt x="0" y="4083926"/>
                </a:lnTo>
              </a:path>
            </a:pathLst>
          </a:custGeom>
          <a:noFill xmlns:a="http://schemas.openxmlformats.org/drawingml/2006/main"/>
          <a:ln xmlns:a="http://schemas.openxmlformats.org/drawingml/2006/main" w="12700">
            <a:solidFill>
              <a:srgbClr val="000000"/>
            </a:solidFill>
            <a:prstDash val="solid"/>
          </a:ln>
        </p:spPr>
      </p:sp>
      <p:sp>
        <p:nvSpPr>
          <p:cNvPr id="19" name="pdf-vector-0019">
            <a:extLst xmlns:a="http://schemas.openxmlformats.org/drawingml/2006/main">
              <a:ext uri="{FF2B5EF4-FFF2-40B4-BE49-F238E27FC236}">
                <a16:creationId xmlns:a16="http://schemas.microsoft.com/office/drawing/2014/main" id="{8BAF19A6-E772-4336-A311-13CE815F1B5E}"/>
              </a:ext>
            </a:extLst>
          </p:cNvPr>
          <p:cNvSpPr>
            <a:spLocks xmlns:a="http://schemas.openxmlformats.org/drawingml/2006/main" noGrp="1"/>
          </p:cNvSpPr>
          <p:nvPr/>
        </p:nvSpPr>
        <p:spPr>
          <a:xfrm xmlns:a="http://schemas.openxmlformats.org/drawingml/2006/main">
            <a:off x="11381825" y="1562655"/>
            <a:ext cx="953" cy="4083926"/>
          </a:xfrm>
          <a:custGeom xmlns:a="http://schemas.openxmlformats.org/drawingml/2006/main">
            <a:pathLst>
              <a:path w="953" h="4083926">
                <a:moveTo>
                  <a:pt x="0" y="0"/>
                </a:moveTo>
                <a:lnTo>
                  <a:pt x="0" y="4083926"/>
                </a:lnTo>
              </a:path>
            </a:pathLst>
          </a:custGeom>
          <a:noFill xmlns:a="http://schemas.openxmlformats.org/drawingml/2006/main"/>
          <a:ln xmlns:a="http://schemas.openxmlformats.org/drawingml/2006/main" w="12700">
            <a:solidFill>
              <a:srgbClr val="000000"/>
            </a:solidFill>
            <a:prstDash val="solid"/>
          </a:ln>
        </p:spPr>
      </p:sp>
      <p:sp>
        <p:nvSpPr>
          <p:cNvPr id="20" name="pdf-vector-0020">
            <a:extLst xmlns:a="http://schemas.openxmlformats.org/drawingml/2006/main">
              <a:ext uri="{FF2B5EF4-FFF2-40B4-BE49-F238E27FC236}">
                <a16:creationId xmlns:a16="http://schemas.microsoft.com/office/drawing/2014/main" id="{9D654C7A-DC27-4F12-9DEC-052536FFFC84}"/>
              </a:ext>
            </a:extLst>
          </p:cNvPr>
          <p:cNvSpPr>
            <a:spLocks xmlns:a="http://schemas.openxmlformats.org/drawingml/2006/main" noGrp="1"/>
          </p:cNvSpPr>
          <p:nvPr/>
        </p:nvSpPr>
        <p:spPr>
          <a:xfrm xmlns:a="http://schemas.openxmlformats.org/drawingml/2006/main">
            <a:off x="527802" y="1569006"/>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21" name="pdf-vector-0021">
            <a:extLst xmlns:a="http://schemas.openxmlformats.org/drawingml/2006/main">
              <a:ext uri="{FF2B5EF4-FFF2-40B4-BE49-F238E27FC236}">
                <a16:creationId xmlns:a16="http://schemas.microsoft.com/office/drawing/2014/main" id="{A39968C4-CDF5-4CFA-8B89-EBC03D0AF388}"/>
              </a:ext>
            </a:extLst>
          </p:cNvPr>
          <p:cNvSpPr>
            <a:spLocks xmlns:a="http://schemas.openxmlformats.org/drawingml/2006/main" noGrp="1"/>
          </p:cNvSpPr>
          <p:nvPr/>
        </p:nvSpPr>
        <p:spPr>
          <a:xfrm xmlns:a="http://schemas.openxmlformats.org/drawingml/2006/main">
            <a:off x="527802" y="5640236"/>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22" name="pdf-text-0022">
            <a:extLst xmlns:a="http://schemas.openxmlformats.org/drawingml/2006/main">
              <a:ext uri="{FF2B5EF4-FFF2-40B4-BE49-F238E27FC236}">
                <a16:creationId xmlns:a16="http://schemas.microsoft.com/office/drawing/2014/main" id="{F40A73B3-71FD-4735-B509-82D4ACCB9127}"/>
              </a:ext>
            </a:extLst>
          </p:cNvPr>
          <p:cNvSpPr>
            <a:spLocks xmlns:a="http://schemas.openxmlformats.org/drawingml/2006/main" noGrp="1"/>
          </p:cNvSpPr>
          <p:nvPr/>
        </p:nvSpPr>
        <p:spPr>
          <a:xfrm xmlns:a="http://schemas.openxmlformats.org/drawingml/2006/main">
            <a:off x="625592" y="1646179"/>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公司介绍</a:t>
            </a:r>
          </a:p>
        </p:txBody>
      </p:sp>
      <p:sp>
        <p:nvSpPr>
          <p:cNvPr id="23" name="pdf-text-0023">
            <a:extLst xmlns:a="http://schemas.openxmlformats.org/drawingml/2006/main">
              <a:ext uri="{FF2B5EF4-FFF2-40B4-BE49-F238E27FC236}">
                <a16:creationId xmlns:a16="http://schemas.microsoft.com/office/drawing/2014/main" id="{78D79A74-8311-4B5A-98DB-2E41A9664E99}"/>
              </a:ext>
            </a:extLst>
          </p:cNvPr>
          <p:cNvSpPr>
            <a:spLocks xmlns:a="http://schemas.openxmlformats.org/drawingml/2006/main" noGrp="1"/>
          </p:cNvSpPr>
          <p:nvPr/>
        </p:nvSpPr>
        <p:spPr>
          <a:xfrm xmlns:a="http://schemas.openxmlformats.org/drawingml/2006/main">
            <a:off x="1682015" y="1646179"/>
            <a:ext cx="311657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全球高端半导体制程控制和良率管理领导者，</a:t>
            </a:r>
          </a:p>
        </p:txBody>
      </p:sp>
      <p:sp>
        <p:nvSpPr>
          <p:cNvPr id="24" name="pdf-text-0024">
            <a:extLst xmlns:a="http://schemas.openxmlformats.org/drawingml/2006/main">
              <a:ext uri="{FF2B5EF4-FFF2-40B4-BE49-F238E27FC236}">
                <a16:creationId xmlns:a16="http://schemas.microsoft.com/office/drawing/2014/main" id="{32A73C48-0EEB-452A-8FC8-56D146A7A2D8}"/>
              </a:ext>
            </a:extLst>
          </p:cNvPr>
          <p:cNvSpPr>
            <a:spLocks xmlns:a="http://schemas.openxmlformats.org/drawingml/2006/main" noGrp="1"/>
          </p:cNvSpPr>
          <p:nvPr/>
        </p:nvSpPr>
        <p:spPr>
          <a:xfrm xmlns:a="http://schemas.openxmlformats.org/drawingml/2006/main">
            <a:off x="1682015" y="1829059"/>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市占率高达52%</a:t>
            </a:r>
          </a:p>
        </p:txBody>
      </p:sp>
      <p:sp>
        <p:nvSpPr>
          <p:cNvPr id="25" name="pdf-text-0025">
            <a:extLst xmlns:a="http://schemas.openxmlformats.org/drawingml/2006/main">
              <a:ext uri="{FF2B5EF4-FFF2-40B4-BE49-F238E27FC236}">
                <a16:creationId xmlns:a16="http://schemas.microsoft.com/office/drawing/2014/main" id="{C785AD20-3C54-490E-9F38-1A6CC342A412}"/>
              </a:ext>
            </a:extLst>
          </p:cNvPr>
          <p:cNvSpPr>
            <a:spLocks xmlns:a="http://schemas.openxmlformats.org/drawingml/2006/main" noGrp="1"/>
          </p:cNvSpPr>
          <p:nvPr/>
        </p:nvSpPr>
        <p:spPr>
          <a:xfrm xmlns:a="http://schemas.openxmlformats.org/drawingml/2006/main">
            <a:off x="4945765" y="1646179"/>
            <a:ext cx="311658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以色列的半导体/电子检测与计量设备厂商，</a:t>
            </a:r>
          </a:p>
        </p:txBody>
      </p:sp>
      <p:sp>
        <p:nvSpPr>
          <p:cNvPr id="26" name="pdf-text-0026">
            <a:extLst xmlns:a="http://schemas.openxmlformats.org/drawingml/2006/main">
              <a:ext uri="{FF2B5EF4-FFF2-40B4-BE49-F238E27FC236}">
                <a16:creationId xmlns:a16="http://schemas.microsoft.com/office/drawing/2014/main" id="{4F8A6055-74E7-43C9-9565-11E1384CD693}"/>
              </a:ext>
            </a:extLst>
          </p:cNvPr>
          <p:cNvSpPr>
            <a:spLocks xmlns:a="http://schemas.openxmlformats.org/drawingml/2006/main" noGrp="1"/>
          </p:cNvSpPr>
          <p:nvPr/>
        </p:nvSpPr>
        <p:spPr>
          <a:xfrm xmlns:a="http://schemas.openxmlformats.org/drawingml/2006/main">
            <a:off x="4945765" y="1829059"/>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在中国封装AOI市场占比超</a:t>
            </a:r>
          </a:p>
        </p:txBody>
      </p:sp>
      <p:sp>
        <p:nvSpPr>
          <p:cNvPr id="27" name="pdf-text-0027">
            <a:extLst xmlns:a="http://schemas.openxmlformats.org/drawingml/2006/main">
              <a:ext uri="{FF2B5EF4-FFF2-40B4-BE49-F238E27FC236}">
                <a16:creationId xmlns:a16="http://schemas.microsoft.com/office/drawing/2014/main" id="{142C612A-C953-4357-8AA8-C5EECE9468A5}"/>
              </a:ext>
            </a:extLst>
          </p:cNvPr>
          <p:cNvSpPr>
            <a:spLocks xmlns:a="http://schemas.openxmlformats.org/drawingml/2006/main" noGrp="1"/>
          </p:cNvSpPr>
          <p:nvPr/>
        </p:nvSpPr>
        <p:spPr>
          <a:xfrm xmlns:a="http://schemas.openxmlformats.org/drawingml/2006/main">
            <a:off x="6698365" y="182905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50%</a:t>
            </a:r>
          </a:p>
        </p:txBody>
      </p:sp>
      <p:sp>
        <p:nvSpPr>
          <p:cNvPr id="28" name="pdf-text-0028">
            <a:extLst xmlns:a="http://schemas.openxmlformats.org/drawingml/2006/main">
              <a:ext uri="{FF2B5EF4-FFF2-40B4-BE49-F238E27FC236}">
                <a16:creationId xmlns:a16="http://schemas.microsoft.com/office/drawing/2014/main" id="{32F8ECF7-49B4-48C8-8031-DFB2B211F658}"/>
              </a:ext>
            </a:extLst>
          </p:cNvPr>
          <p:cNvSpPr>
            <a:spLocks xmlns:a="http://schemas.openxmlformats.org/drawingml/2006/main" noGrp="1"/>
          </p:cNvSpPr>
          <p:nvPr/>
        </p:nvSpPr>
        <p:spPr>
          <a:xfrm xmlns:a="http://schemas.openxmlformats.org/drawingml/2006/main">
            <a:off x="8209515" y="1646179"/>
            <a:ext cx="311657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多家工艺控制/计量厂商整合，产品覆盖面全</a:t>
            </a:r>
          </a:p>
        </p:txBody>
      </p:sp>
      <p:sp>
        <p:nvSpPr>
          <p:cNvPr id="29" name="pdf-text-0029">
            <a:extLst xmlns:a="http://schemas.openxmlformats.org/drawingml/2006/main">
              <a:ext uri="{FF2B5EF4-FFF2-40B4-BE49-F238E27FC236}">
                <a16:creationId xmlns:a16="http://schemas.microsoft.com/office/drawing/2014/main" id="{5E293E3F-8F45-4560-B174-A3B9EDFAB4D9}"/>
              </a:ext>
            </a:extLst>
          </p:cNvPr>
          <p:cNvSpPr>
            <a:spLocks xmlns:a="http://schemas.openxmlformats.org/drawingml/2006/main" noGrp="1"/>
          </p:cNvSpPr>
          <p:nvPr/>
        </p:nvSpPr>
        <p:spPr>
          <a:xfrm xmlns:a="http://schemas.openxmlformats.org/drawingml/2006/main">
            <a:off x="8209515" y="1829059"/>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面</a:t>
            </a:r>
          </a:p>
        </p:txBody>
      </p:sp>
      <p:sp>
        <p:nvSpPr>
          <p:cNvPr id="30" name="pdf-text-0030">
            <a:extLst xmlns:a="http://schemas.openxmlformats.org/drawingml/2006/main">
              <a:ext uri="{FF2B5EF4-FFF2-40B4-BE49-F238E27FC236}">
                <a16:creationId xmlns:a16="http://schemas.microsoft.com/office/drawing/2014/main" id="{B15F98D5-5E5B-4673-82FB-F80A1846A24B}"/>
              </a:ext>
            </a:extLst>
          </p:cNvPr>
          <p:cNvSpPr>
            <a:spLocks xmlns:a="http://schemas.openxmlformats.org/drawingml/2006/main" noGrp="1"/>
          </p:cNvSpPr>
          <p:nvPr/>
        </p:nvSpPr>
        <p:spPr>
          <a:xfrm xmlns:a="http://schemas.openxmlformats.org/drawingml/2006/main">
            <a:off x="625592" y="2103379"/>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应用领域</a:t>
            </a:r>
          </a:p>
        </p:txBody>
      </p:sp>
      <p:sp>
        <p:nvSpPr>
          <p:cNvPr id="31" name="pdf-text-0031">
            <a:extLst xmlns:a="http://schemas.openxmlformats.org/drawingml/2006/main">
              <a:ext uri="{FF2B5EF4-FFF2-40B4-BE49-F238E27FC236}">
                <a16:creationId xmlns:a16="http://schemas.microsoft.com/office/drawing/2014/main" id="{6F1C35DD-C186-49F1-BF1E-9D2F44759DBD}"/>
              </a:ext>
            </a:extLst>
          </p:cNvPr>
          <p:cNvSpPr>
            <a:spLocks xmlns:a="http://schemas.openxmlformats.org/drawingml/2006/main" noGrp="1"/>
          </p:cNvSpPr>
          <p:nvPr/>
        </p:nvSpPr>
        <p:spPr>
          <a:xfrm xmlns:a="http://schemas.openxmlformats.org/drawingml/2006/main">
            <a:off x="2155015" y="2103379"/>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晶圆缺陷检测系统（前道核心）</a:t>
            </a:r>
          </a:p>
        </p:txBody>
      </p:sp>
      <p:sp>
        <p:nvSpPr>
          <p:cNvPr id="32" name="pdf-text-0032">
            <a:extLst xmlns:a="http://schemas.openxmlformats.org/drawingml/2006/main">
              <a:ext uri="{FF2B5EF4-FFF2-40B4-BE49-F238E27FC236}">
                <a16:creationId xmlns:a16="http://schemas.microsoft.com/office/drawing/2014/main" id="{0E2D3F84-9F41-4067-90CE-AADE59F6433A}"/>
              </a:ext>
            </a:extLst>
          </p:cNvPr>
          <p:cNvSpPr>
            <a:spLocks xmlns:a="http://schemas.openxmlformats.org/drawingml/2006/main" noGrp="1"/>
          </p:cNvSpPr>
          <p:nvPr/>
        </p:nvSpPr>
        <p:spPr>
          <a:xfrm xmlns:a="http://schemas.openxmlformats.org/drawingml/2006/main">
            <a:off x="2155015" y="2286259"/>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晶圆量测系统（前道精度控制）</a:t>
            </a:r>
          </a:p>
        </p:txBody>
      </p:sp>
      <p:sp>
        <p:nvSpPr>
          <p:cNvPr id="33" name="pdf-text-0033">
            <a:extLst xmlns:a="http://schemas.openxmlformats.org/drawingml/2006/main">
              <a:ext uri="{FF2B5EF4-FFF2-40B4-BE49-F238E27FC236}">
                <a16:creationId xmlns:a16="http://schemas.microsoft.com/office/drawing/2014/main" id="{97D1E4C7-18D9-4039-A03F-BC0D20DB00F7}"/>
              </a:ext>
            </a:extLst>
          </p:cNvPr>
          <p:cNvSpPr>
            <a:spLocks xmlns:a="http://schemas.openxmlformats.org/drawingml/2006/main" noGrp="1"/>
          </p:cNvSpPr>
          <p:nvPr/>
        </p:nvSpPr>
        <p:spPr>
          <a:xfrm xmlns:a="http://schemas.openxmlformats.org/drawingml/2006/main">
            <a:off x="2002615" y="2469138"/>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光罩检测系统（芯片制造源头控制）</a:t>
            </a:r>
          </a:p>
        </p:txBody>
      </p:sp>
      <p:sp>
        <p:nvSpPr>
          <p:cNvPr id="34" name="pdf-text-0034">
            <a:extLst xmlns:a="http://schemas.openxmlformats.org/drawingml/2006/main">
              <a:ext uri="{FF2B5EF4-FFF2-40B4-BE49-F238E27FC236}">
                <a16:creationId xmlns:a16="http://schemas.microsoft.com/office/drawing/2014/main" id="{97B8881C-C6DC-43DC-9F78-E2184BFBC5E9}"/>
              </a:ext>
            </a:extLst>
          </p:cNvPr>
          <p:cNvSpPr>
            <a:spLocks xmlns:a="http://schemas.openxmlformats.org/drawingml/2006/main" noGrp="1"/>
          </p:cNvSpPr>
          <p:nvPr/>
        </p:nvSpPr>
        <p:spPr>
          <a:xfrm xmlns:a="http://schemas.openxmlformats.org/drawingml/2006/main">
            <a:off x="2002615" y="2652018"/>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先进封装检测系统（后道质量保障）</a:t>
            </a:r>
          </a:p>
        </p:txBody>
      </p:sp>
      <p:sp>
        <p:nvSpPr>
          <p:cNvPr id="35" name="pdf-text-0035">
            <a:extLst xmlns:a="http://schemas.openxmlformats.org/drawingml/2006/main">
              <a:ext uri="{FF2B5EF4-FFF2-40B4-BE49-F238E27FC236}">
                <a16:creationId xmlns:a16="http://schemas.microsoft.com/office/drawing/2014/main" id="{C4886D8A-9468-4143-B34F-62DD952ABADF}"/>
              </a:ext>
            </a:extLst>
          </p:cNvPr>
          <p:cNvSpPr>
            <a:spLocks xmlns:a="http://schemas.openxmlformats.org/drawingml/2006/main" noGrp="1"/>
          </p:cNvSpPr>
          <p:nvPr/>
        </p:nvSpPr>
        <p:spPr>
          <a:xfrm xmlns:a="http://schemas.openxmlformats.org/drawingml/2006/main">
            <a:off x="4924123" y="2103378"/>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先进封装、存储器、CMOS 图像传感器、MEMS、</a:t>
            </a:r>
          </a:p>
        </p:txBody>
      </p:sp>
      <p:sp>
        <p:nvSpPr>
          <p:cNvPr id="36" name="pdf-text-0036">
            <a:extLst xmlns:a="http://schemas.openxmlformats.org/drawingml/2006/main">
              <a:ext uri="{FF2B5EF4-FFF2-40B4-BE49-F238E27FC236}">
                <a16:creationId xmlns:a16="http://schemas.microsoft.com/office/drawing/2014/main" id="{5DD46AE0-B6AF-4FE8-A7DB-5AF7565720BB}"/>
              </a:ext>
            </a:extLst>
          </p:cNvPr>
          <p:cNvSpPr>
            <a:spLocks xmlns:a="http://schemas.openxmlformats.org/drawingml/2006/main" noGrp="1"/>
          </p:cNvSpPr>
          <p:nvPr/>
        </p:nvSpPr>
        <p:spPr>
          <a:xfrm xmlns:a="http://schemas.openxmlformats.org/drawingml/2006/main">
            <a:off x="5015563" y="2286258"/>
            <a:ext cx="293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射频 (RF) 器件、化合物半导体、传统封测</a:t>
            </a:r>
          </a:p>
        </p:txBody>
      </p:sp>
      <p:sp>
        <p:nvSpPr>
          <p:cNvPr id="37" name="pdf-text-0037">
            <a:extLst xmlns:a="http://schemas.openxmlformats.org/drawingml/2006/main">
              <a:ext uri="{FF2B5EF4-FFF2-40B4-BE49-F238E27FC236}">
                <a16:creationId xmlns:a16="http://schemas.microsoft.com/office/drawing/2014/main" id="{10C08129-58C5-4448-814F-3DD635873A02}"/>
              </a:ext>
            </a:extLst>
          </p:cNvPr>
          <p:cNvSpPr>
            <a:spLocks xmlns:a="http://schemas.openxmlformats.org/drawingml/2006/main" noGrp="1"/>
          </p:cNvSpPr>
          <p:nvPr/>
        </p:nvSpPr>
        <p:spPr>
          <a:xfrm xmlns:a="http://schemas.openxmlformats.org/drawingml/2006/main">
            <a:off x="8263512" y="2103378"/>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AI 芯片供应链、先进封装、先进节点、特殊</a:t>
            </a:r>
          </a:p>
        </p:txBody>
      </p:sp>
      <p:sp>
        <p:nvSpPr>
          <p:cNvPr id="38" name="pdf-text-0038">
            <a:extLst xmlns:a="http://schemas.openxmlformats.org/drawingml/2006/main">
              <a:ext uri="{FF2B5EF4-FFF2-40B4-BE49-F238E27FC236}">
                <a16:creationId xmlns:a16="http://schemas.microsoft.com/office/drawing/2014/main" id="{812EAB9C-1F19-4343-9741-DD1544EC9AD4}"/>
              </a:ext>
            </a:extLst>
          </p:cNvPr>
          <p:cNvSpPr>
            <a:spLocks xmlns:a="http://schemas.openxmlformats.org/drawingml/2006/main" noGrp="1"/>
          </p:cNvSpPr>
          <p:nvPr/>
        </p:nvSpPr>
        <p:spPr>
          <a:xfrm xmlns:a="http://schemas.openxmlformats.org/drawingml/2006/main">
            <a:off x="8225412" y="2286258"/>
            <a:ext cx="308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应用领域（CIS（图像传感器）、MEMS / 传感</a:t>
            </a:r>
          </a:p>
        </p:txBody>
      </p:sp>
      <p:sp>
        <p:nvSpPr>
          <p:cNvPr id="39" name="pdf-text-0039">
            <a:extLst xmlns:a="http://schemas.openxmlformats.org/drawingml/2006/main">
              <a:ext uri="{FF2B5EF4-FFF2-40B4-BE49-F238E27FC236}">
                <a16:creationId xmlns:a16="http://schemas.microsoft.com/office/drawing/2014/main" id="{605BB65A-BC03-4B90-8F62-6CB977491C03}"/>
              </a:ext>
            </a:extLst>
          </p:cNvPr>
          <p:cNvSpPr>
            <a:spLocks xmlns:a="http://schemas.openxmlformats.org/drawingml/2006/main" noGrp="1"/>
          </p:cNvSpPr>
          <p:nvPr/>
        </p:nvSpPr>
        <p:spPr>
          <a:xfrm xmlns:a="http://schemas.openxmlformats.org/drawingml/2006/main">
            <a:off x="8644512" y="2469138"/>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器、RF / 功率器件、汽车电子）</a:t>
            </a:r>
          </a:p>
        </p:txBody>
      </p:sp>
      <p:sp>
        <p:nvSpPr>
          <p:cNvPr id="40" name="pdf-text-0040">
            <a:extLst xmlns:a="http://schemas.openxmlformats.org/drawingml/2006/main">
              <a:ext uri="{FF2B5EF4-FFF2-40B4-BE49-F238E27FC236}">
                <a16:creationId xmlns:a16="http://schemas.microsoft.com/office/drawing/2014/main" id="{457A75AF-FB1C-44F1-9B94-710B551434CF}"/>
              </a:ext>
            </a:extLst>
          </p:cNvPr>
          <p:cNvSpPr>
            <a:spLocks xmlns:a="http://schemas.openxmlformats.org/drawingml/2006/main" noGrp="1"/>
          </p:cNvSpPr>
          <p:nvPr/>
        </p:nvSpPr>
        <p:spPr>
          <a:xfrm xmlns:a="http://schemas.openxmlformats.org/drawingml/2006/main">
            <a:off x="625592" y="292633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收入</a:t>
            </a:r>
          </a:p>
        </p:txBody>
      </p:sp>
      <p:sp>
        <p:nvSpPr>
          <p:cNvPr id="41" name="pdf-text-0041">
            <a:extLst xmlns:a="http://schemas.openxmlformats.org/drawingml/2006/main">
              <a:ext uri="{FF2B5EF4-FFF2-40B4-BE49-F238E27FC236}">
                <a16:creationId xmlns:a16="http://schemas.microsoft.com/office/drawing/2014/main" id="{F178C9BF-A20F-4A9D-B92D-7A1D0E4CDAF1}"/>
              </a:ext>
            </a:extLst>
          </p:cNvPr>
          <p:cNvSpPr>
            <a:spLocks xmlns:a="http://schemas.openxmlformats.org/drawingml/2006/main" noGrp="1"/>
          </p:cNvSpPr>
          <p:nvPr/>
        </p:nvSpPr>
        <p:spPr>
          <a:xfrm xmlns:a="http://schemas.openxmlformats.org/drawingml/2006/main">
            <a:off x="2002615" y="2926339"/>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121.6 亿美元（839.56亿元人民币）</a:t>
            </a:r>
          </a:p>
        </p:txBody>
      </p:sp>
      <p:sp>
        <p:nvSpPr>
          <p:cNvPr id="42" name="pdf-text-0042">
            <a:extLst xmlns:a="http://schemas.openxmlformats.org/drawingml/2006/main">
              <a:ext uri="{FF2B5EF4-FFF2-40B4-BE49-F238E27FC236}">
                <a16:creationId xmlns:a16="http://schemas.microsoft.com/office/drawing/2014/main" id="{932B283F-6CFD-4BD7-8053-B10E077CB682}"/>
              </a:ext>
            </a:extLst>
          </p:cNvPr>
          <p:cNvSpPr>
            <a:spLocks xmlns:a="http://schemas.openxmlformats.org/drawingml/2006/main" noGrp="1"/>
          </p:cNvSpPr>
          <p:nvPr/>
        </p:nvSpPr>
        <p:spPr>
          <a:xfrm xmlns:a="http://schemas.openxmlformats.org/drawingml/2006/main">
            <a:off x="5380713" y="2926339"/>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4.96亿美元（34.48亿元人民币）</a:t>
            </a:r>
          </a:p>
        </p:txBody>
      </p:sp>
      <p:sp>
        <p:nvSpPr>
          <p:cNvPr id="43" name="pdf-text-0043">
            <a:extLst xmlns:a="http://schemas.openxmlformats.org/drawingml/2006/main">
              <a:ext uri="{FF2B5EF4-FFF2-40B4-BE49-F238E27FC236}">
                <a16:creationId xmlns:a16="http://schemas.microsoft.com/office/drawing/2014/main" id="{981381AA-3442-48F5-9681-ED9A6954CDA3}"/>
              </a:ext>
            </a:extLst>
          </p:cNvPr>
          <p:cNvSpPr>
            <a:spLocks xmlns:a="http://schemas.openxmlformats.org/drawingml/2006/main" noGrp="1"/>
          </p:cNvSpPr>
          <p:nvPr/>
        </p:nvSpPr>
        <p:spPr>
          <a:xfrm xmlns:a="http://schemas.openxmlformats.org/drawingml/2006/main">
            <a:off x="8530212" y="2926339"/>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10.05 亿美元（69.87 亿元人民币）</a:t>
            </a:r>
          </a:p>
        </p:txBody>
      </p:sp>
      <p:sp>
        <p:nvSpPr>
          <p:cNvPr id="44" name="pdf-text-0044">
            <a:extLst xmlns:a="http://schemas.openxmlformats.org/drawingml/2006/main">
              <a:ext uri="{FF2B5EF4-FFF2-40B4-BE49-F238E27FC236}">
                <a16:creationId xmlns:a16="http://schemas.microsoft.com/office/drawing/2014/main" id="{0A86BB50-4CF4-4C9F-AF91-9B28C795DD26}"/>
              </a:ext>
            </a:extLst>
          </p:cNvPr>
          <p:cNvSpPr>
            <a:spLocks xmlns:a="http://schemas.openxmlformats.org/drawingml/2006/main" noGrp="1"/>
          </p:cNvSpPr>
          <p:nvPr/>
        </p:nvSpPr>
        <p:spPr>
          <a:xfrm xmlns:a="http://schemas.openxmlformats.org/drawingml/2006/main">
            <a:off x="625592" y="3200659"/>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收入结构</a:t>
            </a:r>
          </a:p>
        </p:txBody>
      </p:sp>
      <p:sp>
        <p:nvSpPr>
          <p:cNvPr id="45" name="pdf-text-0045">
            <a:extLst xmlns:a="http://schemas.openxmlformats.org/drawingml/2006/main">
              <a:ext uri="{FF2B5EF4-FFF2-40B4-BE49-F238E27FC236}">
                <a16:creationId xmlns:a16="http://schemas.microsoft.com/office/drawing/2014/main" id="{4F1DEDC8-9FC1-4651-A7E9-6B9387AEC3F1}"/>
              </a:ext>
            </a:extLst>
          </p:cNvPr>
          <p:cNvSpPr>
            <a:spLocks xmlns:a="http://schemas.openxmlformats.org/drawingml/2006/main" noGrp="1"/>
          </p:cNvSpPr>
          <p:nvPr/>
        </p:nvSpPr>
        <p:spPr>
          <a:xfrm xmlns:a="http://schemas.openxmlformats.org/drawingml/2006/main">
            <a:off x="1618821" y="3210059"/>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46" name="pdf-text-0046">
            <a:extLst xmlns:a="http://schemas.openxmlformats.org/drawingml/2006/main">
              <a:ext uri="{FF2B5EF4-FFF2-40B4-BE49-F238E27FC236}">
                <a16:creationId xmlns:a16="http://schemas.microsoft.com/office/drawing/2014/main" id="{ABB76C66-2A56-4444-B697-F2EBFF7F031A}"/>
              </a:ext>
            </a:extLst>
          </p:cNvPr>
          <p:cNvSpPr>
            <a:spLocks xmlns:a="http://schemas.openxmlformats.org/drawingml/2006/main" noGrp="1"/>
          </p:cNvSpPr>
          <p:nvPr/>
        </p:nvSpPr>
        <p:spPr>
          <a:xfrm xmlns:a="http://schemas.openxmlformats.org/drawingml/2006/main">
            <a:off x="1791033" y="3200659"/>
            <a:ext cx="293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半导体过程控制（缺陷检测、量测、光刻工</a:t>
            </a:r>
          </a:p>
        </p:txBody>
      </p:sp>
      <p:sp>
        <p:nvSpPr>
          <p:cNvPr id="47" name="pdf-text-0047">
            <a:extLst xmlns:a="http://schemas.openxmlformats.org/drawingml/2006/main">
              <a:ext uri="{FF2B5EF4-FFF2-40B4-BE49-F238E27FC236}">
                <a16:creationId xmlns:a16="http://schemas.microsoft.com/office/drawing/2014/main" id="{9B227A33-C7E0-403D-BD90-A7EC7122E72B}"/>
              </a:ext>
            </a:extLst>
          </p:cNvPr>
          <p:cNvSpPr>
            <a:spLocks xmlns:a="http://schemas.openxmlformats.org/drawingml/2006/main" noGrp="1"/>
          </p:cNvSpPr>
          <p:nvPr/>
        </p:nvSpPr>
        <p:spPr>
          <a:xfrm xmlns:a="http://schemas.openxmlformats.org/drawingml/2006/main">
            <a:off x="1829133" y="3383539"/>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艺控制、良率管理软件、服务收入）</a:t>
            </a:r>
          </a:p>
        </p:txBody>
      </p:sp>
      <p:sp>
        <p:nvSpPr>
          <p:cNvPr id="48" name="pdf-text-0048">
            <a:extLst xmlns:a="http://schemas.openxmlformats.org/drawingml/2006/main">
              <a:ext uri="{FF2B5EF4-FFF2-40B4-BE49-F238E27FC236}">
                <a16:creationId xmlns:a16="http://schemas.microsoft.com/office/drawing/2014/main" id="{DCA062BC-27A2-49E3-8E28-E563E8F47E15}"/>
              </a:ext>
            </a:extLst>
          </p:cNvPr>
          <p:cNvSpPr>
            <a:spLocks xmlns:a="http://schemas.openxmlformats.org/drawingml/2006/main" noGrp="1"/>
          </p:cNvSpPr>
          <p:nvPr/>
        </p:nvSpPr>
        <p:spPr>
          <a:xfrm xmlns:a="http://schemas.openxmlformats.org/drawingml/2006/main">
            <a:off x="4267533" y="338353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90.1%</a:t>
            </a:r>
          </a:p>
        </p:txBody>
      </p:sp>
      <p:sp>
        <p:nvSpPr>
          <p:cNvPr id="49" name="pdf-text-0049">
            <a:extLst xmlns:a="http://schemas.openxmlformats.org/drawingml/2006/main">
              <a:ext uri="{FF2B5EF4-FFF2-40B4-BE49-F238E27FC236}">
                <a16:creationId xmlns:a16="http://schemas.microsoft.com/office/drawing/2014/main" id="{207BCB69-B39D-4EAB-9CFF-2805FD0FED56}"/>
              </a:ext>
            </a:extLst>
          </p:cNvPr>
          <p:cNvSpPr>
            <a:spLocks xmlns:a="http://schemas.openxmlformats.org/drawingml/2006/main" noGrp="1"/>
          </p:cNvSpPr>
          <p:nvPr/>
        </p:nvSpPr>
        <p:spPr>
          <a:xfrm xmlns:a="http://schemas.openxmlformats.org/drawingml/2006/main">
            <a:off x="1695021" y="3575819"/>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0" name="pdf-text-0050">
            <a:extLst xmlns:a="http://schemas.openxmlformats.org/drawingml/2006/main">
              <a:ext uri="{FF2B5EF4-FFF2-40B4-BE49-F238E27FC236}">
                <a16:creationId xmlns:a16="http://schemas.microsoft.com/office/drawing/2014/main" id="{8232E180-24A4-48B0-BE7B-363C4276EAAE}"/>
              </a:ext>
            </a:extLst>
          </p:cNvPr>
          <p:cNvSpPr>
            <a:spLocks xmlns:a="http://schemas.openxmlformats.org/drawingml/2006/main" noGrp="1"/>
          </p:cNvSpPr>
          <p:nvPr/>
        </p:nvSpPr>
        <p:spPr>
          <a:xfrm xmlns:a="http://schemas.openxmlformats.org/drawingml/2006/main">
            <a:off x="1867233" y="3566419"/>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专用半导体工艺（刻蚀设备、沉积设备、</a:t>
            </a:r>
          </a:p>
        </p:txBody>
      </p:sp>
      <p:sp>
        <p:nvSpPr>
          <p:cNvPr id="51" name="pdf-text-0051">
            <a:extLst xmlns:a="http://schemas.openxmlformats.org/drawingml/2006/main">
              <a:ext uri="{FF2B5EF4-FFF2-40B4-BE49-F238E27FC236}">
                <a16:creationId xmlns:a16="http://schemas.microsoft.com/office/drawing/2014/main" id="{7B08AF97-7E09-433C-8552-00D43888710C}"/>
              </a:ext>
            </a:extLst>
          </p:cNvPr>
          <p:cNvSpPr>
            <a:spLocks xmlns:a="http://schemas.openxmlformats.org/drawingml/2006/main" noGrp="1"/>
          </p:cNvSpPr>
          <p:nvPr/>
        </p:nvSpPr>
        <p:spPr>
          <a:xfrm xmlns:a="http://schemas.openxmlformats.org/drawingml/2006/main">
            <a:off x="1784937" y="3749299"/>
            <a:ext cx="308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MEMS、功率半导体设备、先进封装工艺设备）</a:t>
            </a:r>
          </a:p>
        </p:txBody>
      </p:sp>
      <p:sp>
        <p:nvSpPr>
          <p:cNvPr id="52" name="pdf-text-0052">
            <a:extLst xmlns:a="http://schemas.openxmlformats.org/drawingml/2006/main">
              <a:ext uri="{FF2B5EF4-FFF2-40B4-BE49-F238E27FC236}">
                <a16:creationId xmlns:a16="http://schemas.microsoft.com/office/drawing/2014/main" id="{E1106256-DA18-45F7-A957-13127026C651}"/>
              </a:ext>
            </a:extLst>
          </p:cNvPr>
          <p:cNvSpPr>
            <a:spLocks xmlns:a="http://schemas.openxmlformats.org/drawingml/2006/main" noGrp="1"/>
          </p:cNvSpPr>
          <p:nvPr/>
        </p:nvSpPr>
        <p:spPr>
          <a:xfrm xmlns:a="http://schemas.openxmlformats.org/drawingml/2006/main">
            <a:off x="3086433" y="393217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4.8%</a:t>
            </a:r>
          </a:p>
        </p:txBody>
      </p:sp>
      <p:sp>
        <p:nvSpPr>
          <p:cNvPr id="53" name="pdf-text-0053">
            <a:extLst xmlns:a="http://schemas.openxmlformats.org/drawingml/2006/main">
              <a:ext uri="{FF2B5EF4-FFF2-40B4-BE49-F238E27FC236}">
                <a16:creationId xmlns:a16="http://schemas.microsoft.com/office/drawing/2014/main" id="{75D0DE0E-847D-4120-B4A8-08D3BBF1CB33}"/>
              </a:ext>
            </a:extLst>
          </p:cNvPr>
          <p:cNvSpPr>
            <a:spLocks xmlns:a="http://schemas.openxmlformats.org/drawingml/2006/main" noGrp="1"/>
          </p:cNvSpPr>
          <p:nvPr/>
        </p:nvSpPr>
        <p:spPr>
          <a:xfrm xmlns:a="http://schemas.openxmlformats.org/drawingml/2006/main">
            <a:off x="1612725" y="4124459"/>
            <a:ext cx="91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Arial"/>
                <a:ea typeface="Arial"/>
                <a:cs typeface="Arial"/>
              </a:defRPr>
            </a:pPr>
            <a:r>
              <a:rPr sz="1200" b="0" i="0">
                <a:solidFill>
                  <a:srgbClr val="000000"/>
                </a:solidFill>
                <a:latin typeface="Arial"/>
                <a:ea typeface="Arial"/>
                <a:cs typeface="Arial"/>
              </a:rPr>
              <a:t>•</a:t>
            </a:r>
          </a:p>
        </p:txBody>
      </p:sp>
      <p:sp>
        <p:nvSpPr>
          <p:cNvPr id="54" name="pdf-text-0054">
            <a:extLst xmlns:a="http://schemas.openxmlformats.org/drawingml/2006/main">
              <a:ext uri="{FF2B5EF4-FFF2-40B4-BE49-F238E27FC236}">
                <a16:creationId xmlns:a16="http://schemas.microsoft.com/office/drawing/2014/main" id="{1939331F-7668-47DA-A790-99250CCB4ADE}"/>
              </a:ext>
            </a:extLst>
          </p:cNvPr>
          <p:cNvSpPr>
            <a:spLocks xmlns:a="http://schemas.openxmlformats.org/drawingml/2006/main" noGrp="1"/>
          </p:cNvSpPr>
          <p:nvPr/>
        </p:nvSpPr>
        <p:spPr>
          <a:xfrm xmlns:a="http://schemas.openxmlformats.org/drawingml/2006/main">
            <a:off x="1784937" y="4115059"/>
            <a:ext cx="308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PCB与元件检测（PCB检测设备、IC封装检测、</a:t>
            </a:r>
          </a:p>
        </p:txBody>
      </p:sp>
      <p:sp>
        <p:nvSpPr>
          <p:cNvPr id="55" name="pdf-text-0055">
            <a:extLst xmlns:a="http://schemas.openxmlformats.org/drawingml/2006/main">
              <a:ext uri="{FF2B5EF4-FFF2-40B4-BE49-F238E27FC236}">
                <a16:creationId xmlns:a16="http://schemas.microsoft.com/office/drawing/2014/main" id="{0FF1B9FA-CB23-4CDA-8C93-B21BECD8DDC7}"/>
              </a:ext>
            </a:extLst>
          </p:cNvPr>
          <p:cNvSpPr>
            <a:spLocks xmlns:a="http://schemas.openxmlformats.org/drawingml/2006/main" noGrp="1"/>
          </p:cNvSpPr>
          <p:nvPr/>
        </p:nvSpPr>
        <p:spPr>
          <a:xfrm xmlns:a="http://schemas.openxmlformats.org/drawingml/2006/main">
            <a:off x="2553033" y="4297939"/>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先进封装检测）</a:t>
            </a:r>
          </a:p>
        </p:txBody>
      </p:sp>
      <p:sp>
        <p:nvSpPr>
          <p:cNvPr id="56" name="pdf-text-0056">
            <a:extLst xmlns:a="http://schemas.openxmlformats.org/drawingml/2006/main">
              <a:ext uri="{FF2B5EF4-FFF2-40B4-BE49-F238E27FC236}">
                <a16:creationId xmlns:a16="http://schemas.microsoft.com/office/drawing/2014/main" id="{44A4684E-E345-4250-8C45-508B72870B47}"/>
              </a:ext>
            </a:extLst>
          </p:cNvPr>
          <p:cNvSpPr>
            <a:spLocks xmlns:a="http://schemas.openxmlformats.org/drawingml/2006/main" noGrp="1"/>
          </p:cNvSpPr>
          <p:nvPr/>
        </p:nvSpPr>
        <p:spPr>
          <a:xfrm xmlns:a="http://schemas.openxmlformats.org/drawingml/2006/main">
            <a:off x="3619833" y="429793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5.1%</a:t>
            </a:r>
          </a:p>
        </p:txBody>
      </p:sp>
      <p:sp>
        <p:nvSpPr>
          <p:cNvPr id="57" name="pdf-text-0057">
            <a:extLst xmlns:a="http://schemas.openxmlformats.org/drawingml/2006/main">
              <a:ext uri="{FF2B5EF4-FFF2-40B4-BE49-F238E27FC236}">
                <a16:creationId xmlns:a16="http://schemas.microsoft.com/office/drawing/2014/main" id="{66A97C54-DC91-4754-9164-46141AEBC59E}"/>
              </a:ext>
            </a:extLst>
          </p:cNvPr>
          <p:cNvSpPr>
            <a:spLocks xmlns:a="http://schemas.openxmlformats.org/drawingml/2006/main" noGrp="1"/>
          </p:cNvSpPr>
          <p:nvPr/>
        </p:nvSpPr>
        <p:spPr>
          <a:xfrm xmlns:a="http://schemas.openxmlformats.org/drawingml/2006/main">
            <a:off x="5113965" y="3200659"/>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高性能计算与AI相关 (HPC/AI) ：</a:t>
            </a:r>
          </a:p>
        </p:txBody>
      </p:sp>
      <p:sp>
        <p:nvSpPr>
          <p:cNvPr id="58" name="pdf-text-0058">
            <a:extLst xmlns:a="http://schemas.openxmlformats.org/drawingml/2006/main">
              <a:ext uri="{FF2B5EF4-FFF2-40B4-BE49-F238E27FC236}">
                <a16:creationId xmlns:a16="http://schemas.microsoft.com/office/drawing/2014/main" id="{C99F9F48-2CE4-4AE2-913F-8E132853ED1C}"/>
              </a:ext>
            </a:extLst>
          </p:cNvPr>
          <p:cNvSpPr>
            <a:spLocks xmlns:a="http://schemas.openxmlformats.org/drawingml/2006/main" noGrp="1"/>
          </p:cNvSpPr>
          <p:nvPr/>
        </p:nvSpPr>
        <p:spPr>
          <a:xfrm xmlns:a="http://schemas.openxmlformats.org/drawingml/2006/main">
            <a:off x="7399965" y="3200659"/>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45-50%</a:t>
            </a:r>
          </a:p>
        </p:txBody>
      </p:sp>
      <p:sp>
        <p:nvSpPr>
          <p:cNvPr id="59" name="pdf-text-0059">
            <a:extLst xmlns:a="http://schemas.openxmlformats.org/drawingml/2006/main">
              <a:ext uri="{FF2B5EF4-FFF2-40B4-BE49-F238E27FC236}">
                <a16:creationId xmlns:a16="http://schemas.microsoft.com/office/drawing/2014/main" id="{79FBD4A6-3886-43E3-8F05-E67F87425DB9}"/>
              </a:ext>
            </a:extLst>
          </p:cNvPr>
          <p:cNvSpPr>
            <a:spLocks xmlns:a="http://schemas.openxmlformats.org/drawingml/2006/main" noGrp="1"/>
          </p:cNvSpPr>
          <p:nvPr/>
        </p:nvSpPr>
        <p:spPr>
          <a:xfrm xmlns:a="http://schemas.openxmlformats.org/drawingml/2006/main">
            <a:off x="5837865" y="3383539"/>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其他先进封装：</a:t>
            </a:r>
          </a:p>
        </p:txBody>
      </p:sp>
      <p:sp>
        <p:nvSpPr>
          <p:cNvPr id="60" name="pdf-text-0060">
            <a:extLst xmlns:a="http://schemas.openxmlformats.org/drawingml/2006/main">
              <a:ext uri="{FF2B5EF4-FFF2-40B4-BE49-F238E27FC236}">
                <a16:creationId xmlns:a16="http://schemas.microsoft.com/office/drawing/2014/main" id="{10ED4193-9A0E-4D2D-AEAF-EB25D469F876}"/>
              </a:ext>
            </a:extLst>
          </p:cNvPr>
          <p:cNvSpPr>
            <a:spLocks xmlns:a="http://schemas.openxmlformats.org/drawingml/2006/main" noGrp="1"/>
          </p:cNvSpPr>
          <p:nvPr/>
        </p:nvSpPr>
        <p:spPr>
          <a:xfrm xmlns:a="http://schemas.openxmlformats.org/drawingml/2006/main">
            <a:off x="6904665" y="338353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25%</a:t>
            </a:r>
          </a:p>
        </p:txBody>
      </p:sp>
      <p:sp>
        <p:nvSpPr>
          <p:cNvPr id="61" name="pdf-text-0061">
            <a:extLst xmlns:a="http://schemas.openxmlformats.org/drawingml/2006/main">
              <a:ext uri="{FF2B5EF4-FFF2-40B4-BE49-F238E27FC236}">
                <a16:creationId xmlns:a16="http://schemas.microsoft.com/office/drawing/2014/main" id="{0D7141EC-622D-4751-B882-6AEA74617B08}"/>
              </a:ext>
            </a:extLst>
          </p:cNvPr>
          <p:cNvSpPr>
            <a:spLocks xmlns:a="http://schemas.openxmlformats.org/drawingml/2006/main" noGrp="1"/>
          </p:cNvSpPr>
          <p:nvPr/>
        </p:nvSpPr>
        <p:spPr>
          <a:xfrm xmlns:a="http://schemas.openxmlformats.org/drawingml/2006/main">
            <a:off x="5190165" y="3566419"/>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CMOS、化合物、前道、2D检测：</a:t>
            </a:r>
          </a:p>
        </p:txBody>
      </p:sp>
      <p:sp>
        <p:nvSpPr>
          <p:cNvPr id="62" name="pdf-text-0062">
            <a:extLst xmlns:a="http://schemas.openxmlformats.org/drawingml/2006/main">
              <a:ext uri="{FF2B5EF4-FFF2-40B4-BE49-F238E27FC236}">
                <a16:creationId xmlns:a16="http://schemas.microsoft.com/office/drawing/2014/main" id="{FC46658E-D08D-4BBF-9F88-908EAC490B70}"/>
              </a:ext>
            </a:extLst>
          </p:cNvPr>
          <p:cNvSpPr>
            <a:spLocks xmlns:a="http://schemas.openxmlformats.org/drawingml/2006/main" noGrp="1"/>
          </p:cNvSpPr>
          <p:nvPr/>
        </p:nvSpPr>
        <p:spPr>
          <a:xfrm xmlns:a="http://schemas.openxmlformats.org/drawingml/2006/main">
            <a:off x="7323765" y="3566419"/>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25-30%</a:t>
            </a:r>
          </a:p>
        </p:txBody>
      </p:sp>
      <p:sp>
        <p:nvSpPr>
          <p:cNvPr id="63" name="pdf-text-0063">
            <a:extLst xmlns:a="http://schemas.openxmlformats.org/drawingml/2006/main">
              <a:ext uri="{FF2B5EF4-FFF2-40B4-BE49-F238E27FC236}">
                <a16:creationId xmlns:a16="http://schemas.microsoft.com/office/drawing/2014/main" id="{996588F2-9B1E-40ED-8E30-A77D261FA63A}"/>
              </a:ext>
            </a:extLst>
          </p:cNvPr>
          <p:cNvSpPr>
            <a:spLocks xmlns:a="http://schemas.openxmlformats.org/drawingml/2006/main" noGrp="1"/>
          </p:cNvSpPr>
          <p:nvPr/>
        </p:nvSpPr>
        <p:spPr>
          <a:xfrm xmlns:a="http://schemas.openxmlformats.org/drawingml/2006/main">
            <a:off x="5418765" y="393217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亚洲收入占</a:t>
            </a:r>
          </a:p>
        </p:txBody>
      </p:sp>
      <p:sp>
        <p:nvSpPr>
          <p:cNvPr id="64" name="pdf-text-0064">
            <a:extLst xmlns:a="http://schemas.openxmlformats.org/drawingml/2006/main">
              <a:ext uri="{FF2B5EF4-FFF2-40B4-BE49-F238E27FC236}">
                <a16:creationId xmlns:a16="http://schemas.microsoft.com/office/drawing/2014/main" id="{5F4703D6-973C-4741-9A42-3385658FD0A1}"/>
              </a:ext>
            </a:extLst>
          </p:cNvPr>
          <p:cNvSpPr>
            <a:spLocks xmlns:a="http://schemas.openxmlformats.org/drawingml/2006/main" noGrp="1"/>
          </p:cNvSpPr>
          <p:nvPr/>
        </p:nvSpPr>
        <p:spPr>
          <a:xfrm xmlns:a="http://schemas.openxmlformats.org/drawingml/2006/main">
            <a:off x="6180765" y="393217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80%</a:t>
            </a:r>
          </a:p>
        </p:txBody>
      </p:sp>
      <p:sp>
        <p:nvSpPr>
          <p:cNvPr id="65" name="pdf-text-0065">
            <a:extLst xmlns:a="http://schemas.openxmlformats.org/drawingml/2006/main">
              <a:ext uri="{FF2B5EF4-FFF2-40B4-BE49-F238E27FC236}">
                <a16:creationId xmlns:a16="http://schemas.microsoft.com/office/drawing/2014/main" id="{9601D5DA-40C4-42F4-B744-0961DB5E8B7E}"/>
              </a:ext>
            </a:extLst>
          </p:cNvPr>
          <p:cNvSpPr>
            <a:spLocks xmlns:a="http://schemas.openxmlformats.org/drawingml/2006/main" noGrp="1"/>
          </p:cNvSpPr>
          <p:nvPr/>
        </p:nvSpPr>
        <p:spPr>
          <a:xfrm xmlns:a="http://schemas.openxmlformats.org/drawingml/2006/main">
            <a:off x="6410889" y="3932179"/>
            <a:ext cx="95097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，中国收入占</a:t>
            </a:r>
          </a:p>
        </p:txBody>
      </p:sp>
      <p:sp>
        <p:nvSpPr>
          <p:cNvPr id="66" name="pdf-text-0066">
            <a:extLst xmlns:a="http://schemas.openxmlformats.org/drawingml/2006/main">
              <a:ext uri="{FF2B5EF4-FFF2-40B4-BE49-F238E27FC236}">
                <a16:creationId xmlns:a16="http://schemas.microsoft.com/office/drawing/2014/main" id="{FF1B9464-B518-491F-8E05-0B45F0D97B90}"/>
              </a:ext>
            </a:extLst>
          </p:cNvPr>
          <p:cNvSpPr>
            <a:spLocks xmlns:a="http://schemas.openxmlformats.org/drawingml/2006/main" noGrp="1"/>
          </p:cNvSpPr>
          <p:nvPr/>
        </p:nvSpPr>
        <p:spPr>
          <a:xfrm xmlns:a="http://schemas.openxmlformats.org/drawingml/2006/main">
            <a:off x="7323765" y="393217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35%</a:t>
            </a:r>
          </a:p>
        </p:txBody>
      </p:sp>
      <p:sp>
        <p:nvSpPr>
          <p:cNvPr id="67" name="pdf-text-0067">
            <a:extLst xmlns:a="http://schemas.openxmlformats.org/drawingml/2006/main">
              <a:ext uri="{FF2B5EF4-FFF2-40B4-BE49-F238E27FC236}">
                <a16:creationId xmlns:a16="http://schemas.microsoft.com/office/drawing/2014/main" id="{0F88D851-E911-42AF-B7DE-245CF84B8281}"/>
              </a:ext>
            </a:extLst>
          </p:cNvPr>
          <p:cNvSpPr>
            <a:spLocks xmlns:a="http://schemas.openxmlformats.org/drawingml/2006/main" noGrp="1"/>
          </p:cNvSpPr>
          <p:nvPr/>
        </p:nvSpPr>
        <p:spPr>
          <a:xfrm xmlns:a="http://schemas.openxmlformats.org/drawingml/2006/main">
            <a:off x="8834915" y="3200659"/>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特种器件与先进封装</a:t>
            </a:r>
          </a:p>
        </p:txBody>
      </p:sp>
      <p:sp>
        <p:nvSpPr>
          <p:cNvPr id="68" name="pdf-text-0068">
            <a:extLst xmlns:a="http://schemas.openxmlformats.org/drawingml/2006/main">
              <a:ext uri="{FF2B5EF4-FFF2-40B4-BE49-F238E27FC236}">
                <a16:creationId xmlns:a16="http://schemas.microsoft.com/office/drawing/2014/main" id="{6E703FCE-8078-4735-893F-060DC4C45013}"/>
              </a:ext>
            </a:extLst>
          </p:cNvPr>
          <p:cNvSpPr>
            <a:spLocks xmlns:a="http://schemas.openxmlformats.org/drawingml/2006/main" noGrp="1"/>
          </p:cNvSpPr>
          <p:nvPr/>
        </p:nvSpPr>
        <p:spPr>
          <a:xfrm xmlns:a="http://schemas.openxmlformats.org/drawingml/2006/main">
            <a:off x="10206515" y="3200659"/>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 50%</a:t>
            </a:r>
          </a:p>
        </p:txBody>
      </p:sp>
      <p:sp>
        <p:nvSpPr>
          <p:cNvPr id="69" name="pdf-text-0069">
            <a:extLst xmlns:a="http://schemas.openxmlformats.org/drawingml/2006/main">
              <a:ext uri="{FF2B5EF4-FFF2-40B4-BE49-F238E27FC236}">
                <a16:creationId xmlns:a16="http://schemas.microsoft.com/office/drawing/2014/main" id="{C8E7B28A-9D8B-493B-8B4C-07080EAFE876}"/>
              </a:ext>
            </a:extLst>
          </p:cNvPr>
          <p:cNvSpPr>
            <a:spLocks xmlns:a="http://schemas.openxmlformats.org/drawingml/2006/main" noGrp="1"/>
          </p:cNvSpPr>
          <p:nvPr/>
        </p:nvSpPr>
        <p:spPr>
          <a:xfrm xmlns:a="http://schemas.openxmlformats.org/drawingml/2006/main">
            <a:off x="9215915" y="3383539"/>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先进节点： </a:t>
            </a:r>
          </a:p>
        </p:txBody>
      </p:sp>
      <p:sp>
        <p:nvSpPr>
          <p:cNvPr id="70" name="pdf-text-0070">
            <a:extLst xmlns:a="http://schemas.openxmlformats.org/drawingml/2006/main">
              <a:ext uri="{FF2B5EF4-FFF2-40B4-BE49-F238E27FC236}">
                <a16:creationId xmlns:a16="http://schemas.microsoft.com/office/drawing/2014/main" id="{BD882EF9-EBA9-45BF-A247-208E775687C2}"/>
              </a:ext>
            </a:extLst>
          </p:cNvPr>
          <p:cNvSpPr>
            <a:spLocks xmlns:a="http://schemas.openxmlformats.org/drawingml/2006/main" noGrp="1"/>
          </p:cNvSpPr>
          <p:nvPr/>
        </p:nvSpPr>
        <p:spPr>
          <a:xfrm xmlns:a="http://schemas.openxmlformats.org/drawingml/2006/main">
            <a:off x="10054115" y="338353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31%</a:t>
            </a:r>
          </a:p>
        </p:txBody>
      </p:sp>
      <p:sp>
        <p:nvSpPr>
          <p:cNvPr id="71" name="pdf-text-0071">
            <a:extLst xmlns:a="http://schemas.openxmlformats.org/drawingml/2006/main">
              <a:ext uri="{FF2B5EF4-FFF2-40B4-BE49-F238E27FC236}">
                <a16:creationId xmlns:a16="http://schemas.microsoft.com/office/drawing/2014/main" id="{43DB8E59-7FB6-43B2-B6E5-59CA2CBCB79B}"/>
              </a:ext>
            </a:extLst>
          </p:cNvPr>
          <p:cNvSpPr>
            <a:spLocks xmlns:a="http://schemas.openxmlformats.org/drawingml/2006/main" noGrp="1"/>
          </p:cNvSpPr>
          <p:nvPr/>
        </p:nvSpPr>
        <p:spPr>
          <a:xfrm xmlns:a="http://schemas.openxmlformats.org/drawingml/2006/main">
            <a:off x="9177815" y="3566419"/>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软件与服务：</a:t>
            </a:r>
          </a:p>
        </p:txBody>
      </p:sp>
      <p:sp>
        <p:nvSpPr>
          <p:cNvPr id="72" name="pdf-text-0072">
            <a:extLst xmlns:a="http://schemas.openxmlformats.org/drawingml/2006/main">
              <a:ext uri="{FF2B5EF4-FFF2-40B4-BE49-F238E27FC236}">
                <a16:creationId xmlns:a16="http://schemas.microsoft.com/office/drawing/2014/main" id="{1AB78C94-0AA4-4484-8A1B-B72EFF3B8752}"/>
              </a:ext>
            </a:extLst>
          </p:cNvPr>
          <p:cNvSpPr>
            <a:spLocks xmlns:a="http://schemas.openxmlformats.org/drawingml/2006/main" noGrp="1"/>
          </p:cNvSpPr>
          <p:nvPr/>
        </p:nvSpPr>
        <p:spPr>
          <a:xfrm xmlns:a="http://schemas.openxmlformats.org/drawingml/2006/main">
            <a:off x="10092215" y="3566419"/>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168B7"/>
                </a:solidFill>
                <a:latin typeface="KaiTi"/>
                <a:ea typeface="KaiTi"/>
                <a:cs typeface="KaiTi"/>
              </a:defRPr>
            </a:pPr>
            <a:r>
              <a:rPr sz="1200" b="0" i="0">
                <a:solidFill>
                  <a:srgbClr val="0168B7"/>
                </a:solidFill>
                <a:latin typeface="KaiTi"/>
                <a:ea typeface="KaiTi"/>
                <a:cs typeface="KaiTi"/>
              </a:rPr>
              <a:t>19%</a:t>
            </a:r>
          </a:p>
        </p:txBody>
      </p:sp>
      <p:sp>
        <p:nvSpPr>
          <p:cNvPr id="73" name="pdf-text-0073">
            <a:extLst xmlns:a="http://schemas.openxmlformats.org/drawingml/2006/main">
              <a:ext uri="{FF2B5EF4-FFF2-40B4-BE49-F238E27FC236}">
                <a16:creationId xmlns:a16="http://schemas.microsoft.com/office/drawing/2014/main" id="{F897642C-5795-4090-BB96-969EE50B3802}"/>
              </a:ext>
            </a:extLst>
          </p:cNvPr>
          <p:cNvSpPr>
            <a:spLocks xmlns:a="http://schemas.openxmlformats.org/drawingml/2006/main" noGrp="1"/>
          </p:cNvSpPr>
          <p:nvPr/>
        </p:nvSpPr>
        <p:spPr>
          <a:xfrm xmlns:a="http://schemas.openxmlformats.org/drawingml/2006/main">
            <a:off x="625592" y="4572259"/>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毛利率</a:t>
            </a:r>
          </a:p>
        </p:txBody>
      </p:sp>
      <p:sp>
        <p:nvSpPr>
          <p:cNvPr id="74" name="pdf-text-0074">
            <a:extLst xmlns:a="http://schemas.openxmlformats.org/drawingml/2006/main">
              <a:ext uri="{FF2B5EF4-FFF2-40B4-BE49-F238E27FC236}">
                <a16:creationId xmlns:a16="http://schemas.microsoft.com/office/drawing/2014/main" id="{C539B457-9639-44D7-952F-3906CC5B70D0}"/>
              </a:ext>
            </a:extLst>
          </p:cNvPr>
          <p:cNvSpPr>
            <a:spLocks xmlns:a="http://schemas.openxmlformats.org/drawingml/2006/main" noGrp="1"/>
          </p:cNvSpPr>
          <p:nvPr/>
        </p:nvSpPr>
        <p:spPr>
          <a:xfrm xmlns:a="http://schemas.openxmlformats.org/drawingml/2006/main">
            <a:off x="3031315" y="457225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60.9%</a:t>
            </a:r>
          </a:p>
        </p:txBody>
      </p:sp>
      <p:sp>
        <p:nvSpPr>
          <p:cNvPr id="75" name="pdf-text-0075">
            <a:extLst xmlns:a="http://schemas.openxmlformats.org/drawingml/2006/main">
              <a:ext uri="{FF2B5EF4-FFF2-40B4-BE49-F238E27FC236}">
                <a16:creationId xmlns:a16="http://schemas.microsoft.com/office/drawing/2014/main" id="{CEB5B5A7-7988-464C-8C20-98FD074D59E3}"/>
              </a:ext>
            </a:extLst>
          </p:cNvPr>
          <p:cNvSpPr>
            <a:spLocks xmlns:a="http://schemas.openxmlformats.org/drawingml/2006/main" noGrp="1"/>
          </p:cNvSpPr>
          <p:nvPr/>
        </p:nvSpPr>
        <p:spPr>
          <a:xfrm xmlns:a="http://schemas.openxmlformats.org/drawingml/2006/main">
            <a:off x="6295113" y="457225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50.5%</a:t>
            </a:r>
          </a:p>
        </p:txBody>
      </p:sp>
      <p:sp>
        <p:nvSpPr>
          <p:cNvPr id="76" name="pdf-text-0076">
            <a:extLst xmlns:a="http://schemas.openxmlformats.org/drawingml/2006/main">
              <a:ext uri="{FF2B5EF4-FFF2-40B4-BE49-F238E27FC236}">
                <a16:creationId xmlns:a16="http://schemas.microsoft.com/office/drawing/2014/main" id="{9EC75084-A905-4D18-B321-952179DAB262}"/>
              </a:ext>
            </a:extLst>
          </p:cNvPr>
          <p:cNvSpPr>
            <a:spLocks xmlns:a="http://schemas.openxmlformats.org/drawingml/2006/main" noGrp="1"/>
          </p:cNvSpPr>
          <p:nvPr/>
        </p:nvSpPr>
        <p:spPr>
          <a:xfrm xmlns:a="http://schemas.openxmlformats.org/drawingml/2006/main">
            <a:off x="9558912" y="4572259"/>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49.7%</a:t>
            </a:r>
          </a:p>
        </p:txBody>
      </p:sp>
      <p:sp>
        <p:nvSpPr>
          <p:cNvPr id="77" name="pdf-text-0077">
            <a:extLst xmlns:a="http://schemas.openxmlformats.org/drawingml/2006/main">
              <a:ext uri="{FF2B5EF4-FFF2-40B4-BE49-F238E27FC236}">
                <a16:creationId xmlns:a16="http://schemas.microsoft.com/office/drawing/2014/main" id="{1492E9DB-DC7C-4D8A-B92C-A17EDC29EA34}"/>
              </a:ext>
            </a:extLst>
          </p:cNvPr>
          <p:cNvSpPr>
            <a:spLocks xmlns:a="http://schemas.openxmlformats.org/drawingml/2006/main" noGrp="1"/>
          </p:cNvSpPr>
          <p:nvPr/>
        </p:nvSpPr>
        <p:spPr>
          <a:xfrm xmlns:a="http://schemas.openxmlformats.org/drawingml/2006/main">
            <a:off x="625592" y="4870513"/>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净利润</a:t>
            </a:r>
          </a:p>
        </p:txBody>
      </p:sp>
      <p:sp>
        <p:nvSpPr>
          <p:cNvPr id="78" name="pdf-text-0078">
            <a:extLst xmlns:a="http://schemas.openxmlformats.org/drawingml/2006/main">
              <a:ext uri="{FF2B5EF4-FFF2-40B4-BE49-F238E27FC236}">
                <a16:creationId xmlns:a16="http://schemas.microsoft.com/office/drawing/2014/main" id="{B5086387-F596-4B9B-B613-329F3686ED4B}"/>
              </a:ext>
            </a:extLst>
          </p:cNvPr>
          <p:cNvSpPr>
            <a:spLocks xmlns:a="http://schemas.openxmlformats.org/drawingml/2006/main" noGrp="1"/>
          </p:cNvSpPr>
          <p:nvPr/>
        </p:nvSpPr>
        <p:spPr>
          <a:xfrm xmlns:a="http://schemas.openxmlformats.org/drawingml/2006/main">
            <a:off x="2040715" y="4870513"/>
            <a:ext cx="2400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40.6 亿美元（280.31亿元人民币）</a:t>
            </a:r>
          </a:p>
        </p:txBody>
      </p:sp>
      <p:sp>
        <p:nvSpPr>
          <p:cNvPr id="79" name="pdf-text-0079">
            <a:extLst xmlns:a="http://schemas.openxmlformats.org/drawingml/2006/main">
              <a:ext uri="{FF2B5EF4-FFF2-40B4-BE49-F238E27FC236}">
                <a16:creationId xmlns:a16="http://schemas.microsoft.com/office/drawing/2014/main" id="{0FACF42A-E070-4AF4-AFCF-E5EF2CD2D0E0}"/>
              </a:ext>
            </a:extLst>
          </p:cNvPr>
          <p:cNvSpPr>
            <a:spLocks xmlns:a="http://schemas.openxmlformats.org/drawingml/2006/main" noGrp="1"/>
          </p:cNvSpPr>
          <p:nvPr/>
        </p:nvSpPr>
        <p:spPr>
          <a:xfrm xmlns:a="http://schemas.openxmlformats.org/drawingml/2006/main">
            <a:off x="5380713" y="4870513"/>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5070 万美元（3.52亿元人民币）</a:t>
            </a:r>
          </a:p>
        </p:txBody>
      </p:sp>
      <p:sp>
        <p:nvSpPr>
          <p:cNvPr id="80" name="pdf-text-0080">
            <a:extLst xmlns:a="http://schemas.openxmlformats.org/drawingml/2006/main">
              <a:ext uri="{FF2B5EF4-FFF2-40B4-BE49-F238E27FC236}">
                <a16:creationId xmlns:a16="http://schemas.microsoft.com/office/drawing/2014/main" id="{4ED0F104-EA14-4B24-8FE2-5D16A817E707}"/>
              </a:ext>
            </a:extLst>
          </p:cNvPr>
          <p:cNvSpPr>
            <a:spLocks xmlns:a="http://schemas.openxmlformats.org/drawingml/2006/main" noGrp="1"/>
          </p:cNvSpPr>
          <p:nvPr/>
        </p:nvSpPr>
        <p:spPr>
          <a:xfrm xmlns:a="http://schemas.openxmlformats.org/drawingml/2006/main">
            <a:off x="8606412" y="4870513"/>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1.37 亿美元（9.51 亿元人民币）</a:t>
            </a:r>
          </a:p>
        </p:txBody>
      </p:sp>
      <p:sp>
        <p:nvSpPr>
          <p:cNvPr id="81" name="pdf-text-0081">
            <a:extLst xmlns:a="http://schemas.openxmlformats.org/drawingml/2006/main">
              <a:ext uri="{FF2B5EF4-FFF2-40B4-BE49-F238E27FC236}">
                <a16:creationId xmlns:a16="http://schemas.microsoft.com/office/drawing/2014/main" id="{20A7B63E-88AF-4577-A731-3074AC537A47}"/>
              </a:ext>
            </a:extLst>
          </p:cNvPr>
          <p:cNvSpPr>
            <a:spLocks xmlns:a="http://schemas.openxmlformats.org/drawingml/2006/main" noGrp="1"/>
          </p:cNvSpPr>
          <p:nvPr/>
        </p:nvSpPr>
        <p:spPr>
          <a:xfrm xmlns:a="http://schemas.openxmlformats.org/drawingml/2006/main">
            <a:off x="625592" y="5168769"/>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市值</a:t>
            </a:r>
          </a:p>
        </p:txBody>
      </p:sp>
      <p:sp>
        <p:nvSpPr>
          <p:cNvPr id="82" name="pdf-text-0082">
            <a:extLst xmlns:a="http://schemas.openxmlformats.org/drawingml/2006/main">
              <a:ext uri="{FF2B5EF4-FFF2-40B4-BE49-F238E27FC236}">
                <a16:creationId xmlns:a16="http://schemas.microsoft.com/office/drawing/2014/main" id="{CCE32A18-F43A-4E62-8F60-7CCAC50D1656}"/>
              </a:ext>
            </a:extLst>
          </p:cNvPr>
          <p:cNvSpPr>
            <a:spLocks xmlns:a="http://schemas.openxmlformats.org/drawingml/2006/main" noGrp="1"/>
          </p:cNvSpPr>
          <p:nvPr/>
        </p:nvSpPr>
        <p:spPr>
          <a:xfrm xmlns:a="http://schemas.openxmlformats.org/drawingml/2006/main">
            <a:off x="2840815" y="516876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2264亿美元</a:t>
            </a:r>
          </a:p>
        </p:txBody>
      </p:sp>
      <p:sp>
        <p:nvSpPr>
          <p:cNvPr id="83" name="pdf-text-0083">
            <a:extLst xmlns:a="http://schemas.openxmlformats.org/drawingml/2006/main">
              <a:ext uri="{FF2B5EF4-FFF2-40B4-BE49-F238E27FC236}">
                <a16:creationId xmlns:a16="http://schemas.microsoft.com/office/drawing/2014/main" id="{87773852-1D7E-4A2E-8C4B-FE74BB2F3FDB}"/>
              </a:ext>
            </a:extLst>
          </p:cNvPr>
          <p:cNvSpPr>
            <a:spLocks xmlns:a="http://schemas.openxmlformats.org/drawingml/2006/main" noGrp="1"/>
          </p:cNvSpPr>
          <p:nvPr/>
        </p:nvSpPr>
        <p:spPr>
          <a:xfrm xmlns:a="http://schemas.openxmlformats.org/drawingml/2006/main">
            <a:off x="6180813" y="5168769"/>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91亿美元</a:t>
            </a:r>
          </a:p>
        </p:txBody>
      </p:sp>
      <p:sp>
        <p:nvSpPr>
          <p:cNvPr id="84" name="pdf-text-0084">
            <a:extLst xmlns:a="http://schemas.openxmlformats.org/drawingml/2006/main">
              <a:ext uri="{FF2B5EF4-FFF2-40B4-BE49-F238E27FC236}">
                <a16:creationId xmlns:a16="http://schemas.microsoft.com/office/drawing/2014/main" id="{C9C16A22-59E7-4479-9DC5-08B4F6DBFFCF}"/>
              </a:ext>
            </a:extLst>
          </p:cNvPr>
          <p:cNvSpPr>
            <a:spLocks xmlns:a="http://schemas.openxmlformats.org/drawingml/2006/main" noGrp="1"/>
          </p:cNvSpPr>
          <p:nvPr/>
        </p:nvSpPr>
        <p:spPr>
          <a:xfrm xmlns:a="http://schemas.openxmlformats.org/drawingml/2006/main">
            <a:off x="9406512" y="5168769"/>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151亿美元</a:t>
            </a:r>
          </a:p>
        </p:txBody>
      </p:sp>
      <p:sp>
        <p:nvSpPr>
          <p:cNvPr id="85" name="pdf-text-0085">
            <a:extLst xmlns:a="http://schemas.openxmlformats.org/drawingml/2006/main">
              <a:ext uri="{FF2B5EF4-FFF2-40B4-BE49-F238E27FC236}">
                <a16:creationId xmlns:a16="http://schemas.microsoft.com/office/drawing/2014/main" id="{568ABD23-EF60-4E69-A414-A28289618AA5}"/>
              </a:ext>
            </a:extLst>
          </p:cNvPr>
          <p:cNvSpPr>
            <a:spLocks xmlns:a="http://schemas.openxmlformats.org/drawingml/2006/main" noGrp="1"/>
          </p:cNvSpPr>
          <p:nvPr/>
        </p:nvSpPr>
        <p:spPr>
          <a:xfrm xmlns:a="http://schemas.openxmlformats.org/drawingml/2006/main">
            <a:off x="625592" y="5443089"/>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AOI产品售价</a:t>
            </a:r>
          </a:p>
        </p:txBody>
      </p:sp>
      <p:sp>
        <p:nvSpPr>
          <p:cNvPr id="86" name="pdf-text-0086">
            <a:extLst xmlns:a="http://schemas.openxmlformats.org/drawingml/2006/main">
              <a:ext uri="{FF2B5EF4-FFF2-40B4-BE49-F238E27FC236}">
                <a16:creationId xmlns:a16="http://schemas.microsoft.com/office/drawing/2014/main" id="{078682E0-0F54-4387-BD81-C222273672F8}"/>
              </a:ext>
            </a:extLst>
          </p:cNvPr>
          <p:cNvSpPr>
            <a:spLocks xmlns:a="http://schemas.openxmlformats.org/drawingml/2006/main" noGrp="1"/>
          </p:cNvSpPr>
          <p:nvPr/>
        </p:nvSpPr>
        <p:spPr>
          <a:xfrm xmlns:a="http://schemas.openxmlformats.org/drawingml/2006/main">
            <a:off x="2764615" y="5443089"/>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80-150万美元</a:t>
            </a:r>
          </a:p>
        </p:txBody>
      </p:sp>
      <p:sp>
        <p:nvSpPr>
          <p:cNvPr id="87" name="pdf-text-0087">
            <a:extLst xmlns:a="http://schemas.openxmlformats.org/drawingml/2006/main">
              <a:ext uri="{FF2B5EF4-FFF2-40B4-BE49-F238E27FC236}">
                <a16:creationId xmlns:a16="http://schemas.microsoft.com/office/drawing/2014/main" id="{83D64168-7D96-40BD-8E29-AFA71C99ABAE}"/>
              </a:ext>
            </a:extLst>
          </p:cNvPr>
          <p:cNvSpPr>
            <a:spLocks xmlns:a="http://schemas.openxmlformats.org/drawingml/2006/main" noGrp="1"/>
          </p:cNvSpPr>
          <p:nvPr/>
        </p:nvSpPr>
        <p:spPr>
          <a:xfrm xmlns:a="http://schemas.openxmlformats.org/drawingml/2006/main">
            <a:off x="6028413" y="5443089"/>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70-120万美元</a:t>
            </a:r>
          </a:p>
        </p:txBody>
      </p:sp>
      <p:sp>
        <p:nvSpPr>
          <p:cNvPr id="88" name="pdf-text-0088">
            <a:extLst xmlns:a="http://schemas.openxmlformats.org/drawingml/2006/main">
              <a:ext uri="{FF2B5EF4-FFF2-40B4-BE49-F238E27FC236}">
                <a16:creationId xmlns:a16="http://schemas.microsoft.com/office/drawing/2014/main" id="{BB780219-F63F-4B81-9F20-399A0141E36F}"/>
              </a:ext>
            </a:extLst>
          </p:cNvPr>
          <p:cNvSpPr>
            <a:spLocks xmlns:a="http://schemas.openxmlformats.org/drawingml/2006/main" noGrp="1"/>
          </p:cNvSpPr>
          <p:nvPr/>
        </p:nvSpPr>
        <p:spPr>
          <a:xfrm xmlns:a="http://schemas.openxmlformats.org/drawingml/2006/main">
            <a:off x="740835" y="5962505"/>
            <a:ext cx="10746125"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海外公司技术领先，占据高端市场，但价格昂贵、交付周期长、服务响应慢、定制化难。随着国内客户先进制程的产线建设推进，考虑到性价比、</a:t>
            </a:r>
          </a:p>
        </p:txBody>
      </p:sp>
      <p:sp>
        <p:nvSpPr>
          <p:cNvPr id="89" name="pdf-text-0089">
            <a:extLst xmlns:a="http://schemas.openxmlformats.org/drawingml/2006/main">
              <a:ext uri="{FF2B5EF4-FFF2-40B4-BE49-F238E27FC236}">
                <a16:creationId xmlns:a16="http://schemas.microsoft.com/office/drawing/2014/main" id="{56DB6652-DF4E-4C07-A683-179B24A4852B}"/>
              </a:ext>
            </a:extLst>
          </p:cNvPr>
          <p:cNvSpPr>
            <a:spLocks xmlns:a="http://schemas.openxmlformats.org/drawingml/2006/main" noGrp="1"/>
          </p:cNvSpPr>
          <p:nvPr/>
        </p:nvSpPr>
        <p:spPr>
          <a:xfrm xmlns:a="http://schemas.openxmlformats.org/drawingml/2006/main">
            <a:off x="741163" y="6220092"/>
            <a:ext cx="5649501"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服务及供应链安全，越来越多的客户对半导体量检测设备提出了国产化需求。</a:t>
            </a:r>
          </a:p>
        </p:txBody>
      </p:sp>
      <p:sp>
        <p:nvSpPr>
          <p:cNvPr id="90" name="pdf-text-0090">
            <a:extLst xmlns:a="http://schemas.openxmlformats.org/drawingml/2006/main">
              <a:ext uri="{FF2B5EF4-FFF2-40B4-BE49-F238E27FC236}">
                <a16:creationId xmlns:a16="http://schemas.microsoft.com/office/drawing/2014/main" id="{220274F5-3104-4C54-B705-B7F4428B8FED}"/>
              </a:ext>
            </a:extLst>
          </p:cNvPr>
          <p:cNvSpPr>
            <a:spLocks xmlns:a="http://schemas.openxmlformats.org/drawingml/2006/main" noGrp="1"/>
          </p:cNvSpPr>
          <p:nvPr/>
        </p:nvSpPr>
        <p:spPr>
          <a:xfrm xmlns:a="http://schemas.openxmlformats.org/drawingml/2006/main">
            <a:off x="740835" y="6477617"/>
            <a:ext cx="2350009"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168B7"/>
                </a:solidFill>
                <a:latin typeface="KaiTi"/>
                <a:ea typeface="KaiTi"/>
                <a:cs typeface="KaiTi"/>
              </a:defRPr>
            </a:pPr>
            <a:r>
              <a:rPr sz="1296" b="0" i="0">
                <a:solidFill>
                  <a:srgbClr val="0168B7"/>
                </a:solidFill>
                <a:latin typeface="KaiTi"/>
                <a:ea typeface="KaiTi"/>
                <a:cs typeface="KaiTi"/>
              </a:rPr>
              <a:t>公司相比海外公司的竞争优势：</a:t>
            </a:r>
          </a:p>
        </p:txBody>
      </p:sp>
      <p:sp>
        <p:nvSpPr>
          <p:cNvPr id="91" name="pdf-text-0091">
            <a:extLst xmlns:a="http://schemas.openxmlformats.org/drawingml/2006/main">
              <a:ext uri="{FF2B5EF4-FFF2-40B4-BE49-F238E27FC236}">
                <a16:creationId xmlns:a16="http://schemas.microsoft.com/office/drawing/2014/main" id="{51B62B20-718C-4358-8BAE-DADC67FFCD49}"/>
              </a:ext>
            </a:extLst>
          </p:cNvPr>
          <p:cNvSpPr>
            <a:spLocks xmlns:a="http://schemas.openxmlformats.org/drawingml/2006/main" noGrp="1"/>
          </p:cNvSpPr>
          <p:nvPr/>
        </p:nvSpPr>
        <p:spPr>
          <a:xfrm xmlns:a="http://schemas.openxmlformats.org/drawingml/2006/main">
            <a:off x="3054267" y="6477617"/>
            <a:ext cx="6804645"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技术匹配能力一致、快速的项目交付和服务响应、成本管控与价格优势、定制化软件与系统。</a:t>
            </a:r>
          </a:p>
        </p:txBody>
      </p:sp>
      <p:sp>
        <p:nvSpPr>
          <p:cNvPr id="92" name="pdf-text-0092">
            <a:extLst xmlns:a="http://schemas.openxmlformats.org/drawingml/2006/main">
              <a:ext uri="{FF2B5EF4-FFF2-40B4-BE49-F238E27FC236}">
                <a16:creationId xmlns:a16="http://schemas.microsoft.com/office/drawing/2014/main" id="{C269B4D6-D38C-4F75-91CF-E26316D0EC8F}"/>
              </a:ext>
            </a:extLst>
          </p:cNvPr>
          <p:cNvSpPr>
            <a:spLocks xmlns:a="http://schemas.openxmlformats.org/drawingml/2006/main" noGrp="1"/>
          </p:cNvSpPr>
          <p:nvPr/>
        </p:nvSpPr>
        <p:spPr>
          <a:xfrm xmlns:a="http://schemas.openxmlformats.org/drawingml/2006/main">
            <a:off x="6065987" y="5732796"/>
            <a:ext cx="3149297"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注：数据皆为25年数据，KLA数据为25财年（2024-07-01</a:t>
            </a:r>
          </a:p>
        </p:txBody>
      </p:sp>
      <p:sp>
        <p:nvSpPr>
          <p:cNvPr id="93" name="pdf-text-0093">
            <a:extLst xmlns:a="http://schemas.openxmlformats.org/drawingml/2006/main">
              <a:ext uri="{FF2B5EF4-FFF2-40B4-BE49-F238E27FC236}">
                <a16:creationId xmlns:a16="http://schemas.microsoft.com/office/drawing/2014/main" id="{0E993327-8518-4275-A274-7005951B047A}"/>
              </a:ext>
            </a:extLst>
          </p:cNvPr>
          <p:cNvSpPr>
            <a:spLocks xmlns:a="http://schemas.openxmlformats.org/drawingml/2006/main" noGrp="1"/>
          </p:cNvSpPr>
          <p:nvPr/>
        </p:nvSpPr>
        <p:spPr>
          <a:xfrm xmlns:a="http://schemas.openxmlformats.org/drawingml/2006/main">
            <a:off x="9241948" y="5732796"/>
            <a:ext cx="164592"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至</a:t>
            </a:r>
          </a:p>
        </p:txBody>
      </p:sp>
      <p:sp>
        <p:nvSpPr>
          <p:cNvPr id="94" name="pdf-text-0094">
            <a:extLst xmlns:a="http://schemas.openxmlformats.org/drawingml/2006/main">
              <a:ext uri="{FF2B5EF4-FFF2-40B4-BE49-F238E27FC236}">
                <a16:creationId xmlns:a16="http://schemas.microsoft.com/office/drawing/2014/main" id="{FA07349C-3005-4444-9FAF-8F1491705C28}"/>
              </a:ext>
            </a:extLst>
          </p:cNvPr>
          <p:cNvSpPr>
            <a:spLocks xmlns:a="http://schemas.openxmlformats.org/drawingml/2006/main" noGrp="1"/>
          </p:cNvSpPr>
          <p:nvPr/>
        </p:nvSpPr>
        <p:spPr>
          <a:xfrm xmlns:a="http://schemas.openxmlformats.org/drawingml/2006/main">
            <a:off x="9432445" y="5732796"/>
            <a:ext cx="1941553"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2025-06-30）；市值为5月6日数据</a:t>
            </a:r>
          </a:p>
        </p:txBody>
      </p:sp>
    </p:spTree>
    <p:extLst>
      <p:ext uri="{BB962C8B-B14F-4D97-AF65-F5344CB8AC3E}">
        <p14:creationId xmlns:p14="http://schemas.microsoft.com/office/powerpoint/2010/main" val="4945017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4bae8e73db274e91"/>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2" name="pdf-text-0002">
            <a:extLst xmlns:a="http://schemas.openxmlformats.org/drawingml/2006/main">
              <a:ext uri="{FF2B5EF4-FFF2-40B4-BE49-F238E27FC236}">
                <a16:creationId xmlns:a16="http://schemas.microsoft.com/office/drawing/2014/main" id="{6093C167-8420-4525-913D-1D58C3C6C2CC}"/>
              </a:ext>
            </a:extLst>
          </p:cNvPr>
          <p:cNvSpPr>
            <a:spLocks xmlns:a="http://schemas.openxmlformats.org/drawingml/2006/main" noGrp="1"/>
          </p:cNvSpPr>
          <p:nvPr/>
        </p:nvSpPr>
        <p:spPr>
          <a:xfrm xmlns:a="http://schemas.openxmlformats.org/drawingml/2006/main">
            <a:off x="625592" y="324053"/>
            <a:ext cx="340614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竞争对比：国内上市公司</a:t>
            </a:r>
          </a:p>
        </p:txBody>
      </p:sp>
      <p:sp>
        <p:nvSpPr>
          <p:cNvPr id="3" name="pdf-vector-0003">
            <a:extLst xmlns:a="http://schemas.openxmlformats.org/drawingml/2006/main">
              <a:ext uri="{FF2B5EF4-FFF2-40B4-BE49-F238E27FC236}">
                <a16:creationId xmlns:a16="http://schemas.microsoft.com/office/drawing/2014/main" id="{8C95D9C1-D7DB-4E0D-8692-E5EAEEDCD835}"/>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4" name="pdf-vector-0004">
            <a:extLst xmlns:a="http://schemas.openxmlformats.org/drawingml/2006/main">
              <a:ext uri="{FF2B5EF4-FFF2-40B4-BE49-F238E27FC236}">
                <a16:creationId xmlns:a16="http://schemas.microsoft.com/office/drawing/2014/main" id="{07AF86B6-79DA-4629-A3CA-8F5A311C2CC0}"/>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5" name="pdf-vector-0005">
            <a:extLst xmlns:a="http://schemas.openxmlformats.org/drawingml/2006/main">
              <a:ext uri="{FF2B5EF4-FFF2-40B4-BE49-F238E27FC236}">
                <a16:creationId xmlns:a16="http://schemas.microsoft.com/office/drawing/2014/main" id="{E33D6962-66C0-4429-AF76-9050C322D4D5}"/>
              </a:ext>
            </a:extLst>
          </p:cNvPr>
          <p:cNvSpPr>
            <a:spLocks xmlns:a="http://schemas.openxmlformats.org/drawingml/2006/main" noGrp="1"/>
          </p:cNvSpPr>
          <p:nvPr/>
        </p:nvSpPr>
        <p:spPr>
          <a:xfrm xmlns:a="http://schemas.openxmlformats.org/drawingml/2006/main">
            <a:off x="1444923" y="1766009"/>
            <a:ext cx="953" cy="3659289"/>
          </a:xfrm>
          <a:custGeom xmlns:a="http://schemas.openxmlformats.org/drawingml/2006/main">
            <a:pathLst>
              <a:path w="953" h="3659289">
                <a:moveTo>
                  <a:pt x="0" y="0"/>
                </a:moveTo>
                <a:lnTo>
                  <a:pt x="0" y="3659289"/>
                </a:lnTo>
              </a:path>
            </a:pathLst>
          </a:custGeom>
          <a:noFill xmlns:a="http://schemas.openxmlformats.org/drawingml/2006/main"/>
          <a:ln xmlns:a="http://schemas.openxmlformats.org/drawingml/2006/main" w="12700">
            <a:solidFill>
              <a:srgbClr val="000000"/>
            </a:solidFill>
            <a:prstDash val="solid"/>
          </a:ln>
        </p:spPr>
      </p:sp>
      <p:sp>
        <p:nvSpPr>
          <p:cNvPr id="6" name="pdf-vector-0006">
            <a:extLst xmlns:a="http://schemas.openxmlformats.org/drawingml/2006/main">
              <a:ext uri="{FF2B5EF4-FFF2-40B4-BE49-F238E27FC236}">
                <a16:creationId xmlns:a16="http://schemas.microsoft.com/office/drawing/2014/main" id="{E9FA772D-27F4-4A6E-AD64-95FE72016731}"/>
              </a:ext>
            </a:extLst>
          </p:cNvPr>
          <p:cNvSpPr>
            <a:spLocks xmlns:a="http://schemas.openxmlformats.org/drawingml/2006/main" noGrp="1"/>
          </p:cNvSpPr>
          <p:nvPr/>
        </p:nvSpPr>
        <p:spPr>
          <a:xfrm xmlns:a="http://schemas.openxmlformats.org/drawingml/2006/main">
            <a:off x="3953820" y="2600715"/>
            <a:ext cx="953" cy="2488425"/>
          </a:xfrm>
          <a:custGeom xmlns:a="http://schemas.openxmlformats.org/drawingml/2006/main">
            <a:pathLst>
              <a:path w="953" h="2488425">
                <a:moveTo>
                  <a:pt x="0" y="0"/>
                </a:moveTo>
                <a:lnTo>
                  <a:pt x="0" y="2488425"/>
                </a:lnTo>
              </a:path>
            </a:pathLst>
          </a:custGeom>
          <a:noFill xmlns:a="http://schemas.openxmlformats.org/drawingml/2006/main"/>
          <a:ln xmlns:a="http://schemas.openxmlformats.org/drawingml/2006/main" w="12700">
            <a:solidFill>
              <a:srgbClr val="000000"/>
            </a:solidFill>
            <a:prstDash val="solid"/>
          </a:ln>
        </p:spPr>
      </p:sp>
      <p:sp>
        <p:nvSpPr>
          <p:cNvPr id="7" name="pdf-vector-0007">
            <a:extLst xmlns:a="http://schemas.openxmlformats.org/drawingml/2006/main">
              <a:ext uri="{FF2B5EF4-FFF2-40B4-BE49-F238E27FC236}">
                <a16:creationId xmlns:a16="http://schemas.microsoft.com/office/drawing/2014/main" id="{B9EFFEFF-33FC-4997-816C-9E360495D1CC}"/>
              </a:ext>
            </a:extLst>
          </p:cNvPr>
          <p:cNvSpPr>
            <a:spLocks xmlns:a="http://schemas.openxmlformats.org/drawingml/2006/main" noGrp="1"/>
          </p:cNvSpPr>
          <p:nvPr/>
        </p:nvSpPr>
        <p:spPr>
          <a:xfrm xmlns:a="http://schemas.openxmlformats.org/drawingml/2006/main">
            <a:off x="6462716" y="1766009"/>
            <a:ext cx="953" cy="3659289"/>
          </a:xfrm>
          <a:custGeom xmlns:a="http://schemas.openxmlformats.org/drawingml/2006/main">
            <a:pathLst>
              <a:path w="953" h="3659289">
                <a:moveTo>
                  <a:pt x="0" y="0"/>
                </a:moveTo>
                <a:lnTo>
                  <a:pt x="0" y="3659289"/>
                </a:lnTo>
              </a:path>
            </a:pathLst>
          </a:custGeom>
          <a:noFill xmlns:a="http://schemas.openxmlformats.org/drawingml/2006/main"/>
          <a:ln xmlns:a="http://schemas.openxmlformats.org/drawingml/2006/main" w="12700">
            <a:solidFill>
              <a:srgbClr val="000000"/>
            </a:solidFill>
            <a:prstDash val="solid"/>
          </a:ln>
        </p:spPr>
      </p:sp>
      <p:sp>
        <p:nvSpPr>
          <p:cNvPr id="8" name="pdf-vector-0008">
            <a:extLst xmlns:a="http://schemas.openxmlformats.org/drawingml/2006/main">
              <a:ext uri="{FF2B5EF4-FFF2-40B4-BE49-F238E27FC236}">
                <a16:creationId xmlns:a16="http://schemas.microsoft.com/office/drawing/2014/main" id="{63E517CF-2BBB-4253-96B6-1D99A8B823E9}"/>
              </a:ext>
            </a:extLst>
          </p:cNvPr>
          <p:cNvSpPr>
            <a:spLocks xmlns:a="http://schemas.openxmlformats.org/drawingml/2006/main" noGrp="1"/>
          </p:cNvSpPr>
          <p:nvPr/>
        </p:nvSpPr>
        <p:spPr>
          <a:xfrm xmlns:a="http://schemas.openxmlformats.org/drawingml/2006/main">
            <a:off x="8971611" y="2600715"/>
            <a:ext cx="953" cy="2488425"/>
          </a:xfrm>
          <a:custGeom xmlns:a="http://schemas.openxmlformats.org/drawingml/2006/main">
            <a:pathLst>
              <a:path w="953" h="2488425">
                <a:moveTo>
                  <a:pt x="0" y="0"/>
                </a:moveTo>
                <a:lnTo>
                  <a:pt x="0" y="2488425"/>
                </a:lnTo>
              </a:path>
            </a:pathLst>
          </a:custGeom>
          <a:noFill xmlns:a="http://schemas.openxmlformats.org/drawingml/2006/main"/>
          <a:ln xmlns:a="http://schemas.openxmlformats.org/drawingml/2006/main" w="12700">
            <a:solidFill>
              <a:srgbClr val="000000"/>
            </a:solidFill>
            <a:prstDash val="solid"/>
          </a:ln>
        </p:spPr>
      </p:sp>
      <p:sp>
        <p:nvSpPr>
          <p:cNvPr id="9" name="pdf-vector-0009">
            <a:extLst xmlns:a="http://schemas.openxmlformats.org/drawingml/2006/main">
              <a:ext uri="{FF2B5EF4-FFF2-40B4-BE49-F238E27FC236}">
                <a16:creationId xmlns:a16="http://schemas.microsoft.com/office/drawing/2014/main" id="{C5716E3B-17B7-42AA-A8F4-7AE7A2517407}"/>
              </a:ext>
            </a:extLst>
          </p:cNvPr>
          <p:cNvSpPr>
            <a:spLocks xmlns:a="http://schemas.openxmlformats.org/drawingml/2006/main" noGrp="1"/>
          </p:cNvSpPr>
          <p:nvPr/>
        </p:nvSpPr>
        <p:spPr>
          <a:xfrm xmlns:a="http://schemas.openxmlformats.org/drawingml/2006/main">
            <a:off x="626485" y="2607065"/>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0" name="pdf-vector-0010">
            <a:extLst xmlns:a="http://schemas.openxmlformats.org/drawingml/2006/main">
              <a:ext uri="{FF2B5EF4-FFF2-40B4-BE49-F238E27FC236}">
                <a16:creationId xmlns:a16="http://schemas.microsoft.com/office/drawing/2014/main" id="{AC5539D3-8B41-4BAD-B1B9-DEC567F6BB7C}"/>
              </a:ext>
            </a:extLst>
          </p:cNvPr>
          <p:cNvSpPr>
            <a:spLocks xmlns:a="http://schemas.openxmlformats.org/drawingml/2006/main" noGrp="1"/>
          </p:cNvSpPr>
          <p:nvPr/>
        </p:nvSpPr>
        <p:spPr>
          <a:xfrm xmlns:a="http://schemas.openxmlformats.org/drawingml/2006/main">
            <a:off x="626485" y="2897227"/>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1" name="pdf-vector-0011">
            <a:extLst xmlns:a="http://schemas.openxmlformats.org/drawingml/2006/main">
              <a:ext uri="{FF2B5EF4-FFF2-40B4-BE49-F238E27FC236}">
                <a16:creationId xmlns:a16="http://schemas.microsoft.com/office/drawing/2014/main" id="{A7236150-A98C-435C-BB17-7F14C1CC1BB9}"/>
              </a:ext>
            </a:extLst>
          </p:cNvPr>
          <p:cNvSpPr>
            <a:spLocks xmlns:a="http://schemas.openxmlformats.org/drawingml/2006/main" noGrp="1"/>
          </p:cNvSpPr>
          <p:nvPr/>
        </p:nvSpPr>
        <p:spPr>
          <a:xfrm xmlns:a="http://schemas.openxmlformats.org/drawingml/2006/main">
            <a:off x="626485" y="3233381"/>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2" name="pdf-vector-0012">
            <a:extLst xmlns:a="http://schemas.openxmlformats.org/drawingml/2006/main">
              <a:ext uri="{FF2B5EF4-FFF2-40B4-BE49-F238E27FC236}">
                <a16:creationId xmlns:a16="http://schemas.microsoft.com/office/drawing/2014/main" id="{A1B2F600-73D0-4F71-9572-1152052805A8}"/>
              </a:ext>
            </a:extLst>
          </p:cNvPr>
          <p:cNvSpPr>
            <a:spLocks xmlns:a="http://schemas.openxmlformats.org/drawingml/2006/main" noGrp="1"/>
          </p:cNvSpPr>
          <p:nvPr/>
        </p:nvSpPr>
        <p:spPr>
          <a:xfrm xmlns:a="http://schemas.openxmlformats.org/drawingml/2006/main">
            <a:off x="626485" y="3975343"/>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3" name="pdf-vector-0013">
            <a:extLst xmlns:a="http://schemas.openxmlformats.org/drawingml/2006/main">
              <a:ext uri="{FF2B5EF4-FFF2-40B4-BE49-F238E27FC236}">
                <a16:creationId xmlns:a16="http://schemas.microsoft.com/office/drawing/2014/main" id="{D979A599-64AE-4F24-A96A-063C437A64AF}"/>
              </a:ext>
            </a:extLst>
          </p:cNvPr>
          <p:cNvSpPr>
            <a:spLocks xmlns:a="http://schemas.openxmlformats.org/drawingml/2006/main" noGrp="1"/>
          </p:cNvSpPr>
          <p:nvPr/>
        </p:nvSpPr>
        <p:spPr>
          <a:xfrm xmlns:a="http://schemas.openxmlformats.org/drawingml/2006/main">
            <a:off x="626485" y="4717304"/>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4" name="pdf-vector-0014">
            <a:extLst xmlns:a="http://schemas.openxmlformats.org/drawingml/2006/main">
              <a:ext uri="{FF2B5EF4-FFF2-40B4-BE49-F238E27FC236}">
                <a16:creationId xmlns:a16="http://schemas.microsoft.com/office/drawing/2014/main" id="{576502D8-8FBC-45D7-8DA3-0009D59013B2}"/>
              </a:ext>
            </a:extLst>
          </p:cNvPr>
          <p:cNvSpPr>
            <a:spLocks xmlns:a="http://schemas.openxmlformats.org/drawingml/2006/main" noGrp="1"/>
          </p:cNvSpPr>
          <p:nvPr/>
        </p:nvSpPr>
        <p:spPr>
          <a:xfrm xmlns:a="http://schemas.openxmlformats.org/drawingml/2006/main">
            <a:off x="626485" y="5082790"/>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5" name="pdf-vector-0015">
            <a:extLst xmlns:a="http://schemas.openxmlformats.org/drawingml/2006/main">
              <a:ext uri="{FF2B5EF4-FFF2-40B4-BE49-F238E27FC236}">
                <a16:creationId xmlns:a16="http://schemas.microsoft.com/office/drawing/2014/main" id="{23A702C9-52C8-4F78-B37D-052AD1D11AE4}"/>
              </a:ext>
            </a:extLst>
          </p:cNvPr>
          <p:cNvSpPr>
            <a:spLocks xmlns:a="http://schemas.openxmlformats.org/drawingml/2006/main" noGrp="1"/>
          </p:cNvSpPr>
          <p:nvPr/>
        </p:nvSpPr>
        <p:spPr>
          <a:xfrm xmlns:a="http://schemas.openxmlformats.org/drawingml/2006/main">
            <a:off x="632835" y="1766009"/>
            <a:ext cx="953" cy="3659289"/>
          </a:xfrm>
          <a:custGeom xmlns:a="http://schemas.openxmlformats.org/drawingml/2006/main">
            <a:pathLst>
              <a:path w="953" h="3659289">
                <a:moveTo>
                  <a:pt x="0" y="0"/>
                </a:moveTo>
                <a:lnTo>
                  <a:pt x="0" y="3659289"/>
                </a:lnTo>
              </a:path>
            </a:pathLst>
          </a:custGeom>
          <a:noFill xmlns:a="http://schemas.openxmlformats.org/drawingml/2006/main"/>
          <a:ln xmlns:a="http://schemas.openxmlformats.org/drawingml/2006/main" w="12700">
            <a:solidFill>
              <a:srgbClr val="000000"/>
            </a:solidFill>
            <a:prstDash val="solid"/>
          </a:ln>
        </p:spPr>
      </p:sp>
      <p:sp>
        <p:nvSpPr>
          <p:cNvPr id="16" name="pdf-vector-0016">
            <a:extLst xmlns:a="http://schemas.openxmlformats.org/drawingml/2006/main">
              <a:ext uri="{FF2B5EF4-FFF2-40B4-BE49-F238E27FC236}">
                <a16:creationId xmlns:a16="http://schemas.microsoft.com/office/drawing/2014/main" id="{1E64E45F-43D4-46A4-9F87-6B6E3A9EC98D}"/>
              </a:ext>
            </a:extLst>
          </p:cNvPr>
          <p:cNvSpPr>
            <a:spLocks xmlns:a="http://schemas.openxmlformats.org/drawingml/2006/main" noGrp="1"/>
          </p:cNvSpPr>
          <p:nvPr/>
        </p:nvSpPr>
        <p:spPr>
          <a:xfrm xmlns:a="http://schemas.openxmlformats.org/drawingml/2006/main">
            <a:off x="11480509" y="1766009"/>
            <a:ext cx="953" cy="3659289"/>
          </a:xfrm>
          <a:custGeom xmlns:a="http://schemas.openxmlformats.org/drawingml/2006/main">
            <a:pathLst>
              <a:path w="953" h="3659289">
                <a:moveTo>
                  <a:pt x="0" y="0"/>
                </a:moveTo>
                <a:lnTo>
                  <a:pt x="0" y="3659289"/>
                </a:lnTo>
              </a:path>
            </a:pathLst>
          </a:custGeom>
          <a:noFill xmlns:a="http://schemas.openxmlformats.org/drawingml/2006/main"/>
          <a:ln xmlns:a="http://schemas.openxmlformats.org/drawingml/2006/main" w="12700">
            <a:solidFill>
              <a:srgbClr val="000000"/>
            </a:solidFill>
            <a:prstDash val="solid"/>
          </a:ln>
        </p:spPr>
      </p:sp>
      <p:sp>
        <p:nvSpPr>
          <p:cNvPr id="17" name="pdf-vector-0017">
            <a:extLst xmlns:a="http://schemas.openxmlformats.org/drawingml/2006/main">
              <a:ext uri="{FF2B5EF4-FFF2-40B4-BE49-F238E27FC236}">
                <a16:creationId xmlns:a16="http://schemas.microsoft.com/office/drawing/2014/main" id="{6A1EF6BF-D70F-4E71-B28C-2ED01C952F98}"/>
              </a:ext>
            </a:extLst>
          </p:cNvPr>
          <p:cNvSpPr>
            <a:spLocks xmlns:a="http://schemas.openxmlformats.org/drawingml/2006/main" noGrp="1"/>
          </p:cNvSpPr>
          <p:nvPr/>
        </p:nvSpPr>
        <p:spPr>
          <a:xfrm xmlns:a="http://schemas.openxmlformats.org/drawingml/2006/main">
            <a:off x="626485" y="1772359"/>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8" name="pdf-vector-0018">
            <a:extLst xmlns:a="http://schemas.openxmlformats.org/drawingml/2006/main">
              <a:ext uri="{FF2B5EF4-FFF2-40B4-BE49-F238E27FC236}">
                <a16:creationId xmlns:a16="http://schemas.microsoft.com/office/drawing/2014/main" id="{48983754-3D9C-4E0B-8280-6189887C3671}"/>
              </a:ext>
            </a:extLst>
          </p:cNvPr>
          <p:cNvSpPr>
            <a:spLocks xmlns:a="http://schemas.openxmlformats.org/drawingml/2006/main" noGrp="1"/>
          </p:cNvSpPr>
          <p:nvPr/>
        </p:nvSpPr>
        <p:spPr>
          <a:xfrm xmlns:a="http://schemas.openxmlformats.org/drawingml/2006/main">
            <a:off x="626485" y="5418945"/>
            <a:ext cx="10860380" cy="953"/>
          </a:xfrm>
          <a:custGeom xmlns:a="http://schemas.openxmlformats.org/drawingml/2006/main">
            <a:pathLst>
              <a:path w="10860380" h="953">
                <a:moveTo>
                  <a:pt x="0" y="0"/>
                </a:moveTo>
                <a:lnTo>
                  <a:pt x="10860380" y="0"/>
                </a:lnTo>
              </a:path>
            </a:pathLst>
          </a:custGeom>
          <a:noFill xmlns:a="http://schemas.openxmlformats.org/drawingml/2006/main"/>
          <a:ln xmlns:a="http://schemas.openxmlformats.org/drawingml/2006/main" w="12700">
            <a:solidFill>
              <a:srgbClr val="000000"/>
            </a:solidFill>
            <a:prstDash val="solid"/>
          </a:ln>
        </p:spPr>
      </p:sp>
      <p:sp>
        <p:nvSpPr>
          <p:cNvPr id="19" name="pdf-text-0019">
            <a:extLst xmlns:a="http://schemas.openxmlformats.org/drawingml/2006/main">
              <a:ext uri="{FF2B5EF4-FFF2-40B4-BE49-F238E27FC236}">
                <a16:creationId xmlns:a16="http://schemas.microsoft.com/office/drawing/2014/main" id="{88FB26C5-430D-4F86-B53A-911B0AC9865A}"/>
              </a:ext>
            </a:extLst>
          </p:cNvPr>
          <p:cNvSpPr>
            <a:spLocks xmlns:a="http://schemas.openxmlformats.org/drawingml/2006/main" noGrp="1"/>
          </p:cNvSpPr>
          <p:nvPr/>
        </p:nvSpPr>
        <p:spPr>
          <a:xfrm xmlns:a="http://schemas.openxmlformats.org/drawingml/2006/main">
            <a:off x="724275" y="1849535"/>
            <a:ext cx="66598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主要产品</a:t>
            </a:r>
          </a:p>
        </p:txBody>
      </p:sp>
      <p:sp>
        <p:nvSpPr>
          <p:cNvPr id="20" name="pdf-text-0020">
            <a:extLst xmlns:a="http://schemas.openxmlformats.org/drawingml/2006/main">
              <a:ext uri="{FF2B5EF4-FFF2-40B4-BE49-F238E27FC236}">
                <a16:creationId xmlns:a16="http://schemas.microsoft.com/office/drawing/2014/main" id="{E3CFA703-58C4-4CB6-8F57-7BE43482D141}"/>
              </a:ext>
            </a:extLst>
          </p:cNvPr>
          <p:cNvSpPr>
            <a:spLocks xmlns:a="http://schemas.openxmlformats.org/drawingml/2006/main" noGrp="1"/>
          </p:cNvSpPr>
          <p:nvPr/>
        </p:nvSpPr>
        <p:spPr>
          <a:xfrm xmlns:a="http://schemas.openxmlformats.org/drawingml/2006/main">
            <a:off x="724275" y="2032415"/>
            <a:ext cx="66598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及应用场</a:t>
            </a:r>
          </a:p>
        </p:txBody>
      </p:sp>
      <p:sp>
        <p:nvSpPr>
          <p:cNvPr id="21" name="pdf-text-0021">
            <a:extLst xmlns:a="http://schemas.openxmlformats.org/drawingml/2006/main">
              <a:ext uri="{FF2B5EF4-FFF2-40B4-BE49-F238E27FC236}">
                <a16:creationId xmlns:a16="http://schemas.microsoft.com/office/drawing/2014/main" id="{092CC787-F00A-4EE3-971A-52BC0C24040D}"/>
              </a:ext>
            </a:extLst>
          </p:cNvPr>
          <p:cNvSpPr>
            <a:spLocks xmlns:a="http://schemas.openxmlformats.org/drawingml/2006/main" noGrp="1"/>
          </p:cNvSpPr>
          <p:nvPr/>
        </p:nvSpPr>
        <p:spPr>
          <a:xfrm xmlns:a="http://schemas.openxmlformats.org/drawingml/2006/main">
            <a:off x="724275" y="221529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景</a:t>
            </a:r>
          </a:p>
        </p:txBody>
      </p:sp>
      <p:sp>
        <p:nvSpPr>
          <p:cNvPr id="22" name="pdf-text-0022">
            <a:extLst xmlns:a="http://schemas.openxmlformats.org/drawingml/2006/main">
              <a:ext uri="{FF2B5EF4-FFF2-40B4-BE49-F238E27FC236}">
                <a16:creationId xmlns:a16="http://schemas.microsoft.com/office/drawing/2014/main" id="{E828C8B5-0AE5-4F0F-9989-689AD7821246}"/>
              </a:ext>
            </a:extLst>
          </p:cNvPr>
          <p:cNvSpPr>
            <a:spLocks xmlns:a="http://schemas.openxmlformats.org/drawingml/2006/main" noGrp="1"/>
          </p:cNvSpPr>
          <p:nvPr/>
        </p:nvSpPr>
        <p:spPr>
          <a:xfrm xmlns:a="http://schemas.openxmlformats.org/drawingml/2006/main">
            <a:off x="1536363" y="1849535"/>
            <a:ext cx="48722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主要产品：有图形/无图形晶圆缺陷检测（拳头产品）、三维形貌量测、</a:t>
            </a:r>
          </a:p>
        </p:txBody>
      </p:sp>
      <p:sp>
        <p:nvSpPr>
          <p:cNvPr id="23" name="pdf-text-0023">
            <a:extLst xmlns:a="http://schemas.openxmlformats.org/drawingml/2006/main">
              <a:ext uri="{FF2B5EF4-FFF2-40B4-BE49-F238E27FC236}">
                <a16:creationId xmlns:a16="http://schemas.microsoft.com/office/drawing/2014/main" id="{EAA4428D-F410-4F3B-883D-AFB8A72E4008}"/>
              </a:ext>
            </a:extLst>
          </p:cNvPr>
          <p:cNvSpPr>
            <a:spLocks xmlns:a="http://schemas.openxmlformats.org/drawingml/2006/main" noGrp="1"/>
          </p:cNvSpPr>
          <p:nvPr/>
        </p:nvSpPr>
        <p:spPr>
          <a:xfrm xmlns:a="http://schemas.openxmlformats.org/drawingml/2006/main">
            <a:off x="1536364" y="2032415"/>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薄膜膜厚量测、套刻精度量测等</a:t>
            </a:r>
          </a:p>
        </p:txBody>
      </p:sp>
      <p:sp>
        <p:nvSpPr>
          <p:cNvPr id="24" name="pdf-text-0024">
            <a:extLst xmlns:a="http://schemas.openxmlformats.org/drawingml/2006/main">
              <a:ext uri="{FF2B5EF4-FFF2-40B4-BE49-F238E27FC236}">
                <a16:creationId xmlns:a16="http://schemas.microsoft.com/office/drawing/2014/main" id="{724AA09D-4F33-423D-9272-E918FF84D66B}"/>
              </a:ext>
            </a:extLst>
          </p:cNvPr>
          <p:cNvSpPr>
            <a:spLocks xmlns:a="http://schemas.openxmlformats.org/drawingml/2006/main" noGrp="1"/>
          </p:cNvSpPr>
          <p:nvPr/>
        </p:nvSpPr>
        <p:spPr>
          <a:xfrm xmlns:a="http://schemas.openxmlformats.org/drawingml/2006/main">
            <a:off x="1536363" y="2215295"/>
            <a:ext cx="502462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应用场景：先进存储、先进逻辑、高带宽存储器（HBM）、化合物半导体、</a:t>
            </a:r>
          </a:p>
        </p:txBody>
      </p:sp>
      <p:sp>
        <p:nvSpPr>
          <p:cNvPr id="25" name="pdf-text-0025">
            <a:extLst xmlns:a="http://schemas.openxmlformats.org/drawingml/2006/main">
              <a:ext uri="{FF2B5EF4-FFF2-40B4-BE49-F238E27FC236}">
                <a16:creationId xmlns:a16="http://schemas.microsoft.com/office/drawing/2014/main" id="{CE966614-DF3B-4EEE-A1B3-099670755B01}"/>
              </a:ext>
            </a:extLst>
          </p:cNvPr>
          <p:cNvSpPr>
            <a:spLocks xmlns:a="http://schemas.openxmlformats.org/drawingml/2006/main" noGrp="1"/>
          </p:cNvSpPr>
          <p:nvPr/>
        </p:nvSpPr>
        <p:spPr>
          <a:xfrm xmlns:a="http://schemas.openxmlformats.org/drawingml/2006/main">
            <a:off x="1536363" y="2398176"/>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特殊工艺晶圆</a:t>
            </a:r>
          </a:p>
        </p:txBody>
      </p:sp>
      <p:sp>
        <p:nvSpPr>
          <p:cNvPr id="26" name="pdf-text-0026">
            <a:extLst xmlns:a="http://schemas.openxmlformats.org/drawingml/2006/main">
              <a:ext uri="{FF2B5EF4-FFF2-40B4-BE49-F238E27FC236}">
                <a16:creationId xmlns:a16="http://schemas.microsoft.com/office/drawing/2014/main" id="{EFE4C3E0-5B43-4D88-8562-BA66D02328A9}"/>
              </a:ext>
            </a:extLst>
          </p:cNvPr>
          <p:cNvSpPr>
            <a:spLocks xmlns:a="http://schemas.openxmlformats.org/drawingml/2006/main" noGrp="1"/>
          </p:cNvSpPr>
          <p:nvPr/>
        </p:nvSpPr>
        <p:spPr>
          <a:xfrm xmlns:a="http://schemas.openxmlformats.org/drawingml/2006/main">
            <a:off x="6554157" y="1849535"/>
            <a:ext cx="417118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主要产品（半导体领域）：膜厚量测、OCD、电子束、明场 /</a:t>
            </a:r>
          </a:p>
        </p:txBody>
      </p:sp>
      <p:sp>
        <p:nvSpPr>
          <p:cNvPr id="27" name="pdf-text-0027">
            <a:extLst xmlns:a="http://schemas.openxmlformats.org/drawingml/2006/main">
              <a:ext uri="{FF2B5EF4-FFF2-40B4-BE49-F238E27FC236}">
                <a16:creationId xmlns:a16="http://schemas.microsoft.com/office/drawing/2014/main" id="{0370218F-3D8B-4078-8372-8C664FE52C51}"/>
              </a:ext>
            </a:extLst>
          </p:cNvPr>
          <p:cNvSpPr>
            <a:spLocks xmlns:a="http://schemas.openxmlformats.org/drawingml/2006/main" noGrp="1"/>
          </p:cNvSpPr>
          <p:nvPr/>
        </p:nvSpPr>
        <p:spPr>
          <a:xfrm xmlns:a="http://schemas.openxmlformats.org/drawingml/2006/main">
            <a:off x="10768016" y="1849535"/>
            <a:ext cx="65836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暗场光学</a:t>
            </a:r>
          </a:p>
        </p:txBody>
      </p:sp>
      <p:sp>
        <p:nvSpPr>
          <p:cNvPr id="28" name="pdf-text-0028">
            <a:extLst xmlns:a="http://schemas.openxmlformats.org/drawingml/2006/main">
              <a:ext uri="{FF2B5EF4-FFF2-40B4-BE49-F238E27FC236}">
                <a16:creationId xmlns:a16="http://schemas.microsoft.com/office/drawing/2014/main" id="{B7D7595B-7186-4E57-91F1-A38A71E2E951}"/>
              </a:ext>
            </a:extLst>
          </p:cNvPr>
          <p:cNvSpPr>
            <a:spLocks xmlns:a="http://schemas.openxmlformats.org/drawingml/2006/main" noGrp="1"/>
          </p:cNvSpPr>
          <p:nvPr/>
        </p:nvSpPr>
        <p:spPr>
          <a:xfrm xmlns:a="http://schemas.openxmlformats.org/drawingml/2006/main">
            <a:off x="6554156" y="203241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缺陷检测等</a:t>
            </a:r>
          </a:p>
        </p:txBody>
      </p:sp>
      <p:sp>
        <p:nvSpPr>
          <p:cNvPr id="29" name="pdf-text-0029">
            <a:extLst xmlns:a="http://schemas.openxmlformats.org/drawingml/2006/main">
              <a:ext uri="{FF2B5EF4-FFF2-40B4-BE49-F238E27FC236}">
                <a16:creationId xmlns:a16="http://schemas.microsoft.com/office/drawing/2014/main" id="{B40A3617-A752-4641-8D05-FED8470F5B97}"/>
              </a:ext>
            </a:extLst>
          </p:cNvPr>
          <p:cNvSpPr>
            <a:spLocks xmlns:a="http://schemas.openxmlformats.org/drawingml/2006/main" noGrp="1"/>
          </p:cNvSpPr>
          <p:nvPr/>
        </p:nvSpPr>
        <p:spPr>
          <a:xfrm xmlns:a="http://schemas.openxmlformats.org/drawingml/2006/main">
            <a:off x="6554157" y="2215295"/>
            <a:ext cx="50246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应用场景：显示检测（优势领域）、晶圆制造前道制程、先进存储与HBM、</a:t>
            </a:r>
          </a:p>
        </p:txBody>
      </p:sp>
      <p:sp>
        <p:nvSpPr>
          <p:cNvPr id="30" name="pdf-text-0030">
            <a:extLst xmlns:a="http://schemas.openxmlformats.org/drawingml/2006/main">
              <a:ext uri="{FF2B5EF4-FFF2-40B4-BE49-F238E27FC236}">
                <a16:creationId xmlns:a16="http://schemas.microsoft.com/office/drawing/2014/main" id="{B742BDA8-0D6E-4B81-8D55-AA828FCC0DA8}"/>
              </a:ext>
            </a:extLst>
          </p:cNvPr>
          <p:cNvSpPr>
            <a:spLocks xmlns:a="http://schemas.openxmlformats.org/drawingml/2006/main" noGrp="1"/>
          </p:cNvSpPr>
          <p:nvPr/>
        </p:nvSpPr>
        <p:spPr>
          <a:xfrm xmlns:a="http://schemas.openxmlformats.org/drawingml/2006/main">
            <a:off x="6554157" y="2398176"/>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新能源检测</a:t>
            </a:r>
          </a:p>
        </p:txBody>
      </p:sp>
      <p:sp>
        <p:nvSpPr>
          <p:cNvPr id="31" name="pdf-text-0031">
            <a:extLst xmlns:a="http://schemas.openxmlformats.org/drawingml/2006/main">
              <a:ext uri="{FF2B5EF4-FFF2-40B4-BE49-F238E27FC236}">
                <a16:creationId xmlns:a16="http://schemas.microsoft.com/office/drawing/2014/main" id="{F01E1947-41E7-424A-9855-BB16BA0B58B2}"/>
              </a:ext>
            </a:extLst>
          </p:cNvPr>
          <p:cNvSpPr>
            <a:spLocks xmlns:a="http://schemas.openxmlformats.org/drawingml/2006/main" noGrp="1"/>
          </p:cNvSpPr>
          <p:nvPr/>
        </p:nvSpPr>
        <p:spPr>
          <a:xfrm xmlns:a="http://schemas.openxmlformats.org/drawingml/2006/main">
            <a:off x="2546972" y="2684242"/>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2024</a:t>
            </a:r>
          </a:p>
        </p:txBody>
      </p:sp>
      <p:sp>
        <p:nvSpPr>
          <p:cNvPr id="32" name="pdf-text-0032">
            <a:extLst xmlns:a="http://schemas.openxmlformats.org/drawingml/2006/main">
              <a:ext uri="{FF2B5EF4-FFF2-40B4-BE49-F238E27FC236}">
                <a16:creationId xmlns:a16="http://schemas.microsoft.com/office/drawing/2014/main" id="{B581D3E6-160C-499C-B3F2-14DF561029DA}"/>
              </a:ext>
            </a:extLst>
          </p:cNvPr>
          <p:cNvSpPr>
            <a:spLocks xmlns:a="http://schemas.openxmlformats.org/drawingml/2006/main" noGrp="1"/>
          </p:cNvSpPr>
          <p:nvPr/>
        </p:nvSpPr>
        <p:spPr>
          <a:xfrm xmlns:a="http://schemas.openxmlformats.org/drawingml/2006/main">
            <a:off x="5055933" y="2684242"/>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2025</a:t>
            </a:r>
          </a:p>
        </p:txBody>
      </p:sp>
      <p:sp>
        <p:nvSpPr>
          <p:cNvPr id="33" name="pdf-text-0033">
            <a:extLst xmlns:a="http://schemas.openxmlformats.org/drawingml/2006/main">
              <a:ext uri="{FF2B5EF4-FFF2-40B4-BE49-F238E27FC236}">
                <a16:creationId xmlns:a16="http://schemas.microsoft.com/office/drawing/2014/main" id="{2A675FC7-3AD7-4328-9687-C90EF472C4CB}"/>
              </a:ext>
            </a:extLst>
          </p:cNvPr>
          <p:cNvSpPr>
            <a:spLocks xmlns:a="http://schemas.openxmlformats.org/drawingml/2006/main" noGrp="1"/>
          </p:cNvSpPr>
          <p:nvPr/>
        </p:nvSpPr>
        <p:spPr>
          <a:xfrm xmlns:a="http://schemas.openxmlformats.org/drawingml/2006/main">
            <a:off x="7564895" y="2684242"/>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2024</a:t>
            </a:r>
          </a:p>
        </p:txBody>
      </p:sp>
      <p:sp>
        <p:nvSpPr>
          <p:cNvPr id="34" name="pdf-text-0034">
            <a:extLst xmlns:a="http://schemas.openxmlformats.org/drawingml/2006/main">
              <a:ext uri="{FF2B5EF4-FFF2-40B4-BE49-F238E27FC236}">
                <a16:creationId xmlns:a16="http://schemas.microsoft.com/office/drawing/2014/main" id="{74143C02-0080-4E5F-B65F-31D4649F3098}"/>
              </a:ext>
            </a:extLst>
          </p:cNvPr>
          <p:cNvSpPr>
            <a:spLocks xmlns:a="http://schemas.openxmlformats.org/drawingml/2006/main" noGrp="1"/>
          </p:cNvSpPr>
          <p:nvPr/>
        </p:nvSpPr>
        <p:spPr>
          <a:xfrm xmlns:a="http://schemas.openxmlformats.org/drawingml/2006/main">
            <a:off x="9997656" y="2684242"/>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2025Q3</a:t>
            </a:r>
          </a:p>
        </p:txBody>
      </p:sp>
      <p:sp>
        <p:nvSpPr>
          <p:cNvPr id="35" name="pdf-text-0035">
            <a:extLst xmlns:a="http://schemas.openxmlformats.org/drawingml/2006/main">
              <a:ext uri="{FF2B5EF4-FFF2-40B4-BE49-F238E27FC236}">
                <a16:creationId xmlns:a16="http://schemas.microsoft.com/office/drawing/2014/main" id="{99C3AE38-8C57-4FB0-8F09-FB68F06F6F30}"/>
              </a:ext>
            </a:extLst>
          </p:cNvPr>
          <p:cNvSpPr>
            <a:spLocks xmlns:a="http://schemas.openxmlformats.org/drawingml/2006/main" noGrp="1"/>
          </p:cNvSpPr>
          <p:nvPr/>
        </p:nvSpPr>
        <p:spPr>
          <a:xfrm xmlns:a="http://schemas.openxmlformats.org/drawingml/2006/main">
            <a:off x="724275" y="2974403"/>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收入</a:t>
            </a:r>
          </a:p>
        </p:txBody>
      </p:sp>
      <p:sp>
        <p:nvSpPr>
          <p:cNvPr id="36" name="pdf-text-0036">
            <a:extLst xmlns:a="http://schemas.openxmlformats.org/drawingml/2006/main">
              <a:ext uri="{FF2B5EF4-FFF2-40B4-BE49-F238E27FC236}">
                <a16:creationId xmlns:a16="http://schemas.microsoft.com/office/drawing/2014/main" id="{8CC9629B-3052-43EF-9CF3-C5750A33C6C7}"/>
              </a:ext>
            </a:extLst>
          </p:cNvPr>
          <p:cNvSpPr>
            <a:spLocks xmlns:a="http://schemas.openxmlformats.org/drawingml/2006/main" noGrp="1"/>
          </p:cNvSpPr>
          <p:nvPr/>
        </p:nvSpPr>
        <p:spPr>
          <a:xfrm xmlns:a="http://schemas.openxmlformats.org/drawingml/2006/main">
            <a:off x="2394381" y="3005321"/>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13.8亿元</a:t>
            </a:r>
          </a:p>
        </p:txBody>
      </p:sp>
      <p:sp>
        <p:nvSpPr>
          <p:cNvPr id="37" name="pdf-text-0037">
            <a:extLst xmlns:a="http://schemas.openxmlformats.org/drawingml/2006/main">
              <a:ext uri="{FF2B5EF4-FFF2-40B4-BE49-F238E27FC236}">
                <a16:creationId xmlns:a16="http://schemas.microsoft.com/office/drawing/2014/main" id="{371E6427-03C1-45AC-B5A0-A75DDE2E3CB4}"/>
              </a:ext>
            </a:extLst>
          </p:cNvPr>
          <p:cNvSpPr>
            <a:spLocks xmlns:a="http://schemas.openxmlformats.org/drawingml/2006/main" noGrp="1"/>
          </p:cNvSpPr>
          <p:nvPr/>
        </p:nvSpPr>
        <p:spPr>
          <a:xfrm xmlns:a="http://schemas.openxmlformats.org/drawingml/2006/main">
            <a:off x="4865242" y="3005321"/>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20.53亿元</a:t>
            </a:r>
          </a:p>
        </p:txBody>
      </p:sp>
      <p:sp>
        <p:nvSpPr>
          <p:cNvPr id="38" name="pdf-text-0038">
            <a:extLst xmlns:a="http://schemas.openxmlformats.org/drawingml/2006/main">
              <a:ext uri="{FF2B5EF4-FFF2-40B4-BE49-F238E27FC236}">
                <a16:creationId xmlns:a16="http://schemas.microsoft.com/office/drawing/2014/main" id="{707D50E7-0A14-40E4-8406-3DAB8B33FC9E}"/>
              </a:ext>
            </a:extLst>
          </p:cNvPr>
          <p:cNvSpPr>
            <a:spLocks xmlns:a="http://schemas.openxmlformats.org/drawingml/2006/main" noGrp="1"/>
          </p:cNvSpPr>
          <p:nvPr/>
        </p:nvSpPr>
        <p:spPr>
          <a:xfrm xmlns:a="http://schemas.openxmlformats.org/drawingml/2006/main">
            <a:off x="7374203" y="3005321"/>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25.65亿元</a:t>
            </a:r>
          </a:p>
        </p:txBody>
      </p:sp>
      <p:sp>
        <p:nvSpPr>
          <p:cNvPr id="39" name="pdf-text-0039">
            <a:extLst xmlns:a="http://schemas.openxmlformats.org/drawingml/2006/main">
              <a:ext uri="{FF2B5EF4-FFF2-40B4-BE49-F238E27FC236}">
                <a16:creationId xmlns:a16="http://schemas.microsoft.com/office/drawing/2014/main" id="{B8AD18FB-CED9-4BD8-96EA-706F5A91FAF2}"/>
              </a:ext>
            </a:extLst>
          </p:cNvPr>
          <p:cNvSpPr>
            <a:spLocks xmlns:a="http://schemas.openxmlformats.org/drawingml/2006/main" noGrp="1"/>
          </p:cNvSpPr>
          <p:nvPr/>
        </p:nvSpPr>
        <p:spPr>
          <a:xfrm xmlns:a="http://schemas.openxmlformats.org/drawingml/2006/main">
            <a:off x="9883164" y="3005321"/>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33.48亿元</a:t>
            </a:r>
          </a:p>
        </p:txBody>
      </p:sp>
      <p:sp>
        <p:nvSpPr>
          <p:cNvPr id="40" name="pdf-text-0040">
            <a:extLst xmlns:a="http://schemas.openxmlformats.org/drawingml/2006/main">
              <a:ext uri="{FF2B5EF4-FFF2-40B4-BE49-F238E27FC236}">
                <a16:creationId xmlns:a16="http://schemas.microsoft.com/office/drawing/2014/main" id="{936DE399-E1D5-4412-983C-D9EFF94F6FDB}"/>
              </a:ext>
            </a:extLst>
          </p:cNvPr>
          <p:cNvSpPr>
            <a:spLocks xmlns:a="http://schemas.openxmlformats.org/drawingml/2006/main" noGrp="1"/>
          </p:cNvSpPr>
          <p:nvPr/>
        </p:nvSpPr>
        <p:spPr>
          <a:xfrm xmlns:a="http://schemas.openxmlformats.org/drawingml/2006/main">
            <a:off x="724275" y="3544379"/>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收入结构</a:t>
            </a:r>
          </a:p>
        </p:txBody>
      </p:sp>
      <p:sp>
        <p:nvSpPr>
          <p:cNvPr id="41" name="pdf-text-0041">
            <a:extLst xmlns:a="http://schemas.openxmlformats.org/drawingml/2006/main">
              <a:ext uri="{FF2B5EF4-FFF2-40B4-BE49-F238E27FC236}">
                <a16:creationId xmlns:a16="http://schemas.microsoft.com/office/drawing/2014/main" id="{DE555A2C-03C2-4907-9050-A096F8AB1E8F}"/>
              </a:ext>
            </a:extLst>
          </p:cNvPr>
          <p:cNvSpPr>
            <a:spLocks xmlns:a="http://schemas.openxmlformats.org/drawingml/2006/main" noGrp="1"/>
          </p:cNvSpPr>
          <p:nvPr/>
        </p:nvSpPr>
        <p:spPr>
          <a:xfrm xmlns:a="http://schemas.openxmlformats.org/drawingml/2006/main">
            <a:off x="2127681" y="3361499"/>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检测设备：71.3%</a:t>
            </a:r>
          </a:p>
        </p:txBody>
      </p:sp>
      <p:sp>
        <p:nvSpPr>
          <p:cNvPr id="42" name="pdf-text-0042">
            <a:extLst xmlns:a="http://schemas.openxmlformats.org/drawingml/2006/main">
              <a:ext uri="{FF2B5EF4-FFF2-40B4-BE49-F238E27FC236}">
                <a16:creationId xmlns:a16="http://schemas.microsoft.com/office/drawing/2014/main" id="{9A027D74-3990-44ED-A7A9-29C4537EC0A2}"/>
              </a:ext>
            </a:extLst>
          </p:cNvPr>
          <p:cNvSpPr>
            <a:spLocks xmlns:a="http://schemas.openxmlformats.org/drawingml/2006/main" noGrp="1"/>
          </p:cNvSpPr>
          <p:nvPr/>
        </p:nvSpPr>
        <p:spPr>
          <a:xfrm xmlns:a="http://schemas.openxmlformats.org/drawingml/2006/main">
            <a:off x="2127681" y="3544379"/>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量测设备：26.1%</a:t>
            </a:r>
          </a:p>
        </p:txBody>
      </p:sp>
      <p:sp>
        <p:nvSpPr>
          <p:cNvPr id="43" name="pdf-text-0043">
            <a:extLst xmlns:a="http://schemas.openxmlformats.org/drawingml/2006/main">
              <a:ext uri="{FF2B5EF4-FFF2-40B4-BE49-F238E27FC236}">
                <a16:creationId xmlns:a16="http://schemas.microsoft.com/office/drawing/2014/main" id="{9DA561C4-5E20-4C22-967B-4254E4F3515F}"/>
              </a:ext>
            </a:extLst>
          </p:cNvPr>
          <p:cNvSpPr>
            <a:spLocks xmlns:a="http://schemas.openxmlformats.org/drawingml/2006/main" noGrp="1"/>
          </p:cNvSpPr>
          <p:nvPr/>
        </p:nvSpPr>
        <p:spPr>
          <a:xfrm xmlns:a="http://schemas.openxmlformats.org/drawingml/2006/main">
            <a:off x="2165781" y="3727259"/>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其他服务：2.5%</a:t>
            </a:r>
          </a:p>
        </p:txBody>
      </p:sp>
      <p:sp>
        <p:nvSpPr>
          <p:cNvPr id="44" name="pdf-text-0044">
            <a:extLst xmlns:a="http://schemas.openxmlformats.org/drawingml/2006/main">
              <a:ext uri="{FF2B5EF4-FFF2-40B4-BE49-F238E27FC236}">
                <a16:creationId xmlns:a16="http://schemas.microsoft.com/office/drawing/2014/main" id="{29164245-001A-416A-A05C-27678EBABDE9}"/>
              </a:ext>
            </a:extLst>
          </p:cNvPr>
          <p:cNvSpPr>
            <a:spLocks xmlns:a="http://schemas.openxmlformats.org/drawingml/2006/main" noGrp="1"/>
          </p:cNvSpPr>
          <p:nvPr/>
        </p:nvSpPr>
        <p:spPr>
          <a:xfrm xmlns:a="http://schemas.openxmlformats.org/drawingml/2006/main">
            <a:off x="4636642" y="3361499"/>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检测设备：66.4%</a:t>
            </a:r>
          </a:p>
        </p:txBody>
      </p:sp>
      <p:sp>
        <p:nvSpPr>
          <p:cNvPr id="45" name="pdf-text-0045">
            <a:extLst xmlns:a="http://schemas.openxmlformats.org/drawingml/2006/main">
              <a:ext uri="{FF2B5EF4-FFF2-40B4-BE49-F238E27FC236}">
                <a16:creationId xmlns:a16="http://schemas.microsoft.com/office/drawing/2014/main" id="{14792272-C56B-488B-9E77-3DD75D4763C4}"/>
              </a:ext>
            </a:extLst>
          </p:cNvPr>
          <p:cNvSpPr>
            <a:spLocks xmlns:a="http://schemas.openxmlformats.org/drawingml/2006/main" noGrp="1"/>
          </p:cNvSpPr>
          <p:nvPr/>
        </p:nvSpPr>
        <p:spPr>
          <a:xfrm xmlns:a="http://schemas.openxmlformats.org/drawingml/2006/main">
            <a:off x="4636642" y="3544379"/>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量测设备：30.4%</a:t>
            </a:r>
          </a:p>
        </p:txBody>
      </p:sp>
      <p:sp>
        <p:nvSpPr>
          <p:cNvPr id="46" name="pdf-text-0046">
            <a:extLst xmlns:a="http://schemas.openxmlformats.org/drawingml/2006/main">
              <a:ext uri="{FF2B5EF4-FFF2-40B4-BE49-F238E27FC236}">
                <a16:creationId xmlns:a16="http://schemas.microsoft.com/office/drawing/2014/main" id="{8C385400-EB5A-4D86-937C-9ED6879315D5}"/>
              </a:ext>
            </a:extLst>
          </p:cNvPr>
          <p:cNvSpPr>
            <a:spLocks xmlns:a="http://schemas.openxmlformats.org/drawingml/2006/main" noGrp="1"/>
          </p:cNvSpPr>
          <p:nvPr/>
        </p:nvSpPr>
        <p:spPr>
          <a:xfrm xmlns:a="http://schemas.openxmlformats.org/drawingml/2006/main">
            <a:off x="4674742" y="3727259"/>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其他服务：3.2%</a:t>
            </a:r>
          </a:p>
        </p:txBody>
      </p:sp>
      <p:sp>
        <p:nvSpPr>
          <p:cNvPr id="47" name="pdf-text-0047">
            <a:extLst xmlns:a="http://schemas.openxmlformats.org/drawingml/2006/main">
              <a:ext uri="{FF2B5EF4-FFF2-40B4-BE49-F238E27FC236}">
                <a16:creationId xmlns:a16="http://schemas.microsoft.com/office/drawing/2014/main" id="{2F5C3B3D-9793-4E13-B4E4-AD8955ECC548}"/>
              </a:ext>
            </a:extLst>
          </p:cNvPr>
          <p:cNvSpPr>
            <a:spLocks xmlns:a="http://schemas.openxmlformats.org/drawingml/2006/main" noGrp="1"/>
          </p:cNvSpPr>
          <p:nvPr/>
        </p:nvSpPr>
        <p:spPr>
          <a:xfrm xmlns:a="http://schemas.openxmlformats.org/drawingml/2006/main">
            <a:off x="6955103" y="3270059"/>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显示检测设备：48.56%</a:t>
            </a:r>
          </a:p>
        </p:txBody>
      </p:sp>
      <p:sp>
        <p:nvSpPr>
          <p:cNvPr id="48" name="pdf-text-0048">
            <a:extLst xmlns:a="http://schemas.openxmlformats.org/drawingml/2006/main">
              <a:ext uri="{FF2B5EF4-FFF2-40B4-BE49-F238E27FC236}">
                <a16:creationId xmlns:a16="http://schemas.microsoft.com/office/drawing/2014/main" id="{528BABA2-0E8A-4D09-A3FB-473BFDCE852A}"/>
              </a:ext>
            </a:extLst>
          </p:cNvPr>
          <p:cNvSpPr>
            <a:spLocks xmlns:a="http://schemas.openxmlformats.org/drawingml/2006/main" noGrp="1"/>
          </p:cNvSpPr>
          <p:nvPr/>
        </p:nvSpPr>
        <p:spPr>
          <a:xfrm xmlns:a="http://schemas.openxmlformats.org/drawingml/2006/main">
            <a:off x="6612203" y="345293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半导体检测</a:t>
            </a:r>
          </a:p>
        </p:txBody>
      </p:sp>
      <p:sp>
        <p:nvSpPr>
          <p:cNvPr id="49" name="pdf-text-0049">
            <a:extLst xmlns:a="http://schemas.openxmlformats.org/drawingml/2006/main">
              <a:ext uri="{FF2B5EF4-FFF2-40B4-BE49-F238E27FC236}">
                <a16:creationId xmlns:a16="http://schemas.microsoft.com/office/drawing/2014/main" id="{9B7FC0FB-674A-4F07-8BC6-8B251DC0D577}"/>
              </a:ext>
            </a:extLst>
          </p:cNvPr>
          <p:cNvSpPr>
            <a:spLocks xmlns:a="http://schemas.openxmlformats.org/drawingml/2006/main" noGrp="1"/>
          </p:cNvSpPr>
          <p:nvPr/>
        </p:nvSpPr>
        <p:spPr>
          <a:xfrm xmlns:a="http://schemas.openxmlformats.org/drawingml/2006/main">
            <a:off x="7450403" y="3452939"/>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 量测设备：40.74%</a:t>
            </a:r>
          </a:p>
        </p:txBody>
      </p:sp>
      <p:sp>
        <p:nvSpPr>
          <p:cNvPr id="50" name="pdf-text-0050">
            <a:extLst xmlns:a="http://schemas.openxmlformats.org/drawingml/2006/main">
              <a:ext uri="{FF2B5EF4-FFF2-40B4-BE49-F238E27FC236}">
                <a16:creationId xmlns:a16="http://schemas.microsoft.com/office/drawing/2014/main" id="{A0B139B3-F697-4720-AE30-74D8D787B7B5}"/>
              </a:ext>
            </a:extLst>
          </p:cNvPr>
          <p:cNvSpPr>
            <a:spLocks xmlns:a="http://schemas.openxmlformats.org/drawingml/2006/main" noGrp="1"/>
          </p:cNvSpPr>
          <p:nvPr/>
        </p:nvSpPr>
        <p:spPr>
          <a:xfrm xmlns:a="http://schemas.openxmlformats.org/drawingml/2006/main">
            <a:off x="6917003" y="3635819"/>
            <a:ext cx="1638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新能源检测设备：8.67%</a:t>
            </a:r>
          </a:p>
        </p:txBody>
      </p:sp>
      <p:sp>
        <p:nvSpPr>
          <p:cNvPr id="51" name="pdf-text-0051">
            <a:extLst xmlns:a="http://schemas.openxmlformats.org/drawingml/2006/main">
              <a:ext uri="{FF2B5EF4-FFF2-40B4-BE49-F238E27FC236}">
                <a16:creationId xmlns:a16="http://schemas.microsoft.com/office/drawing/2014/main" id="{E8B8656C-BC29-4049-BB35-714947EB995A}"/>
              </a:ext>
            </a:extLst>
          </p:cNvPr>
          <p:cNvSpPr>
            <a:spLocks xmlns:a="http://schemas.openxmlformats.org/drawingml/2006/main" noGrp="1"/>
          </p:cNvSpPr>
          <p:nvPr/>
        </p:nvSpPr>
        <p:spPr>
          <a:xfrm xmlns:a="http://schemas.openxmlformats.org/drawingml/2006/main">
            <a:off x="6764603" y="3818699"/>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其他（服务及补充）：2.03%</a:t>
            </a:r>
          </a:p>
        </p:txBody>
      </p:sp>
      <p:sp>
        <p:nvSpPr>
          <p:cNvPr id="52" name="pdf-text-0052">
            <a:extLst xmlns:a="http://schemas.openxmlformats.org/drawingml/2006/main">
              <a:ext uri="{FF2B5EF4-FFF2-40B4-BE49-F238E27FC236}">
                <a16:creationId xmlns:a16="http://schemas.microsoft.com/office/drawing/2014/main" id="{F865808F-6FD4-411E-8438-58CCACCDC0F3}"/>
              </a:ext>
            </a:extLst>
          </p:cNvPr>
          <p:cNvSpPr>
            <a:spLocks xmlns:a="http://schemas.openxmlformats.org/drawingml/2006/main" noGrp="1"/>
          </p:cNvSpPr>
          <p:nvPr/>
        </p:nvSpPr>
        <p:spPr>
          <a:xfrm xmlns:a="http://schemas.openxmlformats.org/drawingml/2006/main">
            <a:off x="9502164" y="3270059"/>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显示检测设备：52.4%</a:t>
            </a:r>
          </a:p>
        </p:txBody>
      </p:sp>
      <p:sp>
        <p:nvSpPr>
          <p:cNvPr id="53" name="pdf-text-0053">
            <a:extLst xmlns:a="http://schemas.openxmlformats.org/drawingml/2006/main">
              <a:ext uri="{FF2B5EF4-FFF2-40B4-BE49-F238E27FC236}">
                <a16:creationId xmlns:a16="http://schemas.microsoft.com/office/drawing/2014/main" id="{99593110-CC30-4E9F-B642-E5A8A155E3BC}"/>
              </a:ext>
            </a:extLst>
          </p:cNvPr>
          <p:cNvSpPr>
            <a:spLocks xmlns:a="http://schemas.openxmlformats.org/drawingml/2006/main" noGrp="1"/>
          </p:cNvSpPr>
          <p:nvPr/>
        </p:nvSpPr>
        <p:spPr>
          <a:xfrm xmlns:a="http://schemas.openxmlformats.org/drawingml/2006/main">
            <a:off x="9159264" y="3452939"/>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半导体检测</a:t>
            </a:r>
          </a:p>
        </p:txBody>
      </p:sp>
      <p:sp>
        <p:nvSpPr>
          <p:cNvPr id="54" name="pdf-text-0054">
            <a:extLst xmlns:a="http://schemas.openxmlformats.org/drawingml/2006/main">
              <a:ext uri="{FF2B5EF4-FFF2-40B4-BE49-F238E27FC236}">
                <a16:creationId xmlns:a16="http://schemas.microsoft.com/office/drawing/2014/main" id="{1BA13882-7B0A-4F4A-B769-260CA4EBCDC1}"/>
              </a:ext>
            </a:extLst>
          </p:cNvPr>
          <p:cNvSpPr>
            <a:spLocks xmlns:a="http://schemas.openxmlformats.org/drawingml/2006/main" noGrp="1"/>
          </p:cNvSpPr>
          <p:nvPr/>
        </p:nvSpPr>
        <p:spPr>
          <a:xfrm xmlns:a="http://schemas.openxmlformats.org/drawingml/2006/main">
            <a:off x="9997464" y="3452939"/>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 量测设备：39.4%</a:t>
            </a:r>
          </a:p>
        </p:txBody>
      </p:sp>
      <p:sp>
        <p:nvSpPr>
          <p:cNvPr id="55" name="pdf-text-0055">
            <a:extLst xmlns:a="http://schemas.openxmlformats.org/drawingml/2006/main">
              <a:ext uri="{FF2B5EF4-FFF2-40B4-BE49-F238E27FC236}">
                <a16:creationId xmlns:a16="http://schemas.microsoft.com/office/drawing/2014/main" id="{112ABA87-2AF8-495D-A57D-6CFB432CA3A8}"/>
              </a:ext>
            </a:extLst>
          </p:cNvPr>
          <p:cNvSpPr>
            <a:spLocks xmlns:a="http://schemas.openxmlformats.org/drawingml/2006/main" noGrp="1"/>
          </p:cNvSpPr>
          <p:nvPr/>
        </p:nvSpPr>
        <p:spPr>
          <a:xfrm xmlns:a="http://schemas.openxmlformats.org/drawingml/2006/main">
            <a:off x="9464064" y="3635819"/>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新能源检测设备：5.0%</a:t>
            </a:r>
          </a:p>
        </p:txBody>
      </p:sp>
      <p:sp>
        <p:nvSpPr>
          <p:cNvPr id="56" name="pdf-text-0056">
            <a:extLst xmlns:a="http://schemas.openxmlformats.org/drawingml/2006/main">
              <a:ext uri="{FF2B5EF4-FFF2-40B4-BE49-F238E27FC236}">
                <a16:creationId xmlns:a16="http://schemas.microsoft.com/office/drawing/2014/main" id="{13E4C4E2-B8E7-497F-821C-BFE17C7D9A8C}"/>
              </a:ext>
            </a:extLst>
          </p:cNvPr>
          <p:cNvSpPr>
            <a:spLocks xmlns:a="http://schemas.openxmlformats.org/drawingml/2006/main" noGrp="1"/>
          </p:cNvSpPr>
          <p:nvPr/>
        </p:nvSpPr>
        <p:spPr>
          <a:xfrm xmlns:a="http://schemas.openxmlformats.org/drawingml/2006/main">
            <a:off x="9311664" y="3818699"/>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其他（服务及补充）：3.2%</a:t>
            </a:r>
          </a:p>
        </p:txBody>
      </p:sp>
      <p:sp>
        <p:nvSpPr>
          <p:cNvPr id="57" name="pdf-text-0057">
            <a:extLst xmlns:a="http://schemas.openxmlformats.org/drawingml/2006/main">
              <a:ext uri="{FF2B5EF4-FFF2-40B4-BE49-F238E27FC236}">
                <a16:creationId xmlns:a16="http://schemas.microsoft.com/office/drawing/2014/main" id="{859AC12F-5890-4B10-9DBE-5ADF8C946572}"/>
              </a:ext>
            </a:extLst>
          </p:cNvPr>
          <p:cNvSpPr>
            <a:spLocks xmlns:a="http://schemas.openxmlformats.org/drawingml/2006/main" noGrp="1"/>
          </p:cNvSpPr>
          <p:nvPr/>
        </p:nvSpPr>
        <p:spPr>
          <a:xfrm xmlns:a="http://schemas.openxmlformats.org/drawingml/2006/main">
            <a:off x="724275" y="4286341"/>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毛利率</a:t>
            </a:r>
          </a:p>
        </p:txBody>
      </p:sp>
      <p:sp>
        <p:nvSpPr>
          <p:cNvPr id="58" name="pdf-text-0058">
            <a:extLst xmlns:a="http://schemas.openxmlformats.org/drawingml/2006/main">
              <a:ext uri="{FF2B5EF4-FFF2-40B4-BE49-F238E27FC236}">
                <a16:creationId xmlns:a16="http://schemas.microsoft.com/office/drawing/2014/main" id="{4F4D6FCA-45DD-4DD8-B289-A4920FE1494E}"/>
              </a:ext>
            </a:extLst>
          </p:cNvPr>
          <p:cNvSpPr>
            <a:spLocks xmlns:a="http://schemas.openxmlformats.org/drawingml/2006/main" noGrp="1"/>
          </p:cNvSpPr>
          <p:nvPr/>
        </p:nvSpPr>
        <p:spPr>
          <a:xfrm xmlns:a="http://schemas.openxmlformats.org/drawingml/2006/main">
            <a:off x="2508681" y="4286341"/>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48.9%</a:t>
            </a:r>
          </a:p>
        </p:txBody>
      </p:sp>
      <p:sp>
        <p:nvSpPr>
          <p:cNvPr id="59" name="pdf-text-0059">
            <a:extLst xmlns:a="http://schemas.openxmlformats.org/drawingml/2006/main">
              <a:ext uri="{FF2B5EF4-FFF2-40B4-BE49-F238E27FC236}">
                <a16:creationId xmlns:a16="http://schemas.microsoft.com/office/drawing/2014/main" id="{B140F03A-3AD5-4C73-8668-8A02E6FB7C6B}"/>
              </a:ext>
            </a:extLst>
          </p:cNvPr>
          <p:cNvSpPr>
            <a:spLocks xmlns:a="http://schemas.openxmlformats.org/drawingml/2006/main" noGrp="1"/>
          </p:cNvSpPr>
          <p:nvPr/>
        </p:nvSpPr>
        <p:spPr>
          <a:xfrm xmlns:a="http://schemas.openxmlformats.org/drawingml/2006/main">
            <a:off x="4979542" y="4286341"/>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49.93%</a:t>
            </a:r>
          </a:p>
        </p:txBody>
      </p:sp>
      <p:sp>
        <p:nvSpPr>
          <p:cNvPr id="60" name="pdf-text-0060">
            <a:extLst xmlns:a="http://schemas.openxmlformats.org/drawingml/2006/main">
              <a:ext uri="{FF2B5EF4-FFF2-40B4-BE49-F238E27FC236}">
                <a16:creationId xmlns:a16="http://schemas.microsoft.com/office/drawing/2014/main" id="{55590A8A-EFAC-4ECB-9918-3688318541DF}"/>
              </a:ext>
            </a:extLst>
          </p:cNvPr>
          <p:cNvSpPr>
            <a:spLocks xmlns:a="http://schemas.openxmlformats.org/drawingml/2006/main" noGrp="1"/>
          </p:cNvSpPr>
          <p:nvPr/>
        </p:nvSpPr>
        <p:spPr>
          <a:xfrm xmlns:a="http://schemas.openxmlformats.org/drawingml/2006/main">
            <a:off x="7298003" y="4012021"/>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整体</a:t>
            </a:r>
          </a:p>
        </p:txBody>
      </p:sp>
      <p:sp>
        <p:nvSpPr>
          <p:cNvPr id="61" name="pdf-text-0061">
            <a:extLst xmlns:a="http://schemas.openxmlformats.org/drawingml/2006/main">
              <a:ext uri="{FF2B5EF4-FFF2-40B4-BE49-F238E27FC236}">
                <a16:creationId xmlns:a16="http://schemas.microsoft.com/office/drawing/2014/main" id="{3EE5D261-81F5-49DB-BACC-65C6F1849422}"/>
              </a:ext>
            </a:extLst>
          </p:cNvPr>
          <p:cNvSpPr>
            <a:spLocks xmlns:a="http://schemas.openxmlformats.org/drawingml/2006/main" noGrp="1"/>
          </p:cNvSpPr>
          <p:nvPr/>
        </p:nvSpPr>
        <p:spPr>
          <a:xfrm xmlns:a="http://schemas.openxmlformats.org/drawingml/2006/main">
            <a:off x="7679003" y="4012021"/>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39.97%</a:t>
            </a:r>
          </a:p>
        </p:txBody>
      </p:sp>
      <p:sp>
        <p:nvSpPr>
          <p:cNvPr id="62" name="pdf-text-0062">
            <a:extLst xmlns:a="http://schemas.openxmlformats.org/drawingml/2006/main">
              <a:ext uri="{FF2B5EF4-FFF2-40B4-BE49-F238E27FC236}">
                <a16:creationId xmlns:a16="http://schemas.microsoft.com/office/drawing/2014/main" id="{075F3BEB-975B-4A61-AFC4-05855F05019A}"/>
              </a:ext>
            </a:extLst>
          </p:cNvPr>
          <p:cNvSpPr>
            <a:spLocks xmlns:a="http://schemas.openxmlformats.org/drawingml/2006/main" noGrp="1"/>
          </p:cNvSpPr>
          <p:nvPr/>
        </p:nvSpPr>
        <p:spPr>
          <a:xfrm xmlns:a="http://schemas.openxmlformats.org/drawingml/2006/main">
            <a:off x="7107503" y="4194901"/>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显示业务：38.36%</a:t>
            </a:r>
          </a:p>
        </p:txBody>
      </p:sp>
      <p:sp>
        <p:nvSpPr>
          <p:cNvPr id="63" name="pdf-text-0063">
            <a:extLst xmlns:a="http://schemas.openxmlformats.org/drawingml/2006/main">
              <a:ext uri="{FF2B5EF4-FFF2-40B4-BE49-F238E27FC236}">
                <a16:creationId xmlns:a16="http://schemas.microsoft.com/office/drawing/2014/main" id="{35F88F84-C2D5-4288-B4C6-CFA2484C7E0E}"/>
              </a:ext>
            </a:extLst>
          </p:cNvPr>
          <p:cNvSpPr>
            <a:spLocks xmlns:a="http://schemas.openxmlformats.org/drawingml/2006/main" noGrp="1"/>
          </p:cNvSpPr>
          <p:nvPr/>
        </p:nvSpPr>
        <p:spPr>
          <a:xfrm xmlns:a="http://schemas.openxmlformats.org/drawingml/2006/main">
            <a:off x="7031303" y="4377781"/>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半导体业务：45.75%</a:t>
            </a:r>
          </a:p>
        </p:txBody>
      </p:sp>
      <p:sp>
        <p:nvSpPr>
          <p:cNvPr id="64" name="pdf-text-0064">
            <a:extLst xmlns:a="http://schemas.openxmlformats.org/drawingml/2006/main">
              <a:ext uri="{FF2B5EF4-FFF2-40B4-BE49-F238E27FC236}">
                <a16:creationId xmlns:a16="http://schemas.microsoft.com/office/drawing/2014/main" id="{54D61D63-016A-4D56-B795-9D2001551CE5}"/>
              </a:ext>
            </a:extLst>
          </p:cNvPr>
          <p:cNvSpPr>
            <a:spLocks xmlns:a="http://schemas.openxmlformats.org/drawingml/2006/main" noGrp="1"/>
          </p:cNvSpPr>
          <p:nvPr/>
        </p:nvSpPr>
        <p:spPr>
          <a:xfrm xmlns:a="http://schemas.openxmlformats.org/drawingml/2006/main">
            <a:off x="7031303" y="4560661"/>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新能源业务：30.81%</a:t>
            </a:r>
          </a:p>
        </p:txBody>
      </p:sp>
      <p:sp>
        <p:nvSpPr>
          <p:cNvPr id="65" name="pdf-text-0065">
            <a:extLst xmlns:a="http://schemas.openxmlformats.org/drawingml/2006/main">
              <a:ext uri="{FF2B5EF4-FFF2-40B4-BE49-F238E27FC236}">
                <a16:creationId xmlns:a16="http://schemas.microsoft.com/office/drawing/2014/main" id="{ADC3BC49-6882-4050-B0B3-24B51867248C}"/>
              </a:ext>
            </a:extLst>
          </p:cNvPr>
          <p:cNvSpPr>
            <a:spLocks xmlns:a="http://schemas.openxmlformats.org/drawingml/2006/main" noGrp="1"/>
          </p:cNvSpPr>
          <p:nvPr/>
        </p:nvSpPr>
        <p:spPr>
          <a:xfrm xmlns:a="http://schemas.openxmlformats.org/drawingml/2006/main">
            <a:off x="9997464" y="4286341"/>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46.73%</a:t>
            </a:r>
          </a:p>
        </p:txBody>
      </p:sp>
      <p:sp>
        <p:nvSpPr>
          <p:cNvPr id="66" name="pdf-text-0066">
            <a:extLst xmlns:a="http://schemas.openxmlformats.org/drawingml/2006/main">
              <a:ext uri="{FF2B5EF4-FFF2-40B4-BE49-F238E27FC236}">
                <a16:creationId xmlns:a16="http://schemas.microsoft.com/office/drawing/2014/main" id="{51A7A70C-8BA4-40C5-8084-E77338616283}"/>
              </a:ext>
            </a:extLst>
          </p:cNvPr>
          <p:cNvSpPr>
            <a:spLocks xmlns:a="http://schemas.openxmlformats.org/drawingml/2006/main" noGrp="1"/>
          </p:cNvSpPr>
          <p:nvPr/>
        </p:nvSpPr>
        <p:spPr>
          <a:xfrm xmlns:a="http://schemas.openxmlformats.org/drawingml/2006/main">
            <a:off x="724275" y="4794482"/>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净利润</a:t>
            </a:r>
          </a:p>
        </p:txBody>
      </p:sp>
      <p:sp>
        <p:nvSpPr>
          <p:cNvPr id="67" name="pdf-text-0067">
            <a:extLst xmlns:a="http://schemas.openxmlformats.org/drawingml/2006/main">
              <a:ext uri="{FF2B5EF4-FFF2-40B4-BE49-F238E27FC236}">
                <a16:creationId xmlns:a16="http://schemas.microsoft.com/office/drawing/2014/main" id="{B9B2FB7F-21F0-417E-B2E1-63294973B953}"/>
              </a:ext>
            </a:extLst>
          </p:cNvPr>
          <p:cNvSpPr>
            <a:spLocks xmlns:a="http://schemas.openxmlformats.org/drawingml/2006/main" noGrp="1"/>
          </p:cNvSpPr>
          <p:nvPr/>
        </p:nvSpPr>
        <p:spPr>
          <a:xfrm xmlns:a="http://schemas.openxmlformats.org/drawingml/2006/main">
            <a:off x="2356281" y="4840065"/>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-0.12亿元</a:t>
            </a:r>
          </a:p>
        </p:txBody>
      </p:sp>
      <p:sp>
        <p:nvSpPr>
          <p:cNvPr id="68" name="pdf-text-0068">
            <a:extLst xmlns:a="http://schemas.openxmlformats.org/drawingml/2006/main">
              <a:ext uri="{FF2B5EF4-FFF2-40B4-BE49-F238E27FC236}">
                <a16:creationId xmlns:a16="http://schemas.microsoft.com/office/drawing/2014/main" id="{EEFD7BE1-22FE-45DF-A925-DF53B0F00749}"/>
              </a:ext>
            </a:extLst>
          </p:cNvPr>
          <p:cNvSpPr>
            <a:spLocks xmlns:a="http://schemas.openxmlformats.org/drawingml/2006/main" noGrp="1"/>
          </p:cNvSpPr>
          <p:nvPr/>
        </p:nvSpPr>
        <p:spPr>
          <a:xfrm xmlns:a="http://schemas.openxmlformats.org/drawingml/2006/main">
            <a:off x="4903342" y="484006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0.58亿元</a:t>
            </a:r>
          </a:p>
        </p:txBody>
      </p:sp>
      <p:sp>
        <p:nvSpPr>
          <p:cNvPr id="69" name="pdf-text-0069">
            <a:extLst xmlns:a="http://schemas.openxmlformats.org/drawingml/2006/main">
              <a:ext uri="{FF2B5EF4-FFF2-40B4-BE49-F238E27FC236}">
                <a16:creationId xmlns:a16="http://schemas.microsoft.com/office/drawing/2014/main" id="{40E06F45-76EB-4B8D-876F-402C1202AE8E}"/>
              </a:ext>
            </a:extLst>
          </p:cNvPr>
          <p:cNvSpPr>
            <a:spLocks xmlns:a="http://schemas.openxmlformats.org/drawingml/2006/main" noGrp="1"/>
          </p:cNvSpPr>
          <p:nvPr/>
        </p:nvSpPr>
        <p:spPr>
          <a:xfrm xmlns:a="http://schemas.openxmlformats.org/drawingml/2006/main">
            <a:off x="7374203" y="4840065"/>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-0.95亿元</a:t>
            </a:r>
          </a:p>
        </p:txBody>
      </p:sp>
      <p:sp>
        <p:nvSpPr>
          <p:cNvPr id="70" name="pdf-text-0070">
            <a:extLst xmlns:a="http://schemas.openxmlformats.org/drawingml/2006/main">
              <a:ext uri="{FF2B5EF4-FFF2-40B4-BE49-F238E27FC236}">
                <a16:creationId xmlns:a16="http://schemas.microsoft.com/office/drawing/2014/main" id="{7577BB62-834F-49AF-ABD0-9CCE0F030B95}"/>
              </a:ext>
            </a:extLst>
          </p:cNvPr>
          <p:cNvSpPr>
            <a:spLocks xmlns:a="http://schemas.openxmlformats.org/drawingml/2006/main" noGrp="1"/>
          </p:cNvSpPr>
          <p:nvPr/>
        </p:nvSpPr>
        <p:spPr>
          <a:xfrm xmlns:a="http://schemas.openxmlformats.org/drawingml/2006/main">
            <a:off x="9921264" y="484006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0.82亿元</a:t>
            </a:r>
          </a:p>
        </p:txBody>
      </p:sp>
      <p:sp>
        <p:nvSpPr>
          <p:cNvPr id="71" name="pdf-text-0071">
            <a:extLst xmlns:a="http://schemas.openxmlformats.org/drawingml/2006/main">
              <a:ext uri="{FF2B5EF4-FFF2-40B4-BE49-F238E27FC236}">
                <a16:creationId xmlns:a16="http://schemas.microsoft.com/office/drawing/2014/main" id="{C75D70D4-382A-490A-91FB-E904CC467DAD}"/>
              </a:ext>
            </a:extLst>
          </p:cNvPr>
          <p:cNvSpPr>
            <a:spLocks xmlns:a="http://schemas.openxmlformats.org/drawingml/2006/main" noGrp="1"/>
          </p:cNvSpPr>
          <p:nvPr/>
        </p:nvSpPr>
        <p:spPr>
          <a:xfrm xmlns:a="http://schemas.openxmlformats.org/drawingml/2006/main">
            <a:off x="724275" y="5159968"/>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70C0"/>
                </a:solidFill>
                <a:latin typeface="KaiTi"/>
                <a:ea typeface="KaiTi"/>
                <a:cs typeface="KaiTi"/>
              </a:defRPr>
            </a:pPr>
            <a:r>
              <a:rPr sz="1200" b="0" i="0">
                <a:solidFill>
                  <a:srgbClr val="0070C0"/>
                </a:solidFill>
                <a:latin typeface="KaiTi"/>
                <a:ea typeface="KaiTi"/>
                <a:cs typeface="KaiTi"/>
              </a:rPr>
              <a:t>市值</a:t>
            </a:r>
          </a:p>
        </p:txBody>
      </p:sp>
      <p:sp>
        <p:nvSpPr>
          <p:cNvPr id="72" name="pdf-text-0072">
            <a:extLst xmlns:a="http://schemas.openxmlformats.org/drawingml/2006/main">
              <a:ext uri="{FF2B5EF4-FFF2-40B4-BE49-F238E27FC236}">
                <a16:creationId xmlns:a16="http://schemas.microsoft.com/office/drawing/2014/main" id="{40D37060-FB10-4608-95B6-B6339C25EEB1}"/>
              </a:ext>
            </a:extLst>
          </p:cNvPr>
          <p:cNvSpPr>
            <a:spLocks xmlns:a="http://schemas.openxmlformats.org/drawingml/2006/main" noGrp="1"/>
          </p:cNvSpPr>
          <p:nvPr/>
        </p:nvSpPr>
        <p:spPr>
          <a:xfrm xmlns:a="http://schemas.openxmlformats.org/drawingml/2006/main">
            <a:off x="3687056" y="519088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673亿元</a:t>
            </a:r>
          </a:p>
        </p:txBody>
      </p:sp>
      <p:sp>
        <p:nvSpPr>
          <p:cNvPr id="73" name="pdf-text-0073">
            <a:extLst xmlns:a="http://schemas.openxmlformats.org/drawingml/2006/main">
              <a:ext uri="{FF2B5EF4-FFF2-40B4-BE49-F238E27FC236}">
                <a16:creationId xmlns:a16="http://schemas.microsoft.com/office/drawing/2014/main" id="{AC56FC0E-59C2-4534-BD49-BE55A8CCDBFB}"/>
              </a:ext>
            </a:extLst>
          </p:cNvPr>
          <p:cNvSpPr>
            <a:spLocks xmlns:a="http://schemas.openxmlformats.org/drawingml/2006/main" noGrp="1"/>
          </p:cNvSpPr>
          <p:nvPr/>
        </p:nvSpPr>
        <p:spPr>
          <a:xfrm xmlns:a="http://schemas.openxmlformats.org/drawingml/2006/main">
            <a:off x="8686538" y="5180217"/>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399亿元</a:t>
            </a:r>
          </a:p>
        </p:txBody>
      </p:sp>
      <p:sp>
        <p:nvSpPr>
          <p:cNvPr id="74" name="pdf-text-0074">
            <a:extLst xmlns:a="http://schemas.openxmlformats.org/drawingml/2006/main">
              <a:ext uri="{FF2B5EF4-FFF2-40B4-BE49-F238E27FC236}">
                <a16:creationId xmlns:a16="http://schemas.microsoft.com/office/drawing/2014/main" id="{E5BCA885-1096-48B1-ABFB-BBEEC48588F3}"/>
              </a:ext>
            </a:extLst>
          </p:cNvPr>
          <p:cNvSpPr>
            <a:spLocks xmlns:a="http://schemas.openxmlformats.org/drawingml/2006/main" noGrp="1"/>
          </p:cNvSpPr>
          <p:nvPr/>
        </p:nvSpPr>
        <p:spPr>
          <a:xfrm xmlns:a="http://schemas.openxmlformats.org/drawingml/2006/main">
            <a:off x="677168" y="5801039"/>
            <a:ext cx="1066794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国内上市公司已实现部分产品批量出货，具备一定品牌和资金优势，但普遍面临高研发投入导致的盈利压力。替代国外高端设备能力不足，设备核</a:t>
            </a:r>
          </a:p>
        </p:txBody>
      </p:sp>
      <p:sp>
        <p:nvSpPr>
          <p:cNvPr id="75" name="pdf-text-0075">
            <a:extLst xmlns:a="http://schemas.openxmlformats.org/drawingml/2006/main">
              <a:ext uri="{FF2B5EF4-FFF2-40B4-BE49-F238E27FC236}">
                <a16:creationId xmlns:a16="http://schemas.microsoft.com/office/drawing/2014/main" id="{CA276297-C783-4240-A1FE-B544F9678A94}"/>
              </a:ext>
            </a:extLst>
          </p:cNvPr>
          <p:cNvSpPr>
            <a:spLocks xmlns:a="http://schemas.openxmlformats.org/drawingml/2006/main" noGrp="1"/>
          </p:cNvSpPr>
          <p:nvPr/>
        </p:nvSpPr>
        <p:spPr>
          <a:xfrm xmlns:a="http://schemas.openxmlformats.org/drawingml/2006/main">
            <a:off x="677168" y="6058626"/>
            <a:ext cx="6640130"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心零部件进口依赖严重，如原子力显微镜、光学检测模组与核心传感器、晶圆搬运模组等。</a:t>
            </a:r>
          </a:p>
        </p:txBody>
      </p:sp>
      <p:sp>
        <p:nvSpPr>
          <p:cNvPr id="76" name="pdf-text-0076">
            <a:extLst xmlns:a="http://schemas.openxmlformats.org/drawingml/2006/main">
              <a:ext uri="{FF2B5EF4-FFF2-40B4-BE49-F238E27FC236}">
                <a16:creationId xmlns:a16="http://schemas.microsoft.com/office/drawing/2014/main" id="{F5F36F40-871C-44AC-992E-549ED04EBB59}"/>
              </a:ext>
            </a:extLst>
          </p:cNvPr>
          <p:cNvSpPr>
            <a:spLocks xmlns:a="http://schemas.openxmlformats.org/drawingml/2006/main" noGrp="1"/>
          </p:cNvSpPr>
          <p:nvPr/>
        </p:nvSpPr>
        <p:spPr>
          <a:xfrm xmlns:a="http://schemas.openxmlformats.org/drawingml/2006/main">
            <a:off x="677168" y="6316151"/>
            <a:ext cx="2350009"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168B7"/>
                </a:solidFill>
                <a:latin typeface="KaiTi"/>
                <a:ea typeface="KaiTi"/>
                <a:cs typeface="KaiTi"/>
              </a:defRPr>
            </a:pPr>
            <a:r>
              <a:rPr sz="1296" b="0" i="0">
                <a:solidFill>
                  <a:srgbClr val="0168B7"/>
                </a:solidFill>
                <a:latin typeface="KaiTi"/>
                <a:ea typeface="KaiTi"/>
                <a:cs typeface="KaiTi"/>
              </a:rPr>
              <a:t>公司相比海外公司的竞争优势：</a:t>
            </a:r>
          </a:p>
        </p:txBody>
      </p:sp>
      <p:sp>
        <p:nvSpPr>
          <p:cNvPr id="77" name="pdf-text-0077">
            <a:extLst xmlns:a="http://schemas.openxmlformats.org/drawingml/2006/main">
              <a:ext uri="{FF2B5EF4-FFF2-40B4-BE49-F238E27FC236}">
                <a16:creationId xmlns:a16="http://schemas.microsoft.com/office/drawing/2014/main" id="{E6DBF3FA-D514-4729-B827-7D761E271E0F}"/>
              </a:ext>
            </a:extLst>
          </p:cNvPr>
          <p:cNvSpPr>
            <a:spLocks xmlns:a="http://schemas.openxmlformats.org/drawingml/2006/main" noGrp="1"/>
          </p:cNvSpPr>
          <p:nvPr/>
        </p:nvSpPr>
        <p:spPr>
          <a:xfrm xmlns:a="http://schemas.openxmlformats.org/drawingml/2006/main">
            <a:off x="2990600" y="6316151"/>
            <a:ext cx="829058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核心光学模组自研，实现更灵活及效果更好的解决方案。先进封装量检测市场当前国产相对空白，具有替代机会。</a:t>
            </a:r>
          </a:p>
        </p:txBody>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a4e6bb24bc7f4bbc"/>
          <a:srcRect xmlns:a="http://schemas.openxmlformats.org/drawingml/2006/main" l="0" t="0" r="0" b="0"/>
          <a:stretch xmlns:a="http://schemas.openxmlformats.org/drawingml/2006/main">
            <a:fillRect l="0" t="0" r="0" b="0"/>
          </a:stretch>
        </p:blipFill>
        <p:spPr>
          <a:xfrm xmlns:a="http://schemas.openxmlformats.org/drawingml/2006/main">
            <a:off x="2921722" y="934331"/>
            <a:ext cx="1770200" cy="718342"/>
          </a:xfrm>
          <a:prstGeom xmlns:a="http://schemas.openxmlformats.org/drawingml/2006/main" prst="rect">
            <a:avLst/>
          </a:prstGeom>
        </p:spPr>
      </p:pic>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ee40961eb0154c83"/>
          <a:srcRect xmlns:a="http://schemas.openxmlformats.org/drawingml/2006/main" l="0" t="0" r="0" b="0"/>
          <a:stretch xmlns:a="http://schemas.openxmlformats.org/drawingml/2006/main">
            <a:fillRect l="0" t="0" r="0" b="0"/>
          </a:stretch>
        </p:blipFill>
        <p:spPr>
          <a:xfrm xmlns:a="http://schemas.openxmlformats.org/drawingml/2006/main">
            <a:off x="7748557" y="979613"/>
            <a:ext cx="1995049" cy="691617"/>
          </a:xfrm>
          <a:prstGeom xmlns:a="http://schemas.openxmlformats.org/drawingml/2006/main" prst="rect">
            <a:avLst/>
          </a:prstGeom>
        </p:spPr>
      </p:pic>
      <p:sp>
        <p:nvSpPr>
          <p:cNvPr id="80" name="pdf-text-0080">
            <a:extLst xmlns:a="http://schemas.openxmlformats.org/drawingml/2006/main">
              <a:ext uri="{FF2B5EF4-FFF2-40B4-BE49-F238E27FC236}">
                <a16:creationId xmlns:a16="http://schemas.microsoft.com/office/drawing/2014/main" id="{2E7A1459-5532-4A88-82E0-82C3A7E5C8B0}"/>
              </a:ext>
            </a:extLst>
          </p:cNvPr>
          <p:cNvSpPr>
            <a:spLocks xmlns:a="http://schemas.openxmlformats.org/drawingml/2006/main" noGrp="1"/>
          </p:cNvSpPr>
          <p:nvPr/>
        </p:nvSpPr>
        <p:spPr>
          <a:xfrm xmlns:a="http://schemas.openxmlformats.org/drawingml/2006/main">
            <a:off x="10198615" y="5500379"/>
            <a:ext cx="1307574" cy="1581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996" b="0" i="0">
                <a:solidFill>
                  <a:srgbClr val="000000"/>
                </a:solidFill>
                <a:latin typeface="KaiTi"/>
                <a:ea typeface="KaiTi"/>
                <a:cs typeface="KaiTi"/>
              </a:defRPr>
            </a:pPr>
            <a:r>
              <a:rPr sz="996" b="0" i="0">
                <a:solidFill>
                  <a:srgbClr val="000000"/>
                </a:solidFill>
                <a:latin typeface="KaiTi"/>
                <a:ea typeface="KaiTi"/>
                <a:cs typeface="KaiTi"/>
              </a:rPr>
              <a:t>注：市值为5月6日数据</a:t>
            </a:r>
          </a:p>
        </p:txBody>
      </p:sp>
    </p:spTree>
    <p:extLst>
      <p:ext uri="{BB962C8B-B14F-4D97-AF65-F5344CB8AC3E}">
        <p14:creationId xmlns:p14="http://schemas.microsoft.com/office/powerpoint/2010/main" val="181860166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 name="pdf-vector-0001">
            <a:extLst xmlns:a="http://schemas.openxmlformats.org/drawingml/2006/main">
              <a:ext uri="{FF2B5EF4-FFF2-40B4-BE49-F238E27FC236}">
                <a16:creationId xmlns:a16="http://schemas.microsoft.com/office/drawing/2014/main" id="{17F41186-A6C8-4468-9E29-749884DBCB43}"/>
              </a:ext>
            </a:extLst>
          </p:cNvPr>
          <p:cNvSpPr>
            <a:spLocks xmlns:a="http://schemas.openxmlformats.org/drawingml/2006/main" noGrp="1"/>
          </p:cNvSpPr>
          <p:nvPr/>
        </p:nvSpPr>
        <p:spPr>
          <a:xfrm xmlns:a="http://schemas.openxmlformats.org/drawingml/2006/main">
            <a:off x="8457146" y="1203947"/>
            <a:ext cx="3439604" cy="485127"/>
          </a:xfrm>
          <a:prstGeom xmlns:a="http://schemas.openxmlformats.org/drawingml/2006/main" prst="rect">
            <a:avLst/>
          </a:prstGeom>
          <a:solidFill xmlns:a="http://schemas.openxmlformats.org/drawingml/2006/main">
            <a:srgbClr val="DCE6F2"/>
          </a:solidFill>
          <a:ln xmlns:a="http://schemas.openxmlformats.org/drawingml/2006/main" w="0">
            <a:noFill/>
            <a:prstDash val="solid"/>
          </a:ln>
        </p:spPr>
      </p:sp>
      <p:sp>
        <p:nvSpPr>
          <p:cNvPr id="2" name="pdf-vector-0002">
            <a:extLst xmlns:a="http://schemas.openxmlformats.org/drawingml/2006/main">
              <a:ext uri="{FF2B5EF4-FFF2-40B4-BE49-F238E27FC236}">
                <a16:creationId xmlns:a16="http://schemas.microsoft.com/office/drawing/2014/main" id="{CB0B4CE1-3760-47F8-A950-6DC374B029EC}"/>
              </a:ext>
            </a:extLst>
          </p:cNvPr>
          <p:cNvSpPr>
            <a:spLocks xmlns:a="http://schemas.openxmlformats.org/drawingml/2006/main" noGrp="1"/>
          </p:cNvSpPr>
          <p:nvPr/>
        </p:nvSpPr>
        <p:spPr>
          <a:xfrm xmlns:a="http://schemas.openxmlformats.org/drawingml/2006/main">
            <a:off x="8457146" y="1689074"/>
            <a:ext cx="3439604" cy="485127"/>
          </a:xfrm>
          <a:prstGeom xmlns:a="http://schemas.openxmlformats.org/drawingml/2006/main" prst="rect">
            <a:avLst/>
          </a:prstGeom>
          <a:solidFill xmlns:a="http://schemas.openxmlformats.org/drawingml/2006/main">
            <a:srgbClr val="DCE6F2"/>
          </a:solidFill>
          <a:ln xmlns:a="http://schemas.openxmlformats.org/drawingml/2006/main" w="0">
            <a:noFill/>
            <a:prstDash val="solid"/>
          </a:ln>
        </p:spPr>
      </p:sp>
      <p:sp>
        <p:nvSpPr>
          <p:cNvPr id="3" name="pdf-vector-0003">
            <a:extLst xmlns:a="http://schemas.openxmlformats.org/drawingml/2006/main">
              <a:ext uri="{FF2B5EF4-FFF2-40B4-BE49-F238E27FC236}">
                <a16:creationId xmlns:a16="http://schemas.microsoft.com/office/drawing/2014/main" id="{FC081690-0A9C-468F-AE2B-C83CFEF5959C}"/>
              </a:ext>
            </a:extLst>
          </p:cNvPr>
          <p:cNvSpPr>
            <a:spLocks xmlns:a="http://schemas.openxmlformats.org/drawingml/2006/main" noGrp="1"/>
          </p:cNvSpPr>
          <p:nvPr/>
        </p:nvSpPr>
        <p:spPr>
          <a:xfrm xmlns:a="http://schemas.openxmlformats.org/drawingml/2006/main">
            <a:off x="8457146" y="2174202"/>
            <a:ext cx="3439604" cy="924573"/>
          </a:xfrm>
          <a:prstGeom xmlns:a="http://schemas.openxmlformats.org/drawingml/2006/main" prst="rect">
            <a:avLst/>
          </a:prstGeom>
          <a:solidFill xmlns:a="http://schemas.openxmlformats.org/drawingml/2006/main">
            <a:srgbClr val="DCE6F2"/>
          </a:solidFill>
          <a:ln xmlns:a="http://schemas.openxmlformats.org/drawingml/2006/main" w="0">
            <a:noFill/>
            <a:prstDash val="solid"/>
          </a:ln>
        </p:spPr>
      </p:sp>
      <p:sp>
        <p:nvSpPr>
          <p:cNvPr id="4" name="pdf-vector-0004">
            <a:extLst xmlns:a="http://schemas.openxmlformats.org/drawingml/2006/main">
              <a:ext uri="{FF2B5EF4-FFF2-40B4-BE49-F238E27FC236}">
                <a16:creationId xmlns:a16="http://schemas.microsoft.com/office/drawing/2014/main" id="{29F3ED47-E55F-48B0-89CB-E68D1B9084CA}"/>
              </a:ext>
            </a:extLst>
          </p:cNvPr>
          <p:cNvSpPr>
            <a:spLocks xmlns:a="http://schemas.openxmlformats.org/drawingml/2006/main" noGrp="1"/>
          </p:cNvSpPr>
          <p:nvPr/>
        </p:nvSpPr>
        <p:spPr>
          <a:xfrm xmlns:a="http://schemas.openxmlformats.org/drawingml/2006/main">
            <a:off x="8457146" y="3098774"/>
            <a:ext cx="3439604" cy="616382"/>
          </a:xfrm>
          <a:prstGeom xmlns:a="http://schemas.openxmlformats.org/drawingml/2006/main" prst="rect">
            <a:avLst/>
          </a:prstGeom>
          <a:solidFill xmlns:a="http://schemas.openxmlformats.org/drawingml/2006/main">
            <a:srgbClr val="DCE6F2"/>
          </a:solidFill>
          <a:ln xmlns:a="http://schemas.openxmlformats.org/drawingml/2006/main" w="0">
            <a:noFill/>
            <a:prstDash val="solid"/>
          </a:ln>
        </p:spPr>
      </p:sp>
      <p:sp>
        <p:nvSpPr>
          <p:cNvPr id="5" name="pdf-vector-0005">
            <a:extLst xmlns:a="http://schemas.openxmlformats.org/drawingml/2006/main">
              <a:ext uri="{FF2B5EF4-FFF2-40B4-BE49-F238E27FC236}">
                <a16:creationId xmlns:a16="http://schemas.microsoft.com/office/drawing/2014/main" id="{5184DD17-08B3-460E-B604-8311845CFD08}"/>
              </a:ext>
            </a:extLst>
          </p:cNvPr>
          <p:cNvSpPr>
            <a:spLocks xmlns:a="http://schemas.openxmlformats.org/drawingml/2006/main" noGrp="1"/>
          </p:cNvSpPr>
          <p:nvPr/>
        </p:nvSpPr>
        <p:spPr>
          <a:xfrm xmlns:a="http://schemas.openxmlformats.org/drawingml/2006/main">
            <a:off x="8457146" y="3715156"/>
            <a:ext cx="3439604" cy="924573"/>
          </a:xfrm>
          <a:prstGeom xmlns:a="http://schemas.openxmlformats.org/drawingml/2006/main" prst="rect">
            <a:avLst/>
          </a:prstGeom>
          <a:solidFill xmlns:a="http://schemas.openxmlformats.org/drawingml/2006/main">
            <a:srgbClr val="DCE6F2"/>
          </a:solidFill>
          <a:ln xmlns:a="http://schemas.openxmlformats.org/drawingml/2006/main" w="0">
            <a:noFill/>
            <a:prstDash val="solid"/>
          </a:ln>
        </p:spPr>
      </p:sp>
      <p:sp>
        <p:nvSpPr>
          <p:cNvPr id="6" name="pdf-vector-0006">
            <a:extLst xmlns:a="http://schemas.openxmlformats.org/drawingml/2006/main">
              <a:ext uri="{FF2B5EF4-FFF2-40B4-BE49-F238E27FC236}">
                <a16:creationId xmlns:a16="http://schemas.microsoft.com/office/drawing/2014/main" id="{5C936B3B-C928-4C38-AC52-CE55C3E17B89}"/>
              </a:ext>
            </a:extLst>
          </p:cNvPr>
          <p:cNvSpPr>
            <a:spLocks xmlns:a="http://schemas.openxmlformats.org/drawingml/2006/main" noGrp="1"/>
          </p:cNvSpPr>
          <p:nvPr/>
        </p:nvSpPr>
        <p:spPr>
          <a:xfrm xmlns:a="http://schemas.openxmlformats.org/drawingml/2006/main">
            <a:off x="8457146" y="4639729"/>
            <a:ext cx="3439604" cy="375589"/>
          </a:xfrm>
          <a:prstGeom xmlns:a="http://schemas.openxmlformats.org/drawingml/2006/main" prst="rect">
            <a:avLst/>
          </a:prstGeom>
          <a:solidFill xmlns:a="http://schemas.openxmlformats.org/drawingml/2006/main">
            <a:srgbClr val="DCE6F2"/>
          </a:solidFill>
          <a:ln xmlns:a="http://schemas.openxmlformats.org/drawingml/2006/main" w="0">
            <a:noFill/>
            <a:prstDash val="solid"/>
          </a:ln>
        </p:spPr>
      </p:sp>
      <p:sp>
        <p:nvSpPr>
          <p:cNvPr id="7" name="pdf-vector-0007">
            <a:extLst xmlns:a="http://schemas.openxmlformats.org/drawingml/2006/main">
              <a:ext uri="{FF2B5EF4-FFF2-40B4-BE49-F238E27FC236}">
                <a16:creationId xmlns:a16="http://schemas.microsoft.com/office/drawing/2014/main" id="{3EFD1CD3-DC53-4BA7-B4E8-141F00376412}"/>
              </a:ext>
            </a:extLst>
          </p:cNvPr>
          <p:cNvSpPr>
            <a:spLocks xmlns:a="http://schemas.openxmlformats.org/drawingml/2006/main" noGrp="1"/>
          </p:cNvSpPr>
          <p:nvPr/>
        </p:nvSpPr>
        <p:spPr>
          <a:xfrm xmlns:a="http://schemas.openxmlformats.org/drawingml/2006/main">
            <a:off x="1577928" y="1197592"/>
            <a:ext cx="953" cy="3824072"/>
          </a:xfrm>
          <a:custGeom xmlns:a="http://schemas.openxmlformats.org/drawingml/2006/main">
            <a:pathLst>
              <a:path w="953" h="3824072">
                <a:moveTo>
                  <a:pt x="0" y="0"/>
                </a:moveTo>
                <a:lnTo>
                  <a:pt x="0" y="3824072"/>
                </a:lnTo>
              </a:path>
            </a:pathLst>
          </a:custGeom>
          <a:noFill xmlns:a="http://schemas.openxmlformats.org/drawingml/2006/main"/>
          <a:ln xmlns:a="http://schemas.openxmlformats.org/drawingml/2006/main" w="12700">
            <a:solidFill>
              <a:srgbClr val="000000"/>
            </a:solidFill>
            <a:prstDash val="solid"/>
          </a:ln>
        </p:spPr>
      </p:sp>
      <p:sp>
        <p:nvSpPr>
          <p:cNvPr id="8" name="pdf-vector-0008">
            <a:extLst xmlns:a="http://schemas.openxmlformats.org/drawingml/2006/main">
              <a:ext uri="{FF2B5EF4-FFF2-40B4-BE49-F238E27FC236}">
                <a16:creationId xmlns:a16="http://schemas.microsoft.com/office/drawing/2014/main" id="{B5EBE15F-A3ED-45AC-B67A-6B5F157E76FB}"/>
              </a:ext>
            </a:extLst>
          </p:cNvPr>
          <p:cNvSpPr>
            <a:spLocks xmlns:a="http://schemas.openxmlformats.org/drawingml/2006/main" noGrp="1"/>
          </p:cNvSpPr>
          <p:nvPr/>
        </p:nvSpPr>
        <p:spPr>
          <a:xfrm xmlns:a="http://schemas.openxmlformats.org/drawingml/2006/main">
            <a:off x="5017535" y="1197592"/>
            <a:ext cx="953" cy="3824072"/>
          </a:xfrm>
          <a:custGeom xmlns:a="http://schemas.openxmlformats.org/drawingml/2006/main">
            <a:pathLst>
              <a:path w="953" h="3824072">
                <a:moveTo>
                  <a:pt x="0" y="0"/>
                </a:moveTo>
                <a:lnTo>
                  <a:pt x="0" y="3824072"/>
                </a:lnTo>
              </a:path>
            </a:pathLst>
          </a:custGeom>
          <a:noFill xmlns:a="http://schemas.openxmlformats.org/drawingml/2006/main"/>
          <a:ln xmlns:a="http://schemas.openxmlformats.org/drawingml/2006/main" w="12700">
            <a:solidFill>
              <a:srgbClr val="000000"/>
            </a:solidFill>
            <a:prstDash val="solid"/>
          </a:ln>
        </p:spPr>
      </p:sp>
      <p:sp>
        <p:nvSpPr>
          <p:cNvPr id="9" name="pdf-vector-0009">
            <a:extLst xmlns:a="http://schemas.openxmlformats.org/drawingml/2006/main">
              <a:ext uri="{FF2B5EF4-FFF2-40B4-BE49-F238E27FC236}">
                <a16:creationId xmlns:a16="http://schemas.microsoft.com/office/drawing/2014/main" id="{009BD531-D731-48F9-963B-3B3B8811133D}"/>
              </a:ext>
            </a:extLst>
          </p:cNvPr>
          <p:cNvSpPr>
            <a:spLocks xmlns:a="http://schemas.openxmlformats.org/drawingml/2006/main" noGrp="1"/>
          </p:cNvSpPr>
          <p:nvPr/>
        </p:nvSpPr>
        <p:spPr>
          <a:xfrm xmlns:a="http://schemas.openxmlformats.org/drawingml/2006/main">
            <a:off x="8457142" y="1197592"/>
            <a:ext cx="953" cy="3824072"/>
          </a:xfrm>
          <a:custGeom xmlns:a="http://schemas.openxmlformats.org/drawingml/2006/main">
            <a:pathLst>
              <a:path w="953" h="3824072">
                <a:moveTo>
                  <a:pt x="0" y="0"/>
                </a:moveTo>
                <a:lnTo>
                  <a:pt x="0" y="3824072"/>
                </a:lnTo>
              </a:path>
            </a:pathLst>
          </a:custGeom>
          <a:noFill xmlns:a="http://schemas.openxmlformats.org/drawingml/2006/main"/>
          <a:ln xmlns:a="http://schemas.openxmlformats.org/drawingml/2006/main" w="12700">
            <a:solidFill>
              <a:srgbClr val="000000"/>
            </a:solidFill>
            <a:prstDash val="solid"/>
          </a:ln>
        </p:spPr>
      </p:sp>
      <p:sp>
        <p:nvSpPr>
          <p:cNvPr id="10" name="pdf-vector-0010">
            <a:extLst xmlns:a="http://schemas.openxmlformats.org/drawingml/2006/main">
              <a:ext uri="{FF2B5EF4-FFF2-40B4-BE49-F238E27FC236}">
                <a16:creationId xmlns:a16="http://schemas.microsoft.com/office/drawing/2014/main" id="{E12912C0-75F7-407F-8713-388E0935FC58}"/>
              </a:ext>
            </a:extLst>
          </p:cNvPr>
          <p:cNvSpPr>
            <a:spLocks xmlns:a="http://schemas.openxmlformats.org/drawingml/2006/main" noGrp="1"/>
          </p:cNvSpPr>
          <p:nvPr/>
        </p:nvSpPr>
        <p:spPr>
          <a:xfrm xmlns:a="http://schemas.openxmlformats.org/drawingml/2006/main">
            <a:off x="458233" y="1689072"/>
            <a:ext cx="11444872" cy="953"/>
          </a:xfrm>
          <a:custGeom xmlns:a="http://schemas.openxmlformats.org/drawingml/2006/main">
            <a:pathLst>
              <a:path w="11444872" h="953">
                <a:moveTo>
                  <a:pt x="0" y="0"/>
                </a:moveTo>
                <a:lnTo>
                  <a:pt x="11444872" y="0"/>
                </a:lnTo>
              </a:path>
            </a:pathLst>
          </a:custGeom>
          <a:noFill xmlns:a="http://schemas.openxmlformats.org/drawingml/2006/main"/>
          <a:ln xmlns:a="http://schemas.openxmlformats.org/drawingml/2006/main" w="12700">
            <a:solidFill>
              <a:srgbClr val="000000"/>
            </a:solidFill>
            <a:prstDash val="solid"/>
          </a:ln>
        </p:spPr>
      </p:sp>
      <p:sp>
        <p:nvSpPr>
          <p:cNvPr id="11" name="pdf-vector-0011">
            <a:extLst xmlns:a="http://schemas.openxmlformats.org/drawingml/2006/main">
              <a:ext uri="{FF2B5EF4-FFF2-40B4-BE49-F238E27FC236}">
                <a16:creationId xmlns:a16="http://schemas.microsoft.com/office/drawing/2014/main" id="{3EE590CD-4431-4BAF-93D5-D821C68FB38C}"/>
              </a:ext>
            </a:extLst>
          </p:cNvPr>
          <p:cNvSpPr>
            <a:spLocks xmlns:a="http://schemas.openxmlformats.org/drawingml/2006/main" noGrp="1"/>
          </p:cNvSpPr>
          <p:nvPr/>
        </p:nvSpPr>
        <p:spPr>
          <a:xfrm xmlns:a="http://schemas.openxmlformats.org/drawingml/2006/main">
            <a:off x="458233" y="2174202"/>
            <a:ext cx="11444872" cy="953"/>
          </a:xfrm>
          <a:custGeom xmlns:a="http://schemas.openxmlformats.org/drawingml/2006/main">
            <a:pathLst>
              <a:path w="11444872" h="953">
                <a:moveTo>
                  <a:pt x="0" y="0"/>
                </a:moveTo>
                <a:lnTo>
                  <a:pt x="11444872" y="0"/>
                </a:lnTo>
              </a:path>
            </a:pathLst>
          </a:custGeom>
          <a:noFill xmlns:a="http://schemas.openxmlformats.org/drawingml/2006/main"/>
          <a:ln xmlns:a="http://schemas.openxmlformats.org/drawingml/2006/main" w="12700">
            <a:solidFill>
              <a:srgbClr val="000000"/>
            </a:solidFill>
            <a:prstDash val="solid"/>
          </a:ln>
        </p:spPr>
      </p:sp>
      <p:sp>
        <p:nvSpPr>
          <p:cNvPr id="12" name="pdf-vector-0012">
            <a:extLst xmlns:a="http://schemas.openxmlformats.org/drawingml/2006/main">
              <a:ext uri="{FF2B5EF4-FFF2-40B4-BE49-F238E27FC236}">
                <a16:creationId xmlns:a16="http://schemas.microsoft.com/office/drawing/2014/main" id="{42ACF57E-6735-4BBC-9EFC-64C97B02A74A}"/>
              </a:ext>
            </a:extLst>
          </p:cNvPr>
          <p:cNvSpPr>
            <a:spLocks xmlns:a="http://schemas.openxmlformats.org/drawingml/2006/main" noGrp="1"/>
          </p:cNvSpPr>
          <p:nvPr/>
        </p:nvSpPr>
        <p:spPr>
          <a:xfrm xmlns:a="http://schemas.openxmlformats.org/drawingml/2006/main">
            <a:off x="458233" y="3098776"/>
            <a:ext cx="11444872" cy="953"/>
          </a:xfrm>
          <a:custGeom xmlns:a="http://schemas.openxmlformats.org/drawingml/2006/main">
            <a:pathLst>
              <a:path w="11444872" h="953">
                <a:moveTo>
                  <a:pt x="0" y="0"/>
                </a:moveTo>
                <a:lnTo>
                  <a:pt x="11444872" y="0"/>
                </a:lnTo>
              </a:path>
            </a:pathLst>
          </a:custGeom>
          <a:noFill xmlns:a="http://schemas.openxmlformats.org/drawingml/2006/main"/>
          <a:ln xmlns:a="http://schemas.openxmlformats.org/drawingml/2006/main" w="12700">
            <a:solidFill>
              <a:srgbClr val="000000"/>
            </a:solidFill>
            <a:prstDash val="solid"/>
          </a:ln>
        </p:spPr>
      </p:sp>
      <p:sp>
        <p:nvSpPr>
          <p:cNvPr id="13" name="pdf-vector-0013">
            <a:extLst xmlns:a="http://schemas.openxmlformats.org/drawingml/2006/main">
              <a:ext uri="{FF2B5EF4-FFF2-40B4-BE49-F238E27FC236}">
                <a16:creationId xmlns:a16="http://schemas.microsoft.com/office/drawing/2014/main" id="{E3B2AD8D-2574-4F1F-B768-AC0E61252B88}"/>
              </a:ext>
            </a:extLst>
          </p:cNvPr>
          <p:cNvSpPr>
            <a:spLocks xmlns:a="http://schemas.openxmlformats.org/drawingml/2006/main" noGrp="1"/>
          </p:cNvSpPr>
          <p:nvPr/>
        </p:nvSpPr>
        <p:spPr>
          <a:xfrm xmlns:a="http://schemas.openxmlformats.org/drawingml/2006/main">
            <a:off x="458233" y="3715158"/>
            <a:ext cx="11444872" cy="953"/>
          </a:xfrm>
          <a:custGeom xmlns:a="http://schemas.openxmlformats.org/drawingml/2006/main">
            <a:pathLst>
              <a:path w="11444872" h="953">
                <a:moveTo>
                  <a:pt x="0" y="0"/>
                </a:moveTo>
                <a:lnTo>
                  <a:pt x="11444872" y="0"/>
                </a:lnTo>
              </a:path>
            </a:pathLst>
          </a:custGeom>
          <a:noFill xmlns:a="http://schemas.openxmlformats.org/drawingml/2006/main"/>
          <a:ln xmlns:a="http://schemas.openxmlformats.org/drawingml/2006/main" w="12700">
            <a:solidFill>
              <a:srgbClr val="000000"/>
            </a:solidFill>
            <a:prstDash val="solid"/>
          </a:ln>
        </p:spPr>
      </p:sp>
      <p:sp>
        <p:nvSpPr>
          <p:cNvPr id="14" name="pdf-vector-0014">
            <a:extLst xmlns:a="http://schemas.openxmlformats.org/drawingml/2006/main">
              <a:ext uri="{FF2B5EF4-FFF2-40B4-BE49-F238E27FC236}">
                <a16:creationId xmlns:a16="http://schemas.microsoft.com/office/drawing/2014/main" id="{A3D124D6-B2E4-4F72-BEA5-3254F7F87C8E}"/>
              </a:ext>
            </a:extLst>
          </p:cNvPr>
          <p:cNvSpPr>
            <a:spLocks xmlns:a="http://schemas.openxmlformats.org/drawingml/2006/main" noGrp="1"/>
          </p:cNvSpPr>
          <p:nvPr/>
        </p:nvSpPr>
        <p:spPr>
          <a:xfrm xmlns:a="http://schemas.openxmlformats.org/drawingml/2006/main">
            <a:off x="458233" y="4639732"/>
            <a:ext cx="11444872" cy="953"/>
          </a:xfrm>
          <a:custGeom xmlns:a="http://schemas.openxmlformats.org/drawingml/2006/main">
            <a:pathLst>
              <a:path w="11444872" h="953">
                <a:moveTo>
                  <a:pt x="0" y="0"/>
                </a:moveTo>
                <a:lnTo>
                  <a:pt x="11444872" y="0"/>
                </a:lnTo>
              </a:path>
            </a:pathLst>
          </a:custGeom>
          <a:noFill xmlns:a="http://schemas.openxmlformats.org/drawingml/2006/main"/>
          <a:ln xmlns:a="http://schemas.openxmlformats.org/drawingml/2006/main" w="12700">
            <a:solidFill>
              <a:srgbClr val="000000"/>
            </a:solidFill>
            <a:prstDash val="solid"/>
          </a:ln>
        </p:spPr>
      </p:sp>
      <p:sp>
        <p:nvSpPr>
          <p:cNvPr id="15" name="pdf-vector-0015">
            <a:extLst xmlns:a="http://schemas.openxmlformats.org/drawingml/2006/main">
              <a:ext uri="{FF2B5EF4-FFF2-40B4-BE49-F238E27FC236}">
                <a16:creationId xmlns:a16="http://schemas.microsoft.com/office/drawing/2014/main" id="{9930EC91-4D49-4D29-8F76-EFC5FC0A3A6D}"/>
              </a:ext>
            </a:extLst>
          </p:cNvPr>
          <p:cNvSpPr>
            <a:spLocks xmlns:a="http://schemas.openxmlformats.org/drawingml/2006/main" noGrp="1"/>
          </p:cNvSpPr>
          <p:nvPr/>
        </p:nvSpPr>
        <p:spPr>
          <a:xfrm xmlns:a="http://schemas.openxmlformats.org/drawingml/2006/main">
            <a:off x="464583" y="1197592"/>
            <a:ext cx="953" cy="3824072"/>
          </a:xfrm>
          <a:custGeom xmlns:a="http://schemas.openxmlformats.org/drawingml/2006/main">
            <a:pathLst>
              <a:path w="953" h="3824072">
                <a:moveTo>
                  <a:pt x="0" y="0"/>
                </a:moveTo>
                <a:lnTo>
                  <a:pt x="0" y="3824072"/>
                </a:lnTo>
              </a:path>
            </a:pathLst>
          </a:custGeom>
          <a:noFill xmlns:a="http://schemas.openxmlformats.org/drawingml/2006/main"/>
          <a:ln xmlns:a="http://schemas.openxmlformats.org/drawingml/2006/main" w="12700">
            <a:solidFill>
              <a:srgbClr val="000000"/>
            </a:solidFill>
            <a:prstDash val="solid"/>
          </a:ln>
        </p:spPr>
      </p:sp>
      <p:sp>
        <p:nvSpPr>
          <p:cNvPr id="16" name="pdf-vector-0016">
            <a:extLst xmlns:a="http://schemas.openxmlformats.org/drawingml/2006/main">
              <a:ext uri="{FF2B5EF4-FFF2-40B4-BE49-F238E27FC236}">
                <a16:creationId xmlns:a16="http://schemas.microsoft.com/office/drawing/2014/main" id="{ACFEE137-BCBB-47F6-BDCA-DE6776362F71}"/>
              </a:ext>
            </a:extLst>
          </p:cNvPr>
          <p:cNvSpPr>
            <a:spLocks xmlns:a="http://schemas.openxmlformats.org/drawingml/2006/main" noGrp="1"/>
          </p:cNvSpPr>
          <p:nvPr/>
        </p:nvSpPr>
        <p:spPr>
          <a:xfrm xmlns:a="http://schemas.openxmlformats.org/drawingml/2006/main">
            <a:off x="11896749" y="1197592"/>
            <a:ext cx="953" cy="3824072"/>
          </a:xfrm>
          <a:custGeom xmlns:a="http://schemas.openxmlformats.org/drawingml/2006/main">
            <a:pathLst>
              <a:path w="953" h="3824072">
                <a:moveTo>
                  <a:pt x="0" y="0"/>
                </a:moveTo>
                <a:lnTo>
                  <a:pt x="0" y="3824072"/>
                </a:lnTo>
              </a:path>
            </a:pathLst>
          </a:custGeom>
          <a:noFill xmlns:a="http://schemas.openxmlformats.org/drawingml/2006/main"/>
          <a:ln xmlns:a="http://schemas.openxmlformats.org/drawingml/2006/main" w="12700">
            <a:solidFill>
              <a:srgbClr val="000000"/>
            </a:solidFill>
            <a:prstDash val="solid"/>
          </a:ln>
        </p:spPr>
      </p:sp>
      <p:sp>
        <p:nvSpPr>
          <p:cNvPr id="17" name="pdf-vector-0017">
            <a:extLst xmlns:a="http://schemas.openxmlformats.org/drawingml/2006/main">
              <a:ext uri="{FF2B5EF4-FFF2-40B4-BE49-F238E27FC236}">
                <a16:creationId xmlns:a16="http://schemas.microsoft.com/office/drawing/2014/main" id="{CEEF951A-8FC9-4B5D-9B27-345BC65AB2B6}"/>
              </a:ext>
            </a:extLst>
          </p:cNvPr>
          <p:cNvSpPr>
            <a:spLocks xmlns:a="http://schemas.openxmlformats.org/drawingml/2006/main" noGrp="1"/>
          </p:cNvSpPr>
          <p:nvPr/>
        </p:nvSpPr>
        <p:spPr>
          <a:xfrm xmlns:a="http://schemas.openxmlformats.org/drawingml/2006/main">
            <a:off x="458233" y="1203942"/>
            <a:ext cx="11444872" cy="953"/>
          </a:xfrm>
          <a:custGeom xmlns:a="http://schemas.openxmlformats.org/drawingml/2006/main">
            <a:pathLst>
              <a:path w="11444872" h="953">
                <a:moveTo>
                  <a:pt x="0" y="0"/>
                </a:moveTo>
                <a:lnTo>
                  <a:pt x="11444872" y="0"/>
                </a:lnTo>
              </a:path>
            </a:pathLst>
          </a:custGeom>
          <a:noFill xmlns:a="http://schemas.openxmlformats.org/drawingml/2006/main"/>
          <a:ln xmlns:a="http://schemas.openxmlformats.org/drawingml/2006/main" w="12700">
            <a:solidFill>
              <a:srgbClr val="000000"/>
            </a:solidFill>
            <a:prstDash val="solid"/>
          </a:ln>
        </p:spPr>
      </p:sp>
      <p:sp>
        <p:nvSpPr>
          <p:cNvPr id="18" name="pdf-vector-0018">
            <a:extLst xmlns:a="http://schemas.openxmlformats.org/drawingml/2006/main">
              <a:ext uri="{FF2B5EF4-FFF2-40B4-BE49-F238E27FC236}">
                <a16:creationId xmlns:a16="http://schemas.microsoft.com/office/drawing/2014/main" id="{10ECAE27-2276-4FB2-9897-BC4188B394E0}"/>
              </a:ext>
            </a:extLst>
          </p:cNvPr>
          <p:cNvSpPr>
            <a:spLocks xmlns:a="http://schemas.openxmlformats.org/drawingml/2006/main" noGrp="1"/>
          </p:cNvSpPr>
          <p:nvPr/>
        </p:nvSpPr>
        <p:spPr>
          <a:xfrm xmlns:a="http://schemas.openxmlformats.org/drawingml/2006/main">
            <a:off x="458233" y="5015316"/>
            <a:ext cx="11444872" cy="953"/>
          </a:xfrm>
          <a:custGeom xmlns:a="http://schemas.openxmlformats.org/drawingml/2006/main">
            <a:pathLst>
              <a:path w="11444872" h="953">
                <a:moveTo>
                  <a:pt x="0" y="0"/>
                </a:moveTo>
                <a:lnTo>
                  <a:pt x="11444872" y="0"/>
                </a:lnTo>
              </a:path>
            </a:pathLst>
          </a:custGeom>
          <a:noFill xmlns:a="http://schemas.openxmlformats.org/drawingml/2006/main"/>
          <a:ln xmlns:a="http://schemas.openxmlformats.org/drawingml/2006/main" w="12700">
            <a:solidFill>
              <a:srgbClr val="000000"/>
            </a:solidFill>
            <a:prstDash val="solid"/>
          </a:ln>
        </p:spPr>
      </p:sp>
      <p:sp>
        <p:nvSpPr>
          <p:cNvPr id="19" name="pdf-text-0019">
            <a:extLst xmlns:a="http://schemas.openxmlformats.org/drawingml/2006/main">
              <a:ext uri="{FF2B5EF4-FFF2-40B4-BE49-F238E27FC236}">
                <a16:creationId xmlns:a16="http://schemas.microsoft.com/office/drawing/2014/main" id="{26E35FA9-FE9F-4EB8-BB8C-93C1B7FCE0C7}"/>
              </a:ext>
            </a:extLst>
          </p:cNvPr>
          <p:cNvSpPr>
            <a:spLocks xmlns:a="http://schemas.openxmlformats.org/drawingml/2006/main" noGrp="1"/>
          </p:cNvSpPr>
          <p:nvPr/>
        </p:nvSpPr>
        <p:spPr>
          <a:xfrm xmlns:a="http://schemas.openxmlformats.org/drawingml/2006/main">
            <a:off x="3106913" y="1386525"/>
            <a:ext cx="41910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公司A</a:t>
            </a:r>
          </a:p>
        </p:txBody>
      </p:sp>
      <p:sp>
        <p:nvSpPr>
          <p:cNvPr id="20" name="pdf-text-0020">
            <a:extLst xmlns:a="http://schemas.openxmlformats.org/drawingml/2006/main">
              <a:ext uri="{FF2B5EF4-FFF2-40B4-BE49-F238E27FC236}">
                <a16:creationId xmlns:a16="http://schemas.microsoft.com/office/drawing/2014/main" id="{CB4F2E65-34DA-4D20-969F-E4939AA4076C}"/>
              </a:ext>
            </a:extLst>
          </p:cNvPr>
          <p:cNvSpPr>
            <a:spLocks xmlns:a="http://schemas.openxmlformats.org/drawingml/2006/main" noGrp="1"/>
          </p:cNvSpPr>
          <p:nvPr/>
        </p:nvSpPr>
        <p:spPr>
          <a:xfrm xmlns:a="http://schemas.openxmlformats.org/drawingml/2006/main">
            <a:off x="6546521" y="13865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公司B</a:t>
            </a:r>
          </a:p>
        </p:txBody>
      </p:sp>
      <p:sp>
        <p:nvSpPr>
          <p:cNvPr id="21" name="pdf-text-0021">
            <a:extLst xmlns:a="http://schemas.openxmlformats.org/drawingml/2006/main">
              <a:ext uri="{FF2B5EF4-FFF2-40B4-BE49-F238E27FC236}">
                <a16:creationId xmlns:a16="http://schemas.microsoft.com/office/drawing/2014/main" id="{D25F747C-A8C2-4809-8752-39451275CB92}"/>
              </a:ext>
            </a:extLst>
          </p:cNvPr>
          <p:cNvSpPr>
            <a:spLocks xmlns:a="http://schemas.openxmlformats.org/drawingml/2006/main" noGrp="1"/>
          </p:cNvSpPr>
          <p:nvPr/>
        </p:nvSpPr>
        <p:spPr>
          <a:xfrm xmlns:a="http://schemas.openxmlformats.org/drawingml/2006/main">
            <a:off x="9871828" y="13865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轻蜓光电</a:t>
            </a:r>
          </a:p>
        </p:txBody>
      </p:sp>
      <p:sp>
        <p:nvSpPr>
          <p:cNvPr id="22" name="pdf-text-0022">
            <a:extLst xmlns:a="http://schemas.openxmlformats.org/drawingml/2006/main">
              <a:ext uri="{FF2B5EF4-FFF2-40B4-BE49-F238E27FC236}">
                <a16:creationId xmlns:a16="http://schemas.microsoft.com/office/drawing/2014/main" id="{0C1E3DCA-71CC-44AC-A70A-D5EA244EAF6F}"/>
              </a:ext>
            </a:extLst>
          </p:cNvPr>
          <p:cNvSpPr>
            <a:spLocks xmlns:a="http://schemas.openxmlformats.org/drawingml/2006/main" noGrp="1"/>
          </p:cNvSpPr>
          <p:nvPr/>
        </p:nvSpPr>
        <p:spPr>
          <a:xfrm xmlns:a="http://schemas.openxmlformats.org/drawingml/2006/main">
            <a:off x="716771" y="1871654"/>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成立时间</a:t>
            </a:r>
          </a:p>
        </p:txBody>
      </p:sp>
      <p:sp>
        <p:nvSpPr>
          <p:cNvPr id="23" name="pdf-text-0023">
            <a:extLst xmlns:a="http://schemas.openxmlformats.org/drawingml/2006/main">
              <a:ext uri="{FF2B5EF4-FFF2-40B4-BE49-F238E27FC236}">
                <a16:creationId xmlns:a16="http://schemas.microsoft.com/office/drawing/2014/main" id="{2F599392-8538-4D90-AC06-F7020A882039}"/>
              </a:ext>
            </a:extLst>
          </p:cNvPr>
          <p:cNvSpPr>
            <a:spLocks xmlns:a="http://schemas.openxmlformats.org/drawingml/2006/main" noGrp="1"/>
          </p:cNvSpPr>
          <p:nvPr/>
        </p:nvSpPr>
        <p:spPr>
          <a:xfrm xmlns:a="http://schemas.openxmlformats.org/drawingml/2006/main">
            <a:off x="3068608" y="1871654"/>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2015年</a:t>
            </a:r>
          </a:p>
        </p:txBody>
      </p:sp>
      <p:sp>
        <p:nvSpPr>
          <p:cNvPr id="24" name="pdf-text-0024">
            <a:extLst xmlns:a="http://schemas.openxmlformats.org/drawingml/2006/main">
              <a:ext uri="{FF2B5EF4-FFF2-40B4-BE49-F238E27FC236}">
                <a16:creationId xmlns:a16="http://schemas.microsoft.com/office/drawing/2014/main" id="{A3C14E55-AA7A-4C0B-B127-61BBC67F118F}"/>
              </a:ext>
            </a:extLst>
          </p:cNvPr>
          <p:cNvSpPr>
            <a:spLocks xmlns:a="http://schemas.openxmlformats.org/drawingml/2006/main" noGrp="1"/>
          </p:cNvSpPr>
          <p:nvPr/>
        </p:nvSpPr>
        <p:spPr>
          <a:xfrm xmlns:a="http://schemas.openxmlformats.org/drawingml/2006/main">
            <a:off x="6508276" y="1871654"/>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2023年</a:t>
            </a:r>
          </a:p>
        </p:txBody>
      </p:sp>
      <p:sp>
        <p:nvSpPr>
          <p:cNvPr id="25" name="pdf-text-0025">
            <a:extLst xmlns:a="http://schemas.openxmlformats.org/drawingml/2006/main">
              <a:ext uri="{FF2B5EF4-FFF2-40B4-BE49-F238E27FC236}">
                <a16:creationId xmlns:a16="http://schemas.microsoft.com/office/drawing/2014/main" id="{FEF58672-03DD-4316-AA6F-8776D3152C86}"/>
              </a:ext>
            </a:extLst>
          </p:cNvPr>
          <p:cNvSpPr>
            <a:spLocks xmlns:a="http://schemas.openxmlformats.org/drawingml/2006/main" noGrp="1"/>
          </p:cNvSpPr>
          <p:nvPr/>
        </p:nvSpPr>
        <p:spPr>
          <a:xfrm xmlns:a="http://schemas.openxmlformats.org/drawingml/2006/main">
            <a:off x="9947945" y="1871654"/>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2022年</a:t>
            </a:r>
          </a:p>
        </p:txBody>
      </p:sp>
      <p:sp>
        <p:nvSpPr>
          <p:cNvPr id="26" name="pdf-text-0026">
            <a:extLst xmlns:a="http://schemas.openxmlformats.org/drawingml/2006/main">
              <a:ext uri="{FF2B5EF4-FFF2-40B4-BE49-F238E27FC236}">
                <a16:creationId xmlns:a16="http://schemas.microsoft.com/office/drawing/2014/main" id="{4166381A-4557-4E8D-A821-034CC437FFB2}"/>
              </a:ext>
            </a:extLst>
          </p:cNvPr>
          <p:cNvSpPr>
            <a:spLocks xmlns:a="http://schemas.openxmlformats.org/drawingml/2006/main" noGrp="1"/>
          </p:cNvSpPr>
          <p:nvPr/>
        </p:nvSpPr>
        <p:spPr>
          <a:xfrm xmlns:a="http://schemas.openxmlformats.org/drawingml/2006/main">
            <a:off x="716924" y="2576504"/>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主要产品</a:t>
            </a:r>
          </a:p>
        </p:txBody>
      </p:sp>
      <p:sp>
        <p:nvSpPr>
          <p:cNvPr id="27" name="pdf-text-0027">
            <a:extLst xmlns:a="http://schemas.openxmlformats.org/drawingml/2006/main">
              <a:ext uri="{FF2B5EF4-FFF2-40B4-BE49-F238E27FC236}">
                <a16:creationId xmlns:a16="http://schemas.microsoft.com/office/drawing/2014/main" id="{3C71A2D4-AA67-4FB6-A602-6E98277AD8E5}"/>
              </a:ext>
            </a:extLst>
          </p:cNvPr>
          <p:cNvSpPr>
            <a:spLocks xmlns:a="http://schemas.openxmlformats.org/drawingml/2006/main" noGrp="1"/>
          </p:cNvSpPr>
          <p:nvPr/>
        </p:nvSpPr>
        <p:spPr>
          <a:xfrm xmlns:a="http://schemas.openxmlformats.org/drawingml/2006/main">
            <a:off x="1659061" y="2485064"/>
            <a:ext cx="331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主打28-45nm套刻量测设备，研发14nm及以下套刻</a:t>
            </a:r>
          </a:p>
        </p:txBody>
      </p:sp>
      <p:sp>
        <p:nvSpPr>
          <p:cNvPr id="28" name="pdf-text-0028">
            <a:extLst xmlns:a="http://schemas.openxmlformats.org/drawingml/2006/main">
              <a:ext uri="{FF2B5EF4-FFF2-40B4-BE49-F238E27FC236}">
                <a16:creationId xmlns:a16="http://schemas.microsoft.com/office/drawing/2014/main" id="{8AA8C477-67BD-40CF-BB59-A07F54A3A4C2}"/>
              </a:ext>
            </a:extLst>
          </p:cNvPr>
          <p:cNvSpPr>
            <a:spLocks xmlns:a="http://schemas.openxmlformats.org/drawingml/2006/main" noGrp="1"/>
          </p:cNvSpPr>
          <p:nvPr/>
        </p:nvSpPr>
        <p:spPr>
          <a:xfrm xmlns:a="http://schemas.openxmlformats.org/drawingml/2006/main">
            <a:off x="2687761" y="2667944"/>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量测设备；2D AOI</a:t>
            </a:r>
          </a:p>
        </p:txBody>
      </p:sp>
      <p:sp>
        <p:nvSpPr>
          <p:cNvPr id="29" name="pdf-text-0029">
            <a:extLst xmlns:a="http://schemas.openxmlformats.org/drawingml/2006/main">
              <a:ext uri="{FF2B5EF4-FFF2-40B4-BE49-F238E27FC236}">
                <a16:creationId xmlns:a16="http://schemas.microsoft.com/office/drawing/2014/main" id="{1A097E93-0EB2-4013-921E-6A4A45B9C55F}"/>
              </a:ext>
            </a:extLst>
          </p:cNvPr>
          <p:cNvSpPr>
            <a:spLocks xmlns:a="http://schemas.openxmlformats.org/drawingml/2006/main" noGrp="1"/>
          </p:cNvSpPr>
          <p:nvPr/>
        </p:nvSpPr>
        <p:spPr>
          <a:xfrm xmlns:a="http://schemas.openxmlformats.org/drawingml/2006/main">
            <a:off x="5174929" y="2576504"/>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针对45nm及以上成熟制程的套刻量测、ADI设备</a:t>
            </a:r>
          </a:p>
        </p:txBody>
      </p:sp>
      <p:sp>
        <p:nvSpPr>
          <p:cNvPr id="30" name="pdf-text-0030">
            <a:extLst xmlns:a="http://schemas.openxmlformats.org/drawingml/2006/main">
              <a:ext uri="{FF2B5EF4-FFF2-40B4-BE49-F238E27FC236}">
                <a16:creationId xmlns:a16="http://schemas.microsoft.com/office/drawing/2014/main" id="{E5997BF2-C9EF-4B47-8248-A728C49A7D59}"/>
              </a:ext>
            </a:extLst>
          </p:cNvPr>
          <p:cNvSpPr>
            <a:spLocks xmlns:a="http://schemas.openxmlformats.org/drawingml/2006/main" noGrp="1"/>
          </p:cNvSpPr>
          <p:nvPr/>
        </p:nvSpPr>
        <p:spPr>
          <a:xfrm xmlns:a="http://schemas.openxmlformats.org/drawingml/2006/main">
            <a:off x="9071797" y="2576504"/>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亚微米级2D+3D光学缺陷检测设备</a:t>
            </a:r>
          </a:p>
        </p:txBody>
      </p:sp>
      <p:sp>
        <p:nvSpPr>
          <p:cNvPr id="31" name="pdf-text-0031">
            <a:extLst xmlns:a="http://schemas.openxmlformats.org/drawingml/2006/main">
              <a:ext uri="{FF2B5EF4-FFF2-40B4-BE49-F238E27FC236}">
                <a16:creationId xmlns:a16="http://schemas.microsoft.com/office/drawing/2014/main" id="{3B436081-DBB3-48A8-ADA0-80EFAEFD408D}"/>
              </a:ext>
            </a:extLst>
          </p:cNvPr>
          <p:cNvSpPr>
            <a:spLocks xmlns:a="http://schemas.openxmlformats.org/drawingml/2006/main" noGrp="1"/>
          </p:cNvSpPr>
          <p:nvPr/>
        </p:nvSpPr>
        <p:spPr>
          <a:xfrm xmlns:a="http://schemas.openxmlformats.org/drawingml/2006/main">
            <a:off x="717076" y="3347038"/>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应用场景</a:t>
            </a:r>
          </a:p>
        </p:txBody>
      </p:sp>
      <p:sp>
        <p:nvSpPr>
          <p:cNvPr id="32" name="pdf-text-0032">
            <a:extLst xmlns:a="http://schemas.openxmlformats.org/drawingml/2006/main">
              <a:ext uri="{FF2B5EF4-FFF2-40B4-BE49-F238E27FC236}">
                <a16:creationId xmlns:a16="http://schemas.microsoft.com/office/drawing/2014/main" id="{9E96B3D1-4639-469A-A757-99E2DF7E58E7}"/>
              </a:ext>
            </a:extLst>
          </p:cNvPr>
          <p:cNvSpPr>
            <a:spLocks xmlns:a="http://schemas.openxmlformats.org/drawingml/2006/main" noGrp="1"/>
          </p:cNvSpPr>
          <p:nvPr/>
        </p:nvSpPr>
        <p:spPr>
          <a:xfrm xmlns:a="http://schemas.openxmlformats.org/drawingml/2006/main">
            <a:off x="1697313" y="3255598"/>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以前道成熟制程和先进制程为主，兼容碳化硅和</a:t>
            </a:r>
          </a:p>
        </p:txBody>
      </p:sp>
      <p:sp>
        <p:nvSpPr>
          <p:cNvPr id="33" name="pdf-text-0033">
            <a:extLst xmlns:a="http://schemas.openxmlformats.org/drawingml/2006/main">
              <a:ext uri="{FF2B5EF4-FFF2-40B4-BE49-F238E27FC236}">
                <a16:creationId xmlns:a16="http://schemas.microsoft.com/office/drawing/2014/main" id="{3C5CA856-64BD-4EA8-A225-3EB846DC9008}"/>
              </a:ext>
            </a:extLst>
          </p:cNvPr>
          <p:cNvSpPr>
            <a:spLocks xmlns:a="http://schemas.openxmlformats.org/drawingml/2006/main" noGrp="1"/>
          </p:cNvSpPr>
          <p:nvPr/>
        </p:nvSpPr>
        <p:spPr>
          <a:xfrm xmlns:a="http://schemas.openxmlformats.org/drawingml/2006/main">
            <a:off x="2916513" y="3438478"/>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硅基半导体</a:t>
            </a:r>
          </a:p>
        </p:txBody>
      </p:sp>
      <p:sp>
        <p:nvSpPr>
          <p:cNvPr id="34" name="pdf-text-0034">
            <a:extLst xmlns:a="http://schemas.openxmlformats.org/drawingml/2006/main">
              <a:ext uri="{FF2B5EF4-FFF2-40B4-BE49-F238E27FC236}">
                <a16:creationId xmlns:a16="http://schemas.microsoft.com/office/drawing/2014/main" id="{B79886D4-E1AB-4DC8-A176-3E84EE5F4392}"/>
              </a:ext>
            </a:extLst>
          </p:cNvPr>
          <p:cNvSpPr>
            <a:spLocks xmlns:a="http://schemas.openxmlformats.org/drawingml/2006/main" noGrp="1"/>
          </p:cNvSpPr>
          <p:nvPr/>
        </p:nvSpPr>
        <p:spPr>
          <a:xfrm xmlns:a="http://schemas.openxmlformats.org/drawingml/2006/main">
            <a:off x="5136981" y="3347038"/>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化合物半导体（滤波器、碳化硅、显示芯片等）</a:t>
            </a:r>
          </a:p>
        </p:txBody>
      </p:sp>
      <p:sp>
        <p:nvSpPr>
          <p:cNvPr id="35" name="pdf-text-0035">
            <a:extLst xmlns:a="http://schemas.openxmlformats.org/drawingml/2006/main">
              <a:ext uri="{FF2B5EF4-FFF2-40B4-BE49-F238E27FC236}">
                <a16:creationId xmlns:a16="http://schemas.microsoft.com/office/drawing/2014/main" id="{F74D6935-B5C8-4E62-8CBE-5DD2CA742DB2}"/>
              </a:ext>
            </a:extLst>
          </p:cNvPr>
          <p:cNvSpPr>
            <a:spLocks xmlns:a="http://schemas.openxmlformats.org/drawingml/2006/main" noGrp="1"/>
          </p:cNvSpPr>
          <p:nvPr/>
        </p:nvSpPr>
        <p:spPr>
          <a:xfrm xmlns:a="http://schemas.openxmlformats.org/drawingml/2006/main">
            <a:off x="8957649" y="3347038"/>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PCBA、功率器件、光模块、先进封装</a:t>
            </a:r>
          </a:p>
        </p:txBody>
      </p:sp>
      <p:sp>
        <p:nvSpPr>
          <p:cNvPr id="36" name="pdf-text-0036">
            <a:extLst xmlns:a="http://schemas.openxmlformats.org/drawingml/2006/main">
              <a:ext uri="{FF2B5EF4-FFF2-40B4-BE49-F238E27FC236}">
                <a16:creationId xmlns:a16="http://schemas.microsoft.com/office/drawing/2014/main" id="{81DE3576-B4CF-44EA-A36D-252E4566ACBF}"/>
              </a:ext>
            </a:extLst>
          </p:cNvPr>
          <p:cNvSpPr>
            <a:spLocks xmlns:a="http://schemas.openxmlformats.org/drawingml/2006/main" noGrp="1"/>
          </p:cNvSpPr>
          <p:nvPr/>
        </p:nvSpPr>
        <p:spPr>
          <a:xfrm xmlns:a="http://schemas.openxmlformats.org/drawingml/2006/main">
            <a:off x="717228" y="4117572"/>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财务数据</a:t>
            </a:r>
          </a:p>
        </p:txBody>
      </p:sp>
      <p:sp>
        <p:nvSpPr>
          <p:cNvPr id="37" name="pdf-text-0037">
            <a:extLst xmlns:a="http://schemas.openxmlformats.org/drawingml/2006/main">
              <a:ext uri="{FF2B5EF4-FFF2-40B4-BE49-F238E27FC236}">
                <a16:creationId xmlns:a16="http://schemas.microsoft.com/office/drawing/2014/main" id="{70776476-F402-41C8-870B-623F8972D052}"/>
              </a:ext>
            </a:extLst>
          </p:cNvPr>
          <p:cNvSpPr>
            <a:spLocks xmlns:a="http://schemas.openxmlformats.org/drawingml/2006/main" noGrp="1"/>
          </p:cNvSpPr>
          <p:nvPr/>
        </p:nvSpPr>
        <p:spPr>
          <a:xfrm xmlns:a="http://schemas.openxmlformats.org/drawingml/2006/main">
            <a:off x="1659365" y="3934692"/>
            <a:ext cx="331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25年实现订单金额1亿，收入4500万，毛利率3%，</a:t>
            </a:r>
          </a:p>
        </p:txBody>
      </p:sp>
      <p:sp>
        <p:nvSpPr>
          <p:cNvPr id="38" name="pdf-text-0038">
            <a:extLst xmlns:a="http://schemas.openxmlformats.org/drawingml/2006/main">
              <a:ext uri="{FF2B5EF4-FFF2-40B4-BE49-F238E27FC236}">
                <a16:creationId xmlns:a16="http://schemas.microsoft.com/office/drawing/2014/main" id="{2EDB3A4E-26DD-497F-8CAF-C372A27F55C3}"/>
              </a:ext>
            </a:extLst>
          </p:cNvPr>
          <p:cNvSpPr>
            <a:spLocks xmlns:a="http://schemas.openxmlformats.org/drawingml/2006/main" noGrp="1"/>
          </p:cNvSpPr>
          <p:nvPr/>
        </p:nvSpPr>
        <p:spPr>
          <a:xfrm xmlns:a="http://schemas.openxmlformats.org/drawingml/2006/main">
            <a:off x="2726165" y="4117572"/>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净利润-6500万；</a:t>
            </a:r>
          </a:p>
        </p:txBody>
      </p:sp>
      <p:sp>
        <p:nvSpPr>
          <p:cNvPr id="39" name="pdf-text-0039">
            <a:extLst xmlns:a="http://schemas.openxmlformats.org/drawingml/2006/main">
              <a:ext uri="{FF2B5EF4-FFF2-40B4-BE49-F238E27FC236}">
                <a16:creationId xmlns:a16="http://schemas.microsoft.com/office/drawing/2014/main" id="{AE5829A0-AB8F-4829-BFAD-4D7C256DF414}"/>
              </a:ext>
            </a:extLst>
          </p:cNvPr>
          <p:cNvSpPr>
            <a:spLocks xmlns:a="http://schemas.openxmlformats.org/drawingml/2006/main" noGrp="1"/>
          </p:cNvSpPr>
          <p:nvPr/>
        </p:nvSpPr>
        <p:spPr>
          <a:xfrm xmlns:a="http://schemas.openxmlformats.org/drawingml/2006/main">
            <a:off x="1926065" y="4300452"/>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26年预计实现订单金额2.5亿，收入1.3亿</a:t>
            </a:r>
          </a:p>
        </p:txBody>
      </p:sp>
      <p:sp>
        <p:nvSpPr>
          <p:cNvPr id="40" name="pdf-text-0040">
            <a:extLst xmlns:a="http://schemas.openxmlformats.org/drawingml/2006/main">
              <a:ext uri="{FF2B5EF4-FFF2-40B4-BE49-F238E27FC236}">
                <a16:creationId xmlns:a16="http://schemas.microsoft.com/office/drawing/2014/main" id="{ED343247-CD13-45B0-BACC-B2C3803C79FC}"/>
              </a:ext>
            </a:extLst>
          </p:cNvPr>
          <p:cNvSpPr>
            <a:spLocks xmlns:a="http://schemas.openxmlformats.org/drawingml/2006/main" noGrp="1"/>
          </p:cNvSpPr>
          <p:nvPr/>
        </p:nvSpPr>
        <p:spPr>
          <a:xfrm xmlns:a="http://schemas.openxmlformats.org/drawingml/2006/main">
            <a:off x="5099033" y="3934692"/>
            <a:ext cx="331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25年实现订单金额3500万，收入2000万，净利润-</a:t>
            </a:r>
          </a:p>
        </p:txBody>
      </p:sp>
      <p:sp>
        <p:nvSpPr>
          <p:cNvPr id="41" name="pdf-text-0041">
            <a:extLst xmlns:a="http://schemas.openxmlformats.org/drawingml/2006/main">
              <a:ext uri="{FF2B5EF4-FFF2-40B4-BE49-F238E27FC236}">
                <a16:creationId xmlns:a16="http://schemas.microsoft.com/office/drawing/2014/main" id="{37953BA9-3705-42A1-AC94-780DB6161731}"/>
              </a:ext>
            </a:extLst>
          </p:cNvPr>
          <p:cNvSpPr>
            <a:spLocks xmlns:a="http://schemas.openxmlformats.org/drawingml/2006/main" noGrp="1"/>
          </p:cNvSpPr>
          <p:nvPr/>
        </p:nvSpPr>
        <p:spPr>
          <a:xfrm xmlns:a="http://schemas.openxmlformats.org/drawingml/2006/main">
            <a:off x="6470633" y="4117572"/>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900万；</a:t>
            </a:r>
          </a:p>
        </p:txBody>
      </p:sp>
      <p:sp>
        <p:nvSpPr>
          <p:cNvPr id="42" name="pdf-text-0042">
            <a:extLst xmlns:a="http://schemas.openxmlformats.org/drawingml/2006/main">
              <a:ext uri="{FF2B5EF4-FFF2-40B4-BE49-F238E27FC236}">
                <a16:creationId xmlns:a16="http://schemas.microsoft.com/office/drawing/2014/main" id="{011EF391-99F4-4309-83DC-41DB24BA9185}"/>
              </a:ext>
            </a:extLst>
          </p:cNvPr>
          <p:cNvSpPr>
            <a:spLocks xmlns:a="http://schemas.openxmlformats.org/drawingml/2006/main" noGrp="1"/>
          </p:cNvSpPr>
          <p:nvPr/>
        </p:nvSpPr>
        <p:spPr>
          <a:xfrm xmlns:a="http://schemas.openxmlformats.org/drawingml/2006/main">
            <a:off x="5289533" y="4300452"/>
            <a:ext cx="293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26年预计实现订单金额8000万，收入4000万</a:t>
            </a:r>
          </a:p>
        </p:txBody>
      </p:sp>
      <p:sp>
        <p:nvSpPr>
          <p:cNvPr id="43" name="pdf-text-0043">
            <a:extLst xmlns:a="http://schemas.openxmlformats.org/drawingml/2006/main">
              <a:ext uri="{FF2B5EF4-FFF2-40B4-BE49-F238E27FC236}">
                <a16:creationId xmlns:a16="http://schemas.microsoft.com/office/drawing/2014/main" id="{606ED188-4A5E-4990-81EB-5D77B9B856EA}"/>
              </a:ext>
            </a:extLst>
          </p:cNvPr>
          <p:cNvSpPr>
            <a:spLocks xmlns:a="http://schemas.openxmlformats.org/drawingml/2006/main" noGrp="1"/>
          </p:cNvSpPr>
          <p:nvPr/>
        </p:nvSpPr>
        <p:spPr>
          <a:xfrm xmlns:a="http://schemas.openxmlformats.org/drawingml/2006/main">
            <a:off x="8538700" y="3934692"/>
            <a:ext cx="331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25年实现订单金额1.16亿，收入7337万，净利润-</a:t>
            </a:r>
          </a:p>
        </p:txBody>
      </p:sp>
      <p:sp>
        <p:nvSpPr>
          <p:cNvPr id="44" name="pdf-text-0044">
            <a:extLst xmlns:a="http://schemas.openxmlformats.org/drawingml/2006/main">
              <a:ext uri="{FF2B5EF4-FFF2-40B4-BE49-F238E27FC236}">
                <a16:creationId xmlns:a16="http://schemas.microsoft.com/office/drawing/2014/main" id="{A7690087-CC03-4C78-B475-77E18BBD79FC}"/>
              </a:ext>
            </a:extLst>
          </p:cNvPr>
          <p:cNvSpPr>
            <a:spLocks xmlns:a="http://schemas.openxmlformats.org/drawingml/2006/main" noGrp="1"/>
          </p:cNvSpPr>
          <p:nvPr/>
        </p:nvSpPr>
        <p:spPr>
          <a:xfrm xmlns:a="http://schemas.openxmlformats.org/drawingml/2006/main">
            <a:off x="9910300" y="4117572"/>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118万；</a:t>
            </a:r>
          </a:p>
        </p:txBody>
      </p:sp>
      <p:sp>
        <p:nvSpPr>
          <p:cNvPr id="45" name="pdf-text-0045">
            <a:extLst xmlns:a="http://schemas.openxmlformats.org/drawingml/2006/main">
              <a:ext uri="{FF2B5EF4-FFF2-40B4-BE49-F238E27FC236}">
                <a16:creationId xmlns:a16="http://schemas.microsoft.com/office/drawing/2014/main" id="{AFA61753-65F3-424F-A45A-7F0AB6F1159A}"/>
              </a:ext>
            </a:extLst>
          </p:cNvPr>
          <p:cNvSpPr>
            <a:spLocks xmlns:a="http://schemas.openxmlformats.org/drawingml/2006/main" noGrp="1"/>
          </p:cNvSpPr>
          <p:nvPr/>
        </p:nvSpPr>
        <p:spPr>
          <a:xfrm xmlns:a="http://schemas.openxmlformats.org/drawingml/2006/main">
            <a:off x="8767300" y="4300452"/>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26年预计实现收入1.3亿，并实现盈亏平衡</a:t>
            </a:r>
          </a:p>
        </p:txBody>
      </p:sp>
      <p:sp>
        <p:nvSpPr>
          <p:cNvPr id="46" name="pdf-text-0046">
            <a:extLst xmlns:a="http://schemas.openxmlformats.org/drawingml/2006/main">
              <a:ext uri="{FF2B5EF4-FFF2-40B4-BE49-F238E27FC236}">
                <a16:creationId xmlns:a16="http://schemas.microsoft.com/office/drawing/2014/main" id="{F7645702-B4BA-4159-B9CD-325884EE1A60}"/>
              </a:ext>
            </a:extLst>
          </p:cNvPr>
          <p:cNvSpPr>
            <a:spLocks xmlns:a="http://schemas.openxmlformats.org/drawingml/2006/main" noGrp="1"/>
          </p:cNvSpPr>
          <p:nvPr/>
        </p:nvSpPr>
        <p:spPr>
          <a:xfrm xmlns:a="http://schemas.openxmlformats.org/drawingml/2006/main">
            <a:off x="869780" y="476771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估值</a:t>
            </a:r>
          </a:p>
        </p:txBody>
      </p:sp>
      <p:sp>
        <p:nvSpPr>
          <p:cNvPr id="47" name="pdf-text-0047">
            <a:extLst xmlns:a="http://schemas.openxmlformats.org/drawingml/2006/main">
              <a:ext uri="{FF2B5EF4-FFF2-40B4-BE49-F238E27FC236}">
                <a16:creationId xmlns:a16="http://schemas.microsoft.com/office/drawing/2014/main" id="{D4BD2D91-8F49-4A53-A3D1-6646C5F4EF06}"/>
              </a:ext>
            </a:extLst>
          </p:cNvPr>
          <p:cNvSpPr>
            <a:spLocks xmlns:a="http://schemas.openxmlformats.org/drawingml/2006/main" noGrp="1"/>
          </p:cNvSpPr>
          <p:nvPr/>
        </p:nvSpPr>
        <p:spPr>
          <a:xfrm xmlns:a="http://schemas.openxmlformats.org/drawingml/2006/main">
            <a:off x="3145417" y="476771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10亿</a:t>
            </a:r>
          </a:p>
        </p:txBody>
      </p:sp>
      <p:sp>
        <p:nvSpPr>
          <p:cNvPr id="48" name="pdf-text-0048">
            <a:extLst xmlns:a="http://schemas.openxmlformats.org/drawingml/2006/main">
              <a:ext uri="{FF2B5EF4-FFF2-40B4-BE49-F238E27FC236}">
                <a16:creationId xmlns:a16="http://schemas.microsoft.com/office/drawing/2014/main" id="{B7D7A622-1C98-4057-A6FD-3689F997B3CB}"/>
              </a:ext>
            </a:extLst>
          </p:cNvPr>
          <p:cNvSpPr>
            <a:spLocks xmlns:a="http://schemas.openxmlformats.org/drawingml/2006/main" noGrp="1"/>
          </p:cNvSpPr>
          <p:nvPr/>
        </p:nvSpPr>
        <p:spPr>
          <a:xfrm xmlns:a="http://schemas.openxmlformats.org/drawingml/2006/main">
            <a:off x="6623185" y="476771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4亿</a:t>
            </a:r>
          </a:p>
        </p:txBody>
      </p:sp>
      <p:sp>
        <p:nvSpPr>
          <p:cNvPr id="49" name="pdf-text-0049">
            <a:extLst xmlns:a="http://schemas.openxmlformats.org/drawingml/2006/main">
              <a:ext uri="{FF2B5EF4-FFF2-40B4-BE49-F238E27FC236}">
                <a16:creationId xmlns:a16="http://schemas.microsoft.com/office/drawing/2014/main" id="{01547E82-99A5-4C41-B8A9-2E7385A2F644}"/>
              </a:ext>
            </a:extLst>
          </p:cNvPr>
          <p:cNvSpPr>
            <a:spLocks xmlns:a="http://schemas.openxmlformats.org/drawingml/2006/main" noGrp="1"/>
          </p:cNvSpPr>
          <p:nvPr/>
        </p:nvSpPr>
        <p:spPr>
          <a:xfrm xmlns:a="http://schemas.openxmlformats.org/drawingml/2006/main">
            <a:off x="9948552" y="476771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2.85亿</a:t>
            </a:r>
          </a:p>
        </p:txBody>
      </p:sp>
      <p:sp>
        <p:nvSpPr>
          <p:cNvPr id="50" name="pdf-text-0050">
            <a:extLst xmlns:a="http://schemas.openxmlformats.org/drawingml/2006/main">
              <a:ext uri="{FF2B5EF4-FFF2-40B4-BE49-F238E27FC236}">
                <a16:creationId xmlns:a16="http://schemas.microsoft.com/office/drawing/2014/main" id="{569AD7ED-CFD8-46E5-8D36-4CE78C8966E0}"/>
              </a:ext>
            </a:extLst>
          </p:cNvPr>
          <p:cNvSpPr>
            <a:spLocks xmlns:a="http://schemas.openxmlformats.org/drawingml/2006/main" noGrp="1"/>
          </p:cNvSpPr>
          <p:nvPr/>
        </p:nvSpPr>
        <p:spPr>
          <a:xfrm xmlns:a="http://schemas.openxmlformats.org/drawingml/2006/main">
            <a:off x="1221600" y="5408408"/>
            <a:ext cx="951713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国内创业公司等在特定细分领域有深度布局，但产品线相对单一，同时面临核心零部件进口依赖高的问题。大部分创业公司以前道</a:t>
            </a:r>
          </a:p>
        </p:txBody>
      </p:sp>
      <p:sp>
        <p:nvSpPr>
          <p:cNvPr id="51" name="pdf-text-0051">
            <a:extLst xmlns:a="http://schemas.openxmlformats.org/drawingml/2006/main">
              <a:ext uri="{FF2B5EF4-FFF2-40B4-BE49-F238E27FC236}">
                <a16:creationId xmlns:a16="http://schemas.microsoft.com/office/drawing/2014/main" id="{B2241F49-AF47-43C2-B9CE-05782C04FA21}"/>
              </a:ext>
            </a:extLst>
          </p:cNvPr>
          <p:cNvSpPr>
            <a:spLocks xmlns:a="http://schemas.openxmlformats.org/drawingml/2006/main" noGrp="1"/>
          </p:cNvSpPr>
          <p:nvPr/>
        </p:nvSpPr>
        <p:spPr>
          <a:xfrm xmlns:a="http://schemas.openxmlformats.org/drawingml/2006/main">
            <a:off x="1221600" y="5665995"/>
            <a:ext cx="8456820"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先进制程为主要应用场景，但前道制程客户测试条件严苛、测试周期长、竞争激烈，对初创企业有较大的资金压力。</a:t>
            </a:r>
          </a:p>
        </p:txBody>
      </p:sp>
      <p:sp>
        <p:nvSpPr>
          <p:cNvPr id="52" name="pdf-text-0052">
            <a:extLst xmlns:a="http://schemas.openxmlformats.org/drawingml/2006/main">
              <a:ext uri="{FF2B5EF4-FFF2-40B4-BE49-F238E27FC236}">
                <a16:creationId xmlns:a16="http://schemas.microsoft.com/office/drawing/2014/main" id="{08A409C6-E626-489B-A239-F3D9DD41004D}"/>
              </a:ext>
            </a:extLst>
          </p:cNvPr>
          <p:cNvSpPr>
            <a:spLocks xmlns:a="http://schemas.openxmlformats.org/drawingml/2006/main" noGrp="1"/>
          </p:cNvSpPr>
          <p:nvPr/>
        </p:nvSpPr>
        <p:spPr>
          <a:xfrm xmlns:a="http://schemas.openxmlformats.org/drawingml/2006/main">
            <a:off x="1221765" y="6068422"/>
            <a:ext cx="951782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轻蜓光电以其AI和光学自研技术优势，在 SMT/IGBT领域出货量领先，并抓住AI算力风口，快速切入高增长的光模块、先进封装市</a:t>
            </a:r>
          </a:p>
        </p:txBody>
      </p:sp>
      <p:sp>
        <p:nvSpPr>
          <p:cNvPr id="53" name="pdf-text-0053">
            <a:extLst xmlns:a="http://schemas.openxmlformats.org/drawingml/2006/main">
              <a:ext uri="{FF2B5EF4-FFF2-40B4-BE49-F238E27FC236}">
                <a16:creationId xmlns:a16="http://schemas.microsoft.com/office/drawing/2014/main" id="{58F42E4A-6E7E-4F78-831B-CAA527F3320F}"/>
              </a:ext>
            </a:extLst>
          </p:cNvPr>
          <p:cNvSpPr>
            <a:spLocks xmlns:a="http://schemas.openxmlformats.org/drawingml/2006/main" noGrp="1"/>
          </p:cNvSpPr>
          <p:nvPr/>
        </p:nvSpPr>
        <p:spPr>
          <a:xfrm xmlns:a="http://schemas.openxmlformats.org/drawingml/2006/main">
            <a:off x="1222259" y="6326009"/>
            <a:ext cx="1853188"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000000"/>
                </a:solidFill>
                <a:latin typeface="KaiTi"/>
                <a:ea typeface="KaiTi"/>
                <a:cs typeface="KaiTi"/>
              </a:defRPr>
            </a:pPr>
            <a:r>
              <a:rPr sz="1296" b="0" i="0">
                <a:solidFill>
                  <a:srgbClr val="000000"/>
                </a:solidFill>
                <a:latin typeface="KaiTi"/>
                <a:ea typeface="KaiTi"/>
                <a:cs typeface="KaiTi"/>
              </a:rPr>
              <a:t>场，获得头部客户认可。</a:t>
            </a:r>
          </a:p>
        </p:txBody>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089d717df2e2491f"/>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55" name="pdf-text-0055">
            <a:extLst xmlns:a="http://schemas.openxmlformats.org/drawingml/2006/main">
              <a:ext uri="{FF2B5EF4-FFF2-40B4-BE49-F238E27FC236}">
                <a16:creationId xmlns:a16="http://schemas.microsoft.com/office/drawing/2014/main" id="{A61B000D-16A4-45E3-8822-A64812B55753}"/>
              </a:ext>
            </a:extLst>
          </p:cNvPr>
          <p:cNvSpPr>
            <a:spLocks xmlns:a="http://schemas.openxmlformats.org/drawingml/2006/main" noGrp="1"/>
          </p:cNvSpPr>
          <p:nvPr/>
        </p:nvSpPr>
        <p:spPr>
          <a:xfrm xmlns:a="http://schemas.openxmlformats.org/drawingml/2006/main">
            <a:off x="625592" y="324053"/>
            <a:ext cx="340614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竞争对比：国内创业公司</a:t>
            </a:r>
          </a:p>
        </p:txBody>
      </p:sp>
      <p:sp>
        <p:nvSpPr>
          <p:cNvPr id="56" name="pdf-vector-0056">
            <a:extLst xmlns:a="http://schemas.openxmlformats.org/drawingml/2006/main">
              <a:ext uri="{FF2B5EF4-FFF2-40B4-BE49-F238E27FC236}">
                <a16:creationId xmlns:a16="http://schemas.microsoft.com/office/drawing/2014/main" id="{D9E1E8A9-6554-40F0-A965-91DEF6FA5C02}"/>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57" name="pdf-vector-0057">
            <a:extLst xmlns:a="http://schemas.openxmlformats.org/drawingml/2006/main">
              <a:ext uri="{FF2B5EF4-FFF2-40B4-BE49-F238E27FC236}">
                <a16:creationId xmlns:a16="http://schemas.microsoft.com/office/drawing/2014/main" id="{0C57F32A-6F1D-4A56-9E49-D03547388237}"/>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Tree>
    <p:extLst>
      <p:ext uri="{BB962C8B-B14F-4D97-AF65-F5344CB8AC3E}">
        <p14:creationId xmlns:p14="http://schemas.microsoft.com/office/powerpoint/2010/main" val="159698543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df-vector-0001">
            <a:extLst xmlns:a="http://schemas.openxmlformats.org/drawingml/2006/main">
              <a:ext uri="{FF2B5EF4-FFF2-40B4-BE49-F238E27FC236}">
                <a16:creationId xmlns:a16="http://schemas.microsoft.com/office/drawing/2014/main" id="{CB5778D0-7FFB-4B69-B586-960C104FF7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6be2176fe90499b"/>
          <a:srcRect xmlns:a="http://schemas.openxmlformats.org/drawingml/2006/main" l="0" t="179" r="0" b="179"/>
          <a:stretch xmlns:a="http://schemas.openxmlformats.org/drawingml/2006/main">
            <a:fillRect l="0" t="0" r="0" b="0"/>
          </a:stretch>
        </p:blipFill>
        <p:spPr>
          <a:xfrm xmlns:a="http://schemas.openxmlformats.org/drawingml/2006/main">
            <a:off x="9978765" y="245716"/>
            <a:ext cx="1756035" cy="414631"/>
          </a:xfrm>
          <a:prstGeom xmlns:a="http://schemas.openxmlformats.org/drawingml/2006/main" prst="rect">
            <a:avLst/>
          </a:prstGeom>
        </p:spPr>
      </p:pic>
      <p:sp>
        <p:nvSpPr>
          <p:cNvPr id="3" name="pdf-text-0003">
            <a:extLst xmlns:a="http://schemas.openxmlformats.org/drawingml/2006/main">
              <a:ext uri="{FF2B5EF4-FFF2-40B4-BE49-F238E27FC236}">
                <a16:creationId xmlns:a16="http://schemas.microsoft.com/office/drawing/2014/main" id="{4194447B-388A-4CA8-8163-383C69AD34C8}"/>
              </a:ext>
            </a:extLst>
          </p:cNvPr>
          <p:cNvSpPr>
            <a:spLocks xmlns:a="http://schemas.openxmlformats.org/drawingml/2006/main" noGrp="1"/>
          </p:cNvSpPr>
          <p:nvPr/>
        </p:nvSpPr>
        <p:spPr>
          <a:xfrm xmlns:a="http://schemas.openxmlformats.org/drawingml/2006/main">
            <a:off x="1130174" y="2974909"/>
            <a:ext cx="12664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70C0"/>
                </a:solidFill>
                <a:latin typeface="KaiTi"/>
                <a:ea typeface="KaiTi"/>
                <a:cs typeface="KaiTi"/>
              </a:defRPr>
            </a:pPr>
            <a:r>
              <a:rPr sz="4800" b="0" i="0">
                <a:solidFill>
                  <a:srgbClr val="0070C0"/>
                </a:solidFill>
                <a:latin typeface="KaiTi"/>
                <a:ea typeface="KaiTi"/>
                <a:cs typeface="KaiTi"/>
              </a:rPr>
              <a:t>05. </a:t>
            </a:r>
          </a:p>
        </p:txBody>
      </p:sp>
      <p:sp>
        <p:nvSpPr>
          <p:cNvPr id="4" name="pdf-text-0004">
            <a:extLst xmlns:a="http://schemas.openxmlformats.org/drawingml/2006/main">
              <a:ext uri="{FF2B5EF4-FFF2-40B4-BE49-F238E27FC236}">
                <a16:creationId xmlns:a16="http://schemas.microsoft.com/office/drawing/2014/main" id="{1A2D0E25-AB65-4109-A41C-2653317F6BD4}"/>
              </a:ext>
            </a:extLst>
          </p:cNvPr>
          <p:cNvSpPr>
            <a:spLocks xmlns:a="http://schemas.openxmlformats.org/drawingml/2006/main" noGrp="1"/>
          </p:cNvSpPr>
          <p:nvPr/>
        </p:nvSpPr>
        <p:spPr>
          <a:xfrm xmlns:a="http://schemas.openxmlformats.org/drawingml/2006/main">
            <a:off x="2361566" y="2974909"/>
            <a:ext cx="2485644"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800" b="0" i="0">
                <a:solidFill>
                  <a:srgbClr val="000000"/>
                </a:solidFill>
                <a:latin typeface="KaiTi"/>
                <a:ea typeface="KaiTi"/>
                <a:cs typeface="KaiTi"/>
              </a:defRPr>
            </a:pPr>
            <a:r>
              <a:rPr sz="4800" b="0" i="0">
                <a:solidFill>
                  <a:srgbClr val="000000"/>
                </a:solidFill>
                <a:latin typeface="KaiTi"/>
                <a:ea typeface="KaiTi"/>
                <a:cs typeface="KaiTi"/>
              </a:rPr>
              <a:t>投资方案</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26e936eb4c94ac8"/>
          <a:srcRect xmlns:a="http://schemas.openxmlformats.org/drawingml/2006/main" l="23664" t="0" r="23664" b="0"/>
          <a:stretch xmlns:a="http://schemas.openxmlformats.org/drawingml/2006/main">
            <a:fillRect l="0" t="0" r="0" b="0"/>
          </a:stretch>
        </p:blipFill>
        <p:spPr>
          <a:xfrm xmlns:a="http://schemas.openxmlformats.org/drawingml/2006/main">
            <a:off x="6654798" y="1"/>
            <a:ext cx="5537199" cy="6857999"/>
          </a:xfrm>
          <a:prstGeom xmlns:a="http://schemas.openxmlformats.org/drawingml/2006/main" prst="rect">
            <a:avLst/>
          </a:prstGeom>
        </p:spPr>
      </p:pic>
      <p:sp>
        <p:nvSpPr>
          <p:cNvPr id="6" name="pdf-vector-0006">
            <a:extLst xmlns:a="http://schemas.openxmlformats.org/drawingml/2006/main">
              <a:ext uri="{FF2B5EF4-FFF2-40B4-BE49-F238E27FC236}">
                <a16:creationId xmlns:a16="http://schemas.microsoft.com/office/drawing/2014/main" id="{AD50CA9C-79DD-4FB6-8268-284EA8DD4894}"/>
              </a:ext>
            </a:extLst>
          </p:cNvPr>
          <p:cNvSpPr>
            <a:spLocks xmlns:a="http://schemas.openxmlformats.org/drawingml/2006/main" noGrp="1"/>
          </p:cNvSpPr>
          <p:nvPr/>
        </p:nvSpPr>
        <p:spPr>
          <a:xfrm xmlns:a="http://schemas.openxmlformats.org/drawingml/2006/main">
            <a:off x="6460757" y="0"/>
            <a:ext cx="5731243" cy="6858000"/>
          </a:xfrm>
          <a:prstGeom xmlns:a="http://schemas.openxmlformats.org/drawingml/2006/main" prst="rect">
            <a:avLst/>
          </a:prstGeom>
          <a:solidFill xmlns:a="http://schemas.openxmlformats.org/drawingml/2006/main">
            <a:srgbClr val="FFFFFF">
              <a:alpha val="15000"/>
            </a:srgbClr>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836a0d5843b42ac"/>
          <a:srcRect xmlns:a="http://schemas.openxmlformats.org/drawingml/2006/main" l="305" t="0" r="305" b="0"/>
          <a:stretch xmlns:a="http://schemas.openxmlformats.org/drawingml/2006/main">
            <a:fillRect l="0" t="0" r="0" b="0"/>
          </a:stretch>
        </p:blipFill>
        <p:spPr>
          <a:xfrm xmlns:a="http://schemas.openxmlformats.org/drawingml/2006/main">
            <a:off x="8078036" y="2590800"/>
            <a:ext cx="2690726" cy="1042032"/>
          </a:xfrm>
          <a:prstGeom xmlns:a="http://schemas.openxmlformats.org/drawingml/2006/main" prst="rect">
            <a:avLst/>
          </a:prstGeom>
        </p:spPr>
      </p:pic>
    </p:spTree>
    <p:extLst>
      <p:ext uri="{BB962C8B-B14F-4D97-AF65-F5344CB8AC3E}">
        <p14:creationId xmlns:p14="http://schemas.microsoft.com/office/powerpoint/2010/main" val="165080336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df-vector-0001">
            <a:extLst xmlns:a="http://schemas.openxmlformats.org/drawingml/2006/main">
              <a:ext uri="{FF2B5EF4-FFF2-40B4-BE49-F238E27FC236}">
                <a16:creationId xmlns:a16="http://schemas.microsoft.com/office/drawing/2014/main" id="{6E8C7769-832B-488B-B86E-CE30A6C05886}"/>
              </a:ext>
            </a:extLst>
          </p:cNvPr>
          <p:cNvSpPr>
            <a:spLocks xmlns:a="http://schemas.openxmlformats.org/drawingml/2006/main" noGrp="1"/>
          </p:cNvSpPr>
          <p:nvPr/>
        </p:nvSpPr>
        <p:spPr>
          <a:xfrm xmlns:a="http://schemas.openxmlformats.org/drawingml/2006/main">
            <a:off x="436905" y="1305636"/>
            <a:ext cx="1743355" cy="344843"/>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d7692d1c1d8f41cc"/>
          <a:srcRect xmlns:a="http://schemas.openxmlformats.org/drawingml/2006/main" l="0" t="0" r="0" b="0"/>
          <a:stretch xmlns:a="http://schemas.openxmlformats.org/drawingml/2006/main">
            <a:fillRect l="0" t="0" r="0" b="0"/>
          </a:stretch>
        </p:blipFill>
        <p:spPr>
          <a:xfrm xmlns:a="http://schemas.openxmlformats.org/drawingml/2006/main">
            <a:off x="431800" y="3810000"/>
            <a:ext cx="1816100" cy="38100"/>
          </a:xfrm>
          <a:prstGeom xmlns:a="http://schemas.openxmlformats.org/drawingml/2006/main" prst="rect">
            <a:avLst/>
          </a:prstGeom>
        </p:spPr>
      </p:pic>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187b5339220e4114"/>
          <a:srcRect xmlns:a="http://schemas.openxmlformats.org/drawingml/2006/main" l="0" t="0" r="0" b="0"/>
          <a:stretch xmlns:a="http://schemas.openxmlformats.org/drawingml/2006/main">
            <a:fillRect l="0" t="0" r="0" b="0"/>
          </a:stretch>
        </p:blipFill>
        <p:spPr>
          <a:xfrm xmlns:a="http://schemas.openxmlformats.org/drawingml/2006/main">
            <a:off x="3962400" y="3835400"/>
            <a:ext cx="1803400" cy="38100"/>
          </a:xfrm>
          <a:prstGeom xmlns:a="http://schemas.openxmlformats.org/drawingml/2006/main" prst="rect">
            <a:avLst/>
          </a:prstGeom>
        </p:spPr>
      </p:pic>
      <p:sp>
        <p:nvSpPr>
          <p:cNvPr id="4" name="pdf-vector-0004">
            <a:extLst xmlns:a="http://schemas.openxmlformats.org/drawingml/2006/main">
              <a:ext uri="{FF2B5EF4-FFF2-40B4-BE49-F238E27FC236}">
                <a16:creationId xmlns:a16="http://schemas.microsoft.com/office/drawing/2014/main" id="{8F42B6BA-EDD3-445F-8F0F-7556BFBB04A5}"/>
              </a:ext>
            </a:extLst>
          </p:cNvPr>
          <p:cNvSpPr>
            <a:spLocks xmlns:a="http://schemas.openxmlformats.org/drawingml/2006/main" noGrp="1"/>
          </p:cNvSpPr>
          <p:nvPr/>
        </p:nvSpPr>
        <p:spPr>
          <a:xfrm xmlns:a="http://schemas.openxmlformats.org/drawingml/2006/main">
            <a:off x="2180260" y="1305636"/>
            <a:ext cx="1743354" cy="344843"/>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5" name="pdf-vector-0005">
            <a:extLst xmlns:a="http://schemas.openxmlformats.org/drawingml/2006/main">
              <a:ext uri="{FF2B5EF4-FFF2-40B4-BE49-F238E27FC236}">
                <a16:creationId xmlns:a16="http://schemas.microsoft.com/office/drawing/2014/main" id="{B4E38DB7-248D-40CC-A41A-45C61ADD442D}"/>
              </a:ext>
            </a:extLst>
          </p:cNvPr>
          <p:cNvSpPr>
            <a:spLocks xmlns:a="http://schemas.openxmlformats.org/drawingml/2006/main" noGrp="1"/>
          </p:cNvSpPr>
          <p:nvPr/>
        </p:nvSpPr>
        <p:spPr>
          <a:xfrm xmlns:a="http://schemas.openxmlformats.org/drawingml/2006/main">
            <a:off x="3923614" y="1305636"/>
            <a:ext cx="1743355" cy="344843"/>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6" name="pdf-vector-0006">
            <a:extLst xmlns:a="http://schemas.openxmlformats.org/drawingml/2006/main">
              <a:ext uri="{FF2B5EF4-FFF2-40B4-BE49-F238E27FC236}">
                <a16:creationId xmlns:a16="http://schemas.microsoft.com/office/drawing/2014/main" id="{7C08AC1E-4E00-4F69-8236-DF81FD7E4FD7}"/>
              </a:ext>
            </a:extLst>
          </p:cNvPr>
          <p:cNvSpPr>
            <a:spLocks xmlns:a="http://schemas.openxmlformats.org/drawingml/2006/main" noGrp="1"/>
          </p:cNvSpPr>
          <p:nvPr/>
        </p:nvSpPr>
        <p:spPr>
          <a:xfrm xmlns:a="http://schemas.openxmlformats.org/drawingml/2006/main">
            <a:off x="433724" y="1650474"/>
            <a:ext cx="5236426" cy="953"/>
          </a:xfrm>
          <a:custGeom xmlns:a="http://schemas.openxmlformats.org/drawingml/2006/main">
            <a:pathLst>
              <a:path w="5236426" h="953">
                <a:moveTo>
                  <a:pt x="0" y="0"/>
                </a:moveTo>
                <a:lnTo>
                  <a:pt x="5236426" y="0"/>
                </a:lnTo>
              </a:path>
            </a:pathLst>
          </a:custGeom>
          <a:noFill xmlns:a="http://schemas.openxmlformats.org/drawingml/2006/main"/>
          <a:ln xmlns:a="http://schemas.openxmlformats.org/drawingml/2006/main" w="6350">
            <a:solidFill>
              <a:srgbClr val="4472C4"/>
            </a:solidFill>
            <a:prstDash val="solid"/>
          </a:ln>
        </p:spPr>
      </p:sp>
      <p:sp>
        <p:nvSpPr>
          <p:cNvPr id="7" name="pdf-vector-0007">
            <a:extLst xmlns:a="http://schemas.openxmlformats.org/drawingml/2006/main">
              <a:ext uri="{FF2B5EF4-FFF2-40B4-BE49-F238E27FC236}">
                <a16:creationId xmlns:a16="http://schemas.microsoft.com/office/drawing/2014/main" id="{ADC13208-DDC0-4F38-9ECB-80D0CA935133}"/>
              </a:ext>
            </a:extLst>
          </p:cNvPr>
          <p:cNvSpPr>
            <a:spLocks xmlns:a="http://schemas.openxmlformats.org/drawingml/2006/main" noGrp="1"/>
          </p:cNvSpPr>
          <p:nvPr/>
        </p:nvSpPr>
        <p:spPr>
          <a:xfrm xmlns:a="http://schemas.openxmlformats.org/drawingml/2006/main">
            <a:off x="433724" y="1995320"/>
            <a:ext cx="5236426" cy="953"/>
          </a:xfrm>
          <a:custGeom xmlns:a="http://schemas.openxmlformats.org/drawingml/2006/main">
            <a:pathLst>
              <a:path w="5236426" h="953">
                <a:moveTo>
                  <a:pt x="0" y="0"/>
                </a:moveTo>
                <a:lnTo>
                  <a:pt x="5236426" y="0"/>
                </a:lnTo>
              </a:path>
            </a:pathLst>
          </a:custGeom>
          <a:noFill xmlns:a="http://schemas.openxmlformats.org/drawingml/2006/main"/>
          <a:ln xmlns:a="http://schemas.openxmlformats.org/drawingml/2006/main" w="6350">
            <a:solidFill>
              <a:srgbClr val="4472C4"/>
            </a:solidFill>
            <a:prstDash val="solid"/>
          </a:ln>
        </p:spPr>
      </p:sp>
      <p:sp>
        <p:nvSpPr>
          <p:cNvPr id="8" name="pdf-vector-0008">
            <a:extLst xmlns:a="http://schemas.openxmlformats.org/drawingml/2006/main">
              <a:ext uri="{FF2B5EF4-FFF2-40B4-BE49-F238E27FC236}">
                <a16:creationId xmlns:a16="http://schemas.microsoft.com/office/drawing/2014/main" id="{4FBC4041-E3C3-46C4-9A20-29189BD535F5}"/>
              </a:ext>
            </a:extLst>
          </p:cNvPr>
          <p:cNvSpPr>
            <a:spLocks xmlns:a="http://schemas.openxmlformats.org/drawingml/2006/main" noGrp="1"/>
          </p:cNvSpPr>
          <p:nvPr/>
        </p:nvSpPr>
        <p:spPr>
          <a:xfrm xmlns:a="http://schemas.openxmlformats.org/drawingml/2006/main">
            <a:off x="433724" y="2340166"/>
            <a:ext cx="5236426" cy="953"/>
          </a:xfrm>
          <a:custGeom xmlns:a="http://schemas.openxmlformats.org/drawingml/2006/main">
            <a:pathLst>
              <a:path w="5236426" h="953">
                <a:moveTo>
                  <a:pt x="0" y="0"/>
                </a:moveTo>
                <a:lnTo>
                  <a:pt x="5236426" y="0"/>
                </a:lnTo>
              </a:path>
            </a:pathLst>
          </a:custGeom>
          <a:noFill xmlns:a="http://schemas.openxmlformats.org/drawingml/2006/main"/>
          <a:ln xmlns:a="http://schemas.openxmlformats.org/drawingml/2006/main" w="6350">
            <a:solidFill>
              <a:srgbClr val="4472C4"/>
            </a:solidFill>
            <a:prstDash val="solid"/>
          </a:ln>
        </p:spPr>
      </p:sp>
      <p:sp>
        <p:nvSpPr>
          <p:cNvPr id="9" name="pdf-vector-0009">
            <a:extLst xmlns:a="http://schemas.openxmlformats.org/drawingml/2006/main">
              <a:ext uri="{FF2B5EF4-FFF2-40B4-BE49-F238E27FC236}">
                <a16:creationId xmlns:a16="http://schemas.microsoft.com/office/drawing/2014/main" id="{0DBE6D39-BCE6-46C1-A32C-F5774CF0C547}"/>
              </a:ext>
            </a:extLst>
          </p:cNvPr>
          <p:cNvSpPr>
            <a:spLocks xmlns:a="http://schemas.openxmlformats.org/drawingml/2006/main" noGrp="1"/>
          </p:cNvSpPr>
          <p:nvPr/>
        </p:nvSpPr>
        <p:spPr>
          <a:xfrm xmlns:a="http://schemas.openxmlformats.org/drawingml/2006/main">
            <a:off x="433724" y="2685010"/>
            <a:ext cx="5236426" cy="953"/>
          </a:xfrm>
          <a:custGeom xmlns:a="http://schemas.openxmlformats.org/drawingml/2006/main">
            <a:pathLst>
              <a:path w="5236426" h="953">
                <a:moveTo>
                  <a:pt x="0" y="0"/>
                </a:moveTo>
                <a:lnTo>
                  <a:pt x="5236426" y="0"/>
                </a:lnTo>
              </a:path>
            </a:pathLst>
          </a:custGeom>
          <a:noFill xmlns:a="http://schemas.openxmlformats.org/drawingml/2006/main"/>
          <a:ln xmlns:a="http://schemas.openxmlformats.org/drawingml/2006/main" w="6350">
            <a:solidFill>
              <a:srgbClr val="4472C4"/>
            </a:solidFill>
            <a:prstDash val="solid"/>
          </a:ln>
        </p:spPr>
      </p:sp>
      <p:sp>
        <p:nvSpPr>
          <p:cNvPr id="10" name="pdf-vector-0010">
            <a:extLst xmlns:a="http://schemas.openxmlformats.org/drawingml/2006/main">
              <a:ext uri="{FF2B5EF4-FFF2-40B4-BE49-F238E27FC236}">
                <a16:creationId xmlns:a16="http://schemas.microsoft.com/office/drawing/2014/main" id="{75E19825-B815-43FD-9998-34CBD40D6923}"/>
              </a:ext>
            </a:extLst>
          </p:cNvPr>
          <p:cNvSpPr>
            <a:spLocks xmlns:a="http://schemas.openxmlformats.org/drawingml/2006/main" noGrp="1"/>
          </p:cNvSpPr>
          <p:nvPr/>
        </p:nvSpPr>
        <p:spPr>
          <a:xfrm xmlns:a="http://schemas.openxmlformats.org/drawingml/2006/main">
            <a:off x="436899" y="1302455"/>
            <a:ext cx="953" cy="1730578"/>
          </a:xfrm>
          <a:custGeom xmlns:a="http://schemas.openxmlformats.org/drawingml/2006/main">
            <a:pathLst>
              <a:path w="953" h="1730578">
                <a:moveTo>
                  <a:pt x="0" y="0"/>
                </a:moveTo>
                <a:lnTo>
                  <a:pt x="0" y="1730578"/>
                </a:lnTo>
              </a:path>
            </a:pathLst>
          </a:custGeom>
          <a:noFill xmlns:a="http://schemas.openxmlformats.org/drawingml/2006/main"/>
          <a:ln xmlns:a="http://schemas.openxmlformats.org/drawingml/2006/main" w="6350">
            <a:solidFill>
              <a:srgbClr val="4472C4"/>
            </a:solidFill>
            <a:prstDash val="solid"/>
          </a:ln>
        </p:spPr>
      </p:sp>
      <p:sp>
        <p:nvSpPr>
          <p:cNvPr id="11" name="pdf-vector-0011">
            <a:extLst xmlns:a="http://schemas.openxmlformats.org/drawingml/2006/main">
              <a:ext uri="{FF2B5EF4-FFF2-40B4-BE49-F238E27FC236}">
                <a16:creationId xmlns:a16="http://schemas.microsoft.com/office/drawing/2014/main" id="{367294B4-B586-4B4D-92CA-83046ACADC51}"/>
              </a:ext>
            </a:extLst>
          </p:cNvPr>
          <p:cNvSpPr>
            <a:spLocks xmlns:a="http://schemas.openxmlformats.org/drawingml/2006/main" noGrp="1"/>
          </p:cNvSpPr>
          <p:nvPr/>
        </p:nvSpPr>
        <p:spPr>
          <a:xfrm xmlns:a="http://schemas.openxmlformats.org/drawingml/2006/main">
            <a:off x="5666970" y="1302455"/>
            <a:ext cx="953" cy="1730578"/>
          </a:xfrm>
          <a:custGeom xmlns:a="http://schemas.openxmlformats.org/drawingml/2006/main">
            <a:pathLst>
              <a:path w="953" h="1730578">
                <a:moveTo>
                  <a:pt x="0" y="0"/>
                </a:moveTo>
                <a:lnTo>
                  <a:pt x="0" y="1730578"/>
                </a:lnTo>
              </a:path>
            </a:pathLst>
          </a:custGeom>
          <a:noFill xmlns:a="http://schemas.openxmlformats.org/drawingml/2006/main"/>
          <a:ln xmlns:a="http://schemas.openxmlformats.org/drawingml/2006/main" w="6350">
            <a:solidFill>
              <a:srgbClr val="4472C4"/>
            </a:solidFill>
            <a:prstDash val="solid"/>
          </a:ln>
        </p:spPr>
      </p:sp>
      <p:sp>
        <p:nvSpPr>
          <p:cNvPr id="12" name="pdf-vector-0012">
            <a:extLst xmlns:a="http://schemas.openxmlformats.org/drawingml/2006/main">
              <a:ext uri="{FF2B5EF4-FFF2-40B4-BE49-F238E27FC236}">
                <a16:creationId xmlns:a16="http://schemas.microsoft.com/office/drawing/2014/main" id="{A75E1EE3-53CF-40C4-B7BC-F84B5CA02299}"/>
              </a:ext>
            </a:extLst>
          </p:cNvPr>
          <p:cNvSpPr>
            <a:spLocks xmlns:a="http://schemas.openxmlformats.org/drawingml/2006/main" noGrp="1"/>
          </p:cNvSpPr>
          <p:nvPr/>
        </p:nvSpPr>
        <p:spPr>
          <a:xfrm xmlns:a="http://schemas.openxmlformats.org/drawingml/2006/main">
            <a:off x="433724" y="1305630"/>
            <a:ext cx="5236426" cy="953"/>
          </a:xfrm>
          <a:custGeom xmlns:a="http://schemas.openxmlformats.org/drawingml/2006/main">
            <a:pathLst>
              <a:path w="5236426" h="953">
                <a:moveTo>
                  <a:pt x="0" y="0"/>
                </a:moveTo>
                <a:lnTo>
                  <a:pt x="5236426" y="0"/>
                </a:lnTo>
              </a:path>
            </a:pathLst>
          </a:custGeom>
          <a:noFill xmlns:a="http://schemas.openxmlformats.org/drawingml/2006/main"/>
          <a:ln xmlns:a="http://schemas.openxmlformats.org/drawingml/2006/main" w="6350">
            <a:solidFill>
              <a:srgbClr val="4472C4"/>
            </a:solidFill>
            <a:prstDash val="solid"/>
          </a:ln>
        </p:spPr>
      </p:sp>
      <p:sp>
        <p:nvSpPr>
          <p:cNvPr id="13" name="pdf-vector-0013">
            <a:extLst xmlns:a="http://schemas.openxmlformats.org/drawingml/2006/main">
              <a:ext uri="{FF2B5EF4-FFF2-40B4-BE49-F238E27FC236}">
                <a16:creationId xmlns:a16="http://schemas.microsoft.com/office/drawing/2014/main" id="{C1062DDB-3ABD-4140-8BC8-BD7225138BC7}"/>
              </a:ext>
            </a:extLst>
          </p:cNvPr>
          <p:cNvSpPr>
            <a:spLocks xmlns:a="http://schemas.openxmlformats.org/drawingml/2006/main" noGrp="1"/>
          </p:cNvSpPr>
          <p:nvPr/>
        </p:nvSpPr>
        <p:spPr>
          <a:xfrm xmlns:a="http://schemas.openxmlformats.org/drawingml/2006/main">
            <a:off x="433724" y="3029855"/>
            <a:ext cx="5236426" cy="953"/>
          </a:xfrm>
          <a:custGeom xmlns:a="http://schemas.openxmlformats.org/drawingml/2006/main">
            <a:pathLst>
              <a:path w="5236426" h="953">
                <a:moveTo>
                  <a:pt x="0" y="0"/>
                </a:moveTo>
                <a:lnTo>
                  <a:pt x="5236426" y="0"/>
                </a:lnTo>
              </a:path>
            </a:pathLst>
          </a:custGeom>
          <a:noFill xmlns:a="http://schemas.openxmlformats.org/drawingml/2006/main"/>
          <a:ln xmlns:a="http://schemas.openxmlformats.org/drawingml/2006/main" w="6350">
            <a:solidFill>
              <a:srgbClr val="4472C4"/>
            </a:solidFill>
            <a:prstDash val="solid"/>
          </a:ln>
        </p:spPr>
      </p:sp>
      <p:sp>
        <p:nvSpPr>
          <p:cNvPr id="14" name="pdf-text-0014">
            <a:extLst xmlns:a="http://schemas.openxmlformats.org/drawingml/2006/main">
              <a:ext uri="{FF2B5EF4-FFF2-40B4-BE49-F238E27FC236}">
                <a16:creationId xmlns:a16="http://schemas.microsoft.com/office/drawing/2014/main" id="{E189996B-954E-49E8-8360-E4CAC0A1D0B0}"/>
              </a:ext>
            </a:extLst>
          </p:cNvPr>
          <p:cNvSpPr>
            <a:spLocks xmlns:a="http://schemas.openxmlformats.org/drawingml/2006/main" noGrp="1"/>
          </p:cNvSpPr>
          <p:nvPr/>
        </p:nvSpPr>
        <p:spPr>
          <a:xfrm xmlns:a="http://schemas.openxmlformats.org/drawingml/2006/main">
            <a:off x="1131095" y="1407401"/>
            <a:ext cx="3947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轮次</a:t>
            </a:r>
          </a:p>
        </p:txBody>
      </p:sp>
      <p:sp>
        <p:nvSpPr>
          <p:cNvPr id="15" name="pdf-text-0015">
            <a:extLst xmlns:a="http://schemas.openxmlformats.org/drawingml/2006/main">
              <a:ext uri="{FF2B5EF4-FFF2-40B4-BE49-F238E27FC236}">
                <a16:creationId xmlns:a16="http://schemas.microsoft.com/office/drawing/2014/main" id="{F7A0F907-16AD-49CD-A7E5-71106627DA79}"/>
              </a:ext>
            </a:extLst>
          </p:cNvPr>
          <p:cNvSpPr>
            <a:spLocks xmlns:a="http://schemas.openxmlformats.org/drawingml/2006/main" noGrp="1"/>
          </p:cNvSpPr>
          <p:nvPr/>
        </p:nvSpPr>
        <p:spPr>
          <a:xfrm xmlns:a="http://schemas.openxmlformats.org/drawingml/2006/main">
            <a:off x="2429444" y="1407401"/>
            <a:ext cx="128472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融资额（万元）</a:t>
            </a:r>
          </a:p>
        </p:txBody>
      </p:sp>
      <p:sp>
        <p:nvSpPr>
          <p:cNvPr id="16" name="pdf-text-0016">
            <a:extLst xmlns:a="http://schemas.openxmlformats.org/drawingml/2006/main">
              <a:ext uri="{FF2B5EF4-FFF2-40B4-BE49-F238E27FC236}">
                <a16:creationId xmlns:a16="http://schemas.microsoft.com/office/drawing/2014/main" id="{62C98893-81E3-4535-BB1E-D104EFE48B84}"/>
              </a:ext>
            </a:extLst>
          </p:cNvPr>
          <p:cNvSpPr>
            <a:spLocks xmlns:a="http://schemas.openxmlformats.org/drawingml/2006/main" noGrp="1"/>
          </p:cNvSpPr>
          <p:nvPr/>
        </p:nvSpPr>
        <p:spPr>
          <a:xfrm xmlns:a="http://schemas.openxmlformats.org/drawingml/2006/main">
            <a:off x="4084409" y="1407401"/>
            <a:ext cx="14615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投后估值（亿元）</a:t>
            </a:r>
          </a:p>
        </p:txBody>
      </p:sp>
      <p:sp>
        <p:nvSpPr>
          <p:cNvPr id="17" name="pdf-text-0017">
            <a:extLst xmlns:a="http://schemas.openxmlformats.org/drawingml/2006/main">
              <a:ext uri="{FF2B5EF4-FFF2-40B4-BE49-F238E27FC236}">
                <a16:creationId xmlns:a16="http://schemas.microsoft.com/office/drawing/2014/main" id="{431FFB06-A1D6-4083-83C6-97F740ADBB17}"/>
              </a:ext>
            </a:extLst>
          </p:cNvPr>
          <p:cNvSpPr>
            <a:spLocks xmlns:a="http://schemas.openxmlformats.org/drawingml/2006/main" noGrp="1"/>
          </p:cNvSpPr>
          <p:nvPr/>
        </p:nvSpPr>
        <p:spPr>
          <a:xfrm xmlns:a="http://schemas.openxmlformats.org/drawingml/2006/main">
            <a:off x="908591" y="1752245"/>
            <a:ext cx="8381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2022年9月</a:t>
            </a:r>
          </a:p>
        </p:txBody>
      </p:sp>
      <p:sp>
        <p:nvSpPr>
          <p:cNvPr id="18" name="pdf-text-0018">
            <a:extLst xmlns:a="http://schemas.openxmlformats.org/drawingml/2006/main">
              <a:ext uri="{FF2B5EF4-FFF2-40B4-BE49-F238E27FC236}">
                <a16:creationId xmlns:a16="http://schemas.microsoft.com/office/drawing/2014/main" id="{02A29D49-6588-41D9-921C-0B6EA3477BC2}"/>
              </a:ext>
            </a:extLst>
          </p:cNvPr>
          <p:cNvSpPr>
            <a:spLocks xmlns:a="http://schemas.openxmlformats.org/drawingml/2006/main" noGrp="1"/>
          </p:cNvSpPr>
          <p:nvPr/>
        </p:nvSpPr>
        <p:spPr>
          <a:xfrm xmlns:a="http://schemas.openxmlformats.org/drawingml/2006/main">
            <a:off x="2918479" y="1752245"/>
            <a:ext cx="3056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200</a:t>
            </a:r>
          </a:p>
        </p:txBody>
      </p:sp>
      <p:sp>
        <p:nvSpPr>
          <p:cNvPr id="19" name="pdf-text-0019">
            <a:extLst xmlns:a="http://schemas.openxmlformats.org/drawingml/2006/main">
              <a:ext uri="{FF2B5EF4-FFF2-40B4-BE49-F238E27FC236}">
                <a16:creationId xmlns:a16="http://schemas.microsoft.com/office/drawing/2014/main" id="{FF5816B7-5E70-4084-BFAF-1B78648AB7C2}"/>
              </a:ext>
            </a:extLst>
          </p:cNvPr>
          <p:cNvSpPr>
            <a:spLocks xmlns:a="http://schemas.openxmlformats.org/drawingml/2006/main" noGrp="1"/>
          </p:cNvSpPr>
          <p:nvPr/>
        </p:nvSpPr>
        <p:spPr>
          <a:xfrm xmlns:a="http://schemas.openxmlformats.org/drawingml/2006/main">
            <a:off x="4617754" y="1752245"/>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0.42</a:t>
            </a:r>
          </a:p>
        </p:txBody>
      </p:sp>
      <p:sp>
        <p:nvSpPr>
          <p:cNvPr id="20" name="pdf-text-0020">
            <a:extLst xmlns:a="http://schemas.openxmlformats.org/drawingml/2006/main">
              <a:ext uri="{FF2B5EF4-FFF2-40B4-BE49-F238E27FC236}">
                <a16:creationId xmlns:a16="http://schemas.microsoft.com/office/drawing/2014/main" id="{60A58658-1910-4235-AF52-47BDB507AC42}"/>
              </a:ext>
            </a:extLst>
          </p:cNvPr>
          <p:cNvSpPr>
            <a:spLocks xmlns:a="http://schemas.openxmlformats.org/drawingml/2006/main" noGrp="1"/>
          </p:cNvSpPr>
          <p:nvPr/>
        </p:nvSpPr>
        <p:spPr>
          <a:xfrm xmlns:a="http://schemas.openxmlformats.org/drawingml/2006/main">
            <a:off x="864371" y="2097093"/>
            <a:ext cx="92803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2022年11月</a:t>
            </a:r>
          </a:p>
        </p:txBody>
      </p:sp>
      <p:sp>
        <p:nvSpPr>
          <p:cNvPr id="21" name="pdf-text-0021">
            <a:extLst xmlns:a="http://schemas.openxmlformats.org/drawingml/2006/main">
              <a:ext uri="{FF2B5EF4-FFF2-40B4-BE49-F238E27FC236}">
                <a16:creationId xmlns:a16="http://schemas.microsoft.com/office/drawing/2014/main" id="{7159CF31-3946-49FD-ADBD-64C09B65AC8E}"/>
              </a:ext>
            </a:extLst>
          </p:cNvPr>
          <p:cNvSpPr>
            <a:spLocks xmlns:a="http://schemas.openxmlformats.org/drawingml/2006/main" noGrp="1"/>
          </p:cNvSpPr>
          <p:nvPr/>
        </p:nvSpPr>
        <p:spPr>
          <a:xfrm xmlns:a="http://schemas.openxmlformats.org/drawingml/2006/main">
            <a:off x="2874258" y="2097093"/>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1510</a:t>
            </a:r>
          </a:p>
        </p:txBody>
      </p:sp>
      <p:sp>
        <p:nvSpPr>
          <p:cNvPr id="22" name="pdf-text-0022">
            <a:extLst xmlns:a="http://schemas.openxmlformats.org/drawingml/2006/main">
              <a:ext uri="{FF2B5EF4-FFF2-40B4-BE49-F238E27FC236}">
                <a16:creationId xmlns:a16="http://schemas.microsoft.com/office/drawing/2014/main" id="{23781EB4-0A83-43E1-B481-23193A8BE323}"/>
              </a:ext>
            </a:extLst>
          </p:cNvPr>
          <p:cNvSpPr>
            <a:spLocks xmlns:a="http://schemas.openxmlformats.org/drawingml/2006/main" noGrp="1"/>
          </p:cNvSpPr>
          <p:nvPr/>
        </p:nvSpPr>
        <p:spPr>
          <a:xfrm xmlns:a="http://schemas.openxmlformats.org/drawingml/2006/main">
            <a:off x="4750415" y="2097093"/>
            <a:ext cx="12725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a:t>
            </a:r>
          </a:p>
        </p:txBody>
      </p:sp>
      <p:sp>
        <p:nvSpPr>
          <p:cNvPr id="23" name="pdf-text-0023">
            <a:extLst xmlns:a="http://schemas.openxmlformats.org/drawingml/2006/main">
              <a:ext uri="{FF2B5EF4-FFF2-40B4-BE49-F238E27FC236}">
                <a16:creationId xmlns:a16="http://schemas.microsoft.com/office/drawing/2014/main" id="{B5D4D306-44E0-4451-BFF1-E1113A0BDDD2}"/>
              </a:ext>
            </a:extLst>
          </p:cNvPr>
          <p:cNvSpPr>
            <a:spLocks xmlns:a="http://schemas.openxmlformats.org/drawingml/2006/main" noGrp="1"/>
          </p:cNvSpPr>
          <p:nvPr/>
        </p:nvSpPr>
        <p:spPr>
          <a:xfrm xmlns:a="http://schemas.openxmlformats.org/drawingml/2006/main">
            <a:off x="864371" y="2441940"/>
            <a:ext cx="92803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2024年12月</a:t>
            </a:r>
          </a:p>
        </p:txBody>
      </p:sp>
      <p:sp>
        <p:nvSpPr>
          <p:cNvPr id="24" name="pdf-text-0024">
            <a:extLst xmlns:a="http://schemas.openxmlformats.org/drawingml/2006/main">
              <a:ext uri="{FF2B5EF4-FFF2-40B4-BE49-F238E27FC236}">
                <a16:creationId xmlns:a16="http://schemas.microsoft.com/office/drawing/2014/main" id="{3C089817-6ACB-4B9F-8D92-15E3E0AEBA01}"/>
              </a:ext>
            </a:extLst>
          </p:cNvPr>
          <p:cNvSpPr>
            <a:spLocks xmlns:a="http://schemas.openxmlformats.org/drawingml/2006/main" noGrp="1"/>
          </p:cNvSpPr>
          <p:nvPr/>
        </p:nvSpPr>
        <p:spPr>
          <a:xfrm xmlns:a="http://schemas.openxmlformats.org/drawingml/2006/main">
            <a:off x="2874258" y="2441940"/>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2000</a:t>
            </a:r>
          </a:p>
        </p:txBody>
      </p:sp>
      <p:sp>
        <p:nvSpPr>
          <p:cNvPr id="25" name="pdf-text-0025">
            <a:extLst xmlns:a="http://schemas.openxmlformats.org/drawingml/2006/main">
              <a:ext uri="{FF2B5EF4-FFF2-40B4-BE49-F238E27FC236}">
                <a16:creationId xmlns:a16="http://schemas.microsoft.com/office/drawing/2014/main" id="{332CD2B9-7EC1-4D49-AF3D-EC99153C9D37}"/>
              </a:ext>
            </a:extLst>
          </p:cNvPr>
          <p:cNvSpPr>
            <a:spLocks xmlns:a="http://schemas.openxmlformats.org/drawingml/2006/main" noGrp="1"/>
          </p:cNvSpPr>
          <p:nvPr/>
        </p:nvSpPr>
        <p:spPr>
          <a:xfrm xmlns:a="http://schemas.openxmlformats.org/drawingml/2006/main">
            <a:off x="4661974" y="2441940"/>
            <a:ext cx="3056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1.8</a:t>
            </a:r>
          </a:p>
        </p:txBody>
      </p:sp>
      <p:sp>
        <p:nvSpPr>
          <p:cNvPr id="26" name="pdf-text-0026">
            <a:extLst xmlns:a="http://schemas.openxmlformats.org/drawingml/2006/main">
              <a:ext uri="{FF2B5EF4-FFF2-40B4-BE49-F238E27FC236}">
                <a16:creationId xmlns:a16="http://schemas.microsoft.com/office/drawing/2014/main" id="{4DB7EDC6-D0F2-452D-83F0-E4FF7AFB2F22}"/>
              </a:ext>
            </a:extLst>
          </p:cNvPr>
          <p:cNvSpPr>
            <a:spLocks xmlns:a="http://schemas.openxmlformats.org/drawingml/2006/main" noGrp="1"/>
          </p:cNvSpPr>
          <p:nvPr/>
        </p:nvSpPr>
        <p:spPr>
          <a:xfrm xmlns:a="http://schemas.openxmlformats.org/drawingml/2006/main">
            <a:off x="908591" y="2786788"/>
            <a:ext cx="8381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2025年9月</a:t>
            </a:r>
          </a:p>
        </p:txBody>
      </p:sp>
      <p:sp>
        <p:nvSpPr>
          <p:cNvPr id="27" name="pdf-text-0027">
            <a:extLst xmlns:a="http://schemas.openxmlformats.org/drawingml/2006/main">
              <a:ext uri="{FF2B5EF4-FFF2-40B4-BE49-F238E27FC236}">
                <a16:creationId xmlns:a16="http://schemas.microsoft.com/office/drawing/2014/main" id="{2B42F8A0-4422-49D3-9F53-2C0EB81CA61E}"/>
              </a:ext>
            </a:extLst>
          </p:cNvPr>
          <p:cNvSpPr>
            <a:spLocks xmlns:a="http://schemas.openxmlformats.org/drawingml/2006/main" noGrp="1"/>
          </p:cNvSpPr>
          <p:nvPr/>
        </p:nvSpPr>
        <p:spPr>
          <a:xfrm xmlns:a="http://schemas.openxmlformats.org/drawingml/2006/main">
            <a:off x="2874258" y="2786788"/>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1500</a:t>
            </a:r>
          </a:p>
        </p:txBody>
      </p:sp>
      <p:sp>
        <p:nvSpPr>
          <p:cNvPr id="28" name="pdf-text-0028">
            <a:extLst xmlns:a="http://schemas.openxmlformats.org/drawingml/2006/main">
              <a:ext uri="{FF2B5EF4-FFF2-40B4-BE49-F238E27FC236}">
                <a16:creationId xmlns:a16="http://schemas.microsoft.com/office/drawing/2014/main" id="{CFE623ED-7D61-418E-B8F5-6E6E818D858B}"/>
              </a:ext>
            </a:extLst>
          </p:cNvPr>
          <p:cNvSpPr>
            <a:spLocks xmlns:a="http://schemas.openxmlformats.org/drawingml/2006/main" noGrp="1"/>
          </p:cNvSpPr>
          <p:nvPr/>
        </p:nvSpPr>
        <p:spPr>
          <a:xfrm xmlns:a="http://schemas.openxmlformats.org/drawingml/2006/main">
            <a:off x="4617754" y="2786788"/>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2.65</a:t>
            </a:r>
          </a:p>
        </p:txBody>
      </p:sp>
      <p:sp>
        <p:nvSpPr>
          <p:cNvPr id="29" name="pdf-text-0029">
            <a:extLst xmlns:a="http://schemas.openxmlformats.org/drawingml/2006/main">
              <a:ext uri="{FF2B5EF4-FFF2-40B4-BE49-F238E27FC236}">
                <a16:creationId xmlns:a16="http://schemas.microsoft.com/office/drawing/2014/main" id="{550C2C2B-578B-47C2-BC4F-BD9758334E28}"/>
              </a:ext>
            </a:extLst>
          </p:cNvPr>
          <p:cNvSpPr>
            <a:spLocks xmlns:a="http://schemas.openxmlformats.org/drawingml/2006/main" noGrp="1"/>
          </p:cNvSpPr>
          <p:nvPr/>
        </p:nvSpPr>
        <p:spPr>
          <a:xfrm xmlns:a="http://schemas.openxmlformats.org/drawingml/2006/main">
            <a:off x="6438813" y="2647294"/>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Arial"/>
                <a:ea typeface="Arial"/>
                <a:cs typeface="Arial"/>
              </a:defRPr>
            </a:pPr>
            <a:r>
              <a:rPr sz="1404" b="0" i="0">
                <a:solidFill>
                  <a:srgbClr val="000000"/>
                </a:solidFill>
                <a:latin typeface="Arial"/>
                <a:ea typeface="Arial"/>
                <a:cs typeface="Arial"/>
              </a:rPr>
              <a:t>•</a:t>
            </a:r>
          </a:p>
        </p:txBody>
      </p:sp>
      <p:sp>
        <p:nvSpPr>
          <p:cNvPr id="30" name="pdf-text-0030">
            <a:extLst xmlns:a="http://schemas.openxmlformats.org/drawingml/2006/main">
              <a:ext uri="{FF2B5EF4-FFF2-40B4-BE49-F238E27FC236}">
                <a16:creationId xmlns:a16="http://schemas.microsoft.com/office/drawing/2014/main" id="{67892425-59C4-44E5-988E-72D564083A61}"/>
              </a:ext>
            </a:extLst>
          </p:cNvPr>
          <p:cNvSpPr>
            <a:spLocks xmlns:a="http://schemas.openxmlformats.org/drawingml/2006/main" noGrp="1"/>
          </p:cNvSpPr>
          <p:nvPr/>
        </p:nvSpPr>
        <p:spPr>
          <a:xfrm xmlns:a="http://schemas.openxmlformats.org/drawingml/2006/main">
            <a:off x="6725354" y="2636296"/>
            <a:ext cx="505071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回购权：若公司在2030年12月31日前未完成合格上市，投资人有</a:t>
            </a:r>
          </a:p>
        </p:txBody>
      </p:sp>
      <p:sp>
        <p:nvSpPr>
          <p:cNvPr id="31" name="pdf-text-0031">
            <a:extLst xmlns:a="http://schemas.openxmlformats.org/drawingml/2006/main">
              <a:ext uri="{FF2B5EF4-FFF2-40B4-BE49-F238E27FC236}">
                <a16:creationId xmlns:a16="http://schemas.microsoft.com/office/drawing/2014/main" id="{99240BB6-253C-4E7E-8454-718B8551E950}"/>
              </a:ext>
            </a:extLst>
          </p:cNvPr>
          <p:cNvSpPr>
            <a:spLocks xmlns:a="http://schemas.openxmlformats.org/drawingml/2006/main" noGrp="1"/>
          </p:cNvSpPr>
          <p:nvPr/>
        </p:nvSpPr>
        <p:spPr>
          <a:xfrm xmlns:a="http://schemas.openxmlformats.org/drawingml/2006/main">
            <a:off x="6725459" y="2913691"/>
            <a:ext cx="505069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权要求创始股东（石瑞、宁波轻芯、宁波轻汐）及公司按8%年化</a:t>
            </a:r>
          </a:p>
        </p:txBody>
      </p:sp>
      <p:sp>
        <p:nvSpPr>
          <p:cNvPr id="32" name="pdf-text-0032">
            <a:extLst xmlns:a="http://schemas.openxmlformats.org/drawingml/2006/main">
              <a:ext uri="{FF2B5EF4-FFF2-40B4-BE49-F238E27FC236}">
                <a16:creationId xmlns:a16="http://schemas.microsoft.com/office/drawing/2014/main" id="{070197C1-E4C6-4D04-8A3D-C59ED5C7BD4A}"/>
              </a:ext>
            </a:extLst>
          </p:cNvPr>
          <p:cNvSpPr>
            <a:spLocks xmlns:a="http://schemas.openxmlformats.org/drawingml/2006/main" noGrp="1"/>
          </p:cNvSpPr>
          <p:nvPr/>
        </p:nvSpPr>
        <p:spPr>
          <a:xfrm xmlns:a="http://schemas.openxmlformats.org/drawingml/2006/main">
            <a:off x="6725459" y="3191139"/>
            <a:ext cx="505054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单利回购。本轮投资人享有优先回购权。对回购事件的发生不存</a:t>
            </a:r>
          </a:p>
        </p:txBody>
      </p:sp>
      <p:sp>
        <p:nvSpPr>
          <p:cNvPr id="33" name="pdf-text-0033">
            <a:extLst xmlns:a="http://schemas.openxmlformats.org/drawingml/2006/main">
              <a:ext uri="{FF2B5EF4-FFF2-40B4-BE49-F238E27FC236}">
                <a16:creationId xmlns:a16="http://schemas.microsoft.com/office/drawing/2014/main" id="{4199E0B4-B953-43F4-A8AF-0EA55F2BD992}"/>
              </a:ext>
            </a:extLst>
          </p:cNvPr>
          <p:cNvSpPr>
            <a:spLocks xmlns:a="http://schemas.openxmlformats.org/drawingml/2006/main" noGrp="1"/>
          </p:cNvSpPr>
          <p:nvPr/>
        </p:nvSpPr>
        <p:spPr>
          <a:xfrm xmlns:a="http://schemas.openxmlformats.org/drawingml/2006/main">
            <a:off x="6725459" y="3468586"/>
            <a:ext cx="505065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在欺诈、故意、严重渎职，回购义务以其所持有的全部公司股权</a:t>
            </a:r>
          </a:p>
        </p:txBody>
      </p:sp>
      <p:sp>
        <p:nvSpPr>
          <p:cNvPr id="34" name="pdf-text-0034">
            <a:extLst xmlns:a="http://schemas.openxmlformats.org/drawingml/2006/main">
              <a:ext uri="{FF2B5EF4-FFF2-40B4-BE49-F238E27FC236}">
                <a16:creationId xmlns:a16="http://schemas.microsoft.com/office/drawing/2014/main" id="{18B8479A-2EA8-465B-BD7E-F8066C73FDDF}"/>
              </a:ext>
            </a:extLst>
          </p:cNvPr>
          <p:cNvSpPr>
            <a:spLocks xmlns:a="http://schemas.openxmlformats.org/drawingml/2006/main" noGrp="1"/>
          </p:cNvSpPr>
          <p:nvPr/>
        </p:nvSpPr>
        <p:spPr>
          <a:xfrm xmlns:a="http://schemas.openxmlformats.org/drawingml/2006/main">
            <a:off x="6725638" y="3746033"/>
            <a:ext cx="92803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价值为限。</a:t>
            </a:r>
          </a:p>
        </p:txBody>
      </p:sp>
      <p:sp>
        <p:nvSpPr>
          <p:cNvPr id="35" name="pdf-text-0035">
            <a:extLst xmlns:a="http://schemas.openxmlformats.org/drawingml/2006/main">
              <a:ext uri="{FF2B5EF4-FFF2-40B4-BE49-F238E27FC236}">
                <a16:creationId xmlns:a16="http://schemas.microsoft.com/office/drawing/2014/main" id="{C3A26E7F-DB12-4A0C-A8D9-3F50A153624B}"/>
              </a:ext>
            </a:extLst>
          </p:cNvPr>
          <p:cNvSpPr>
            <a:spLocks xmlns:a="http://schemas.openxmlformats.org/drawingml/2006/main" noGrp="1"/>
          </p:cNvSpPr>
          <p:nvPr/>
        </p:nvSpPr>
        <p:spPr>
          <a:xfrm xmlns:a="http://schemas.openxmlformats.org/drawingml/2006/main">
            <a:off x="6438740" y="4034122"/>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Arial"/>
                <a:ea typeface="Arial"/>
                <a:cs typeface="Arial"/>
              </a:defRPr>
            </a:pPr>
            <a:r>
              <a:rPr sz="1404" b="0" i="0">
                <a:solidFill>
                  <a:srgbClr val="000000"/>
                </a:solidFill>
                <a:latin typeface="Arial"/>
                <a:ea typeface="Arial"/>
                <a:cs typeface="Arial"/>
              </a:rPr>
              <a:t>•</a:t>
            </a:r>
          </a:p>
        </p:txBody>
      </p:sp>
      <p:sp>
        <p:nvSpPr>
          <p:cNvPr id="36" name="pdf-text-0036">
            <a:extLst xmlns:a="http://schemas.openxmlformats.org/drawingml/2006/main">
              <a:ext uri="{FF2B5EF4-FFF2-40B4-BE49-F238E27FC236}">
                <a16:creationId xmlns:a16="http://schemas.microsoft.com/office/drawing/2014/main" id="{9E2DC789-7B45-47ED-AE15-5E64FB9CB598}"/>
              </a:ext>
            </a:extLst>
          </p:cNvPr>
          <p:cNvSpPr>
            <a:spLocks xmlns:a="http://schemas.openxmlformats.org/drawingml/2006/main" noGrp="1"/>
          </p:cNvSpPr>
          <p:nvPr/>
        </p:nvSpPr>
        <p:spPr>
          <a:xfrm xmlns:a="http://schemas.openxmlformats.org/drawingml/2006/main">
            <a:off x="6725281" y="4023124"/>
            <a:ext cx="505096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业绩承诺补偿：2025年1月1日至2027年12月31日，公司营业收入</a:t>
            </a:r>
          </a:p>
        </p:txBody>
      </p:sp>
      <p:sp>
        <p:nvSpPr>
          <p:cNvPr id="37" name="pdf-text-0037">
            <a:extLst xmlns:a="http://schemas.openxmlformats.org/drawingml/2006/main">
              <a:ext uri="{FF2B5EF4-FFF2-40B4-BE49-F238E27FC236}">
                <a16:creationId xmlns:a16="http://schemas.microsoft.com/office/drawing/2014/main" id="{9B356B96-8046-49D0-86D8-590626990412}"/>
              </a:ext>
            </a:extLst>
          </p:cNvPr>
          <p:cNvSpPr>
            <a:spLocks xmlns:a="http://schemas.openxmlformats.org/drawingml/2006/main" noGrp="1"/>
          </p:cNvSpPr>
          <p:nvPr/>
        </p:nvSpPr>
        <p:spPr>
          <a:xfrm xmlns:a="http://schemas.openxmlformats.org/drawingml/2006/main">
            <a:off x="6725816" y="4300531"/>
            <a:ext cx="504908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总和不低于人民币30,400万元；2027年1月1日至2027年12月31日</a:t>
            </a:r>
          </a:p>
        </p:txBody>
      </p:sp>
      <p:sp>
        <p:nvSpPr>
          <p:cNvPr id="38" name="pdf-text-0038">
            <a:extLst xmlns:a="http://schemas.openxmlformats.org/drawingml/2006/main">
              <a:ext uri="{FF2B5EF4-FFF2-40B4-BE49-F238E27FC236}">
                <a16:creationId xmlns:a16="http://schemas.microsoft.com/office/drawing/2014/main" id="{C7F52285-586D-4FEB-9B83-3A8445F2F49F}"/>
              </a:ext>
            </a:extLst>
          </p:cNvPr>
          <p:cNvSpPr>
            <a:spLocks xmlns:a="http://schemas.openxmlformats.org/drawingml/2006/main" noGrp="1"/>
          </p:cNvSpPr>
          <p:nvPr/>
        </p:nvSpPr>
        <p:spPr>
          <a:xfrm xmlns:a="http://schemas.openxmlformats.org/drawingml/2006/main">
            <a:off x="6725816" y="4577978"/>
            <a:ext cx="50510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期间，公司净利润不低于人民币3,040万元；若实际累计营业收</a:t>
            </a:r>
          </a:p>
        </p:txBody>
      </p:sp>
      <p:sp>
        <p:nvSpPr>
          <p:cNvPr id="39" name="pdf-text-0039">
            <a:extLst xmlns:a="http://schemas.openxmlformats.org/drawingml/2006/main">
              <a:ext uri="{FF2B5EF4-FFF2-40B4-BE49-F238E27FC236}">
                <a16:creationId xmlns:a16="http://schemas.microsoft.com/office/drawing/2014/main" id="{72E97BAC-D0B4-4673-948A-B5B3B131FF6A}"/>
              </a:ext>
            </a:extLst>
          </p:cNvPr>
          <p:cNvSpPr>
            <a:spLocks xmlns:a="http://schemas.openxmlformats.org/drawingml/2006/main" noGrp="1"/>
          </p:cNvSpPr>
          <p:nvPr/>
        </p:nvSpPr>
        <p:spPr>
          <a:xfrm xmlns:a="http://schemas.openxmlformats.org/drawingml/2006/main">
            <a:off x="6725816" y="4855426"/>
            <a:ext cx="505063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入和实际净利润均小于相应承诺，则视为未完成承诺业绩并触发</a:t>
            </a:r>
          </a:p>
        </p:txBody>
      </p:sp>
      <p:sp>
        <p:nvSpPr>
          <p:cNvPr id="40" name="pdf-text-0040">
            <a:extLst xmlns:a="http://schemas.openxmlformats.org/drawingml/2006/main">
              <a:ext uri="{FF2B5EF4-FFF2-40B4-BE49-F238E27FC236}">
                <a16:creationId xmlns:a16="http://schemas.microsoft.com/office/drawing/2014/main" id="{3FC11BE8-6145-4D3C-8DCF-189F0259985F}"/>
              </a:ext>
            </a:extLst>
          </p:cNvPr>
          <p:cNvSpPr>
            <a:spLocks xmlns:a="http://schemas.openxmlformats.org/drawingml/2006/main" noGrp="1"/>
          </p:cNvSpPr>
          <p:nvPr/>
        </p:nvSpPr>
        <p:spPr>
          <a:xfrm xmlns:a="http://schemas.openxmlformats.org/drawingml/2006/main">
            <a:off x="6725994" y="5132873"/>
            <a:ext cx="439362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补偿（估值调整）条款，投前估值调整比例下限为72%。</a:t>
            </a:r>
          </a:p>
        </p:txBody>
      </p:sp>
      <p:sp>
        <p:nvSpPr>
          <p:cNvPr id="41" name="pdf-text-0041">
            <a:extLst xmlns:a="http://schemas.openxmlformats.org/drawingml/2006/main">
              <a:ext uri="{FF2B5EF4-FFF2-40B4-BE49-F238E27FC236}">
                <a16:creationId xmlns:a16="http://schemas.microsoft.com/office/drawing/2014/main" id="{4B858949-D0F6-4C76-833B-0FD58CAC87F5}"/>
              </a:ext>
            </a:extLst>
          </p:cNvPr>
          <p:cNvSpPr>
            <a:spLocks xmlns:a="http://schemas.openxmlformats.org/drawingml/2006/main" noGrp="1"/>
          </p:cNvSpPr>
          <p:nvPr/>
        </p:nvSpPr>
        <p:spPr>
          <a:xfrm xmlns:a="http://schemas.openxmlformats.org/drawingml/2006/main">
            <a:off x="6438917" y="5420961"/>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Arial"/>
                <a:ea typeface="Arial"/>
                <a:cs typeface="Arial"/>
              </a:defRPr>
            </a:pPr>
            <a:r>
              <a:rPr sz="1404" b="0" i="0">
                <a:solidFill>
                  <a:srgbClr val="000000"/>
                </a:solidFill>
                <a:latin typeface="Arial"/>
                <a:ea typeface="Arial"/>
                <a:cs typeface="Arial"/>
              </a:rPr>
              <a:t>•</a:t>
            </a:r>
          </a:p>
        </p:txBody>
      </p:sp>
      <p:sp>
        <p:nvSpPr>
          <p:cNvPr id="42" name="pdf-text-0042">
            <a:extLst xmlns:a="http://schemas.openxmlformats.org/drawingml/2006/main">
              <a:ext uri="{FF2B5EF4-FFF2-40B4-BE49-F238E27FC236}">
                <a16:creationId xmlns:a16="http://schemas.microsoft.com/office/drawing/2014/main" id="{64F39E03-42F1-4D05-BA95-FD3ECAEFD338}"/>
              </a:ext>
            </a:extLst>
          </p:cNvPr>
          <p:cNvSpPr>
            <a:spLocks xmlns:a="http://schemas.openxmlformats.org/drawingml/2006/main" noGrp="1"/>
          </p:cNvSpPr>
          <p:nvPr/>
        </p:nvSpPr>
        <p:spPr>
          <a:xfrm xmlns:a="http://schemas.openxmlformats.org/drawingml/2006/main">
            <a:off x="6725458" y="5409924"/>
            <a:ext cx="505051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优先清算权：在合格上市前，如公司清算、解散、破产清算或终</a:t>
            </a:r>
          </a:p>
        </p:txBody>
      </p:sp>
      <p:sp>
        <p:nvSpPr>
          <p:cNvPr id="43" name="pdf-text-0043">
            <a:extLst xmlns:a="http://schemas.openxmlformats.org/drawingml/2006/main">
              <a:ext uri="{FF2B5EF4-FFF2-40B4-BE49-F238E27FC236}">
                <a16:creationId xmlns:a16="http://schemas.microsoft.com/office/drawing/2014/main" id="{B2F5BC8C-E4AF-4295-A565-135FEB931308}"/>
              </a:ext>
            </a:extLst>
          </p:cNvPr>
          <p:cNvSpPr>
            <a:spLocks xmlns:a="http://schemas.openxmlformats.org/drawingml/2006/main" noGrp="1"/>
          </p:cNvSpPr>
          <p:nvPr/>
        </p:nvSpPr>
        <p:spPr>
          <a:xfrm xmlns:a="http://schemas.openxmlformats.org/drawingml/2006/main">
            <a:off x="6725458" y="5687371"/>
            <a:ext cx="505069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止，投资人清算时本轮投资方享有优先清算权，清算金额为8%年</a:t>
            </a:r>
          </a:p>
        </p:txBody>
      </p:sp>
      <p:sp>
        <p:nvSpPr>
          <p:cNvPr id="44" name="pdf-text-0044">
            <a:extLst xmlns:a="http://schemas.openxmlformats.org/drawingml/2006/main">
              <a:ext uri="{FF2B5EF4-FFF2-40B4-BE49-F238E27FC236}">
                <a16:creationId xmlns:a16="http://schemas.microsoft.com/office/drawing/2014/main" id="{181F59A8-8B05-46DB-9B84-510EEFA7F6C9}"/>
              </a:ext>
            </a:extLst>
          </p:cNvPr>
          <p:cNvSpPr>
            <a:spLocks xmlns:a="http://schemas.openxmlformats.org/drawingml/2006/main" noGrp="1"/>
          </p:cNvSpPr>
          <p:nvPr/>
        </p:nvSpPr>
        <p:spPr>
          <a:xfrm xmlns:a="http://schemas.openxmlformats.org/drawingml/2006/main">
            <a:off x="6725636" y="5964819"/>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化单利。</a:t>
            </a:r>
          </a:p>
        </p:txBody>
      </p:sp>
      <p:sp>
        <p:nvSpPr>
          <p:cNvPr id="45" name="pdf-text-0045">
            <a:extLst xmlns:a="http://schemas.openxmlformats.org/drawingml/2006/main">
              <a:ext uri="{FF2B5EF4-FFF2-40B4-BE49-F238E27FC236}">
                <a16:creationId xmlns:a16="http://schemas.microsoft.com/office/drawing/2014/main" id="{A85C7A61-4DE5-48B6-ABA2-6AB2A869B0C7}"/>
              </a:ext>
            </a:extLst>
          </p:cNvPr>
          <p:cNvSpPr>
            <a:spLocks xmlns:a="http://schemas.openxmlformats.org/drawingml/2006/main" noGrp="1"/>
          </p:cNvSpPr>
          <p:nvPr/>
        </p:nvSpPr>
        <p:spPr>
          <a:xfrm xmlns:a="http://schemas.openxmlformats.org/drawingml/2006/main">
            <a:off x="6438738" y="6253085"/>
            <a:ext cx="1005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Arial"/>
                <a:ea typeface="Arial"/>
                <a:cs typeface="Arial"/>
              </a:defRPr>
            </a:pPr>
            <a:r>
              <a:rPr sz="1404" b="0" i="0">
                <a:solidFill>
                  <a:srgbClr val="000000"/>
                </a:solidFill>
                <a:latin typeface="Arial"/>
                <a:ea typeface="Arial"/>
                <a:cs typeface="Arial"/>
              </a:rPr>
              <a:t>•</a:t>
            </a:r>
          </a:p>
        </p:txBody>
      </p:sp>
      <p:sp>
        <p:nvSpPr>
          <p:cNvPr id="46" name="pdf-text-0046">
            <a:extLst xmlns:a="http://schemas.openxmlformats.org/drawingml/2006/main">
              <a:ext uri="{FF2B5EF4-FFF2-40B4-BE49-F238E27FC236}">
                <a16:creationId xmlns:a16="http://schemas.microsoft.com/office/drawing/2014/main" id="{991621D9-AAF2-4C89-A9E5-8FBEE7059E20}"/>
              </a:ext>
            </a:extLst>
          </p:cNvPr>
          <p:cNvSpPr>
            <a:spLocks xmlns:a="http://schemas.openxmlformats.org/drawingml/2006/main" noGrp="1"/>
          </p:cNvSpPr>
          <p:nvPr/>
        </p:nvSpPr>
        <p:spPr>
          <a:xfrm xmlns:a="http://schemas.openxmlformats.org/drawingml/2006/main">
            <a:off x="6725279" y="6242028"/>
            <a:ext cx="505060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其他常规条款如优先购买权、优先认购权、共同出售权、反摊薄</a:t>
            </a:r>
          </a:p>
        </p:txBody>
      </p:sp>
      <p:sp>
        <p:nvSpPr>
          <p:cNvPr id="47" name="pdf-text-0047">
            <a:extLst xmlns:a="http://schemas.openxmlformats.org/drawingml/2006/main">
              <a:ext uri="{FF2B5EF4-FFF2-40B4-BE49-F238E27FC236}">
                <a16:creationId xmlns:a16="http://schemas.microsoft.com/office/drawing/2014/main" id="{0A69609F-BF97-4046-B13C-EAC457F1B47B}"/>
              </a:ext>
            </a:extLst>
          </p:cNvPr>
          <p:cNvSpPr>
            <a:spLocks xmlns:a="http://schemas.openxmlformats.org/drawingml/2006/main" noGrp="1"/>
          </p:cNvSpPr>
          <p:nvPr/>
        </p:nvSpPr>
        <p:spPr>
          <a:xfrm xmlns:a="http://schemas.openxmlformats.org/drawingml/2006/main">
            <a:off x="6725279" y="6519475"/>
            <a:ext cx="270654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保护权、平等待遇权等正常享有。</a:t>
            </a:r>
          </a:p>
        </p:txBody>
      </p:sp>
      <p:sp>
        <p:nvSpPr>
          <p:cNvPr id="48" name="pdf-text-0048">
            <a:extLst xmlns:a="http://schemas.openxmlformats.org/drawingml/2006/main">
              <a:ext uri="{FF2B5EF4-FFF2-40B4-BE49-F238E27FC236}">
                <a16:creationId xmlns:a16="http://schemas.microsoft.com/office/drawing/2014/main" id="{ED9BB113-2C19-4768-8EFF-97AF3B24F964}"/>
              </a:ext>
            </a:extLst>
          </p:cNvPr>
          <p:cNvSpPr>
            <a:spLocks xmlns:a="http://schemas.openxmlformats.org/drawingml/2006/main" noGrp="1"/>
          </p:cNvSpPr>
          <p:nvPr/>
        </p:nvSpPr>
        <p:spPr>
          <a:xfrm xmlns:a="http://schemas.openxmlformats.org/drawingml/2006/main">
            <a:off x="8754542" y="2222343"/>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保障条款</a:t>
            </a:r>
          </a:p>
        </p:txBody>
      </p:sp>
      <p:sp>
        <p:nvSpPr>
          <p:cNvPr id="49" name="pdf-text-0049">
            <a:extLst xmlns:a="http://schemas.openxmlformats.org/drawingml/2006/main">
              <a:ext uri="{FF2B5EF4-FFF2-40B4-BE49-F238E27FC236}">
                <a16:creationId xmlns:a16="http://schemas.microsoft.com/office/drawing/2014/main" id="{BDA4BE5D-2E00-448F-AC33-3C9C0A46E34D}"/>
              </a:ext>
            </a:extLst>
          </p:cNvPr>
          <p:cNvSpPr>
            <a:spLocks xmlns:a="http://schemas.openxmlformats.org/drawingml/2006/main" noGrp="1"/>
          </p:cNvSpPr>
          <p:nvPr/>
        </p:nvSpPr>
        <p:spPr>
          <a:xfrm xmlns:a="http://schemas.openxmlformats.org/drawingml/2006/main">
            <a:off x="8541697" y="630779"/>
            <a:ext cx="11064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本轮融资方案</a:t>
            </a:r>
          </a:p>
        </p:txBody>
      </p:sp>
      <p:sp>
        <p:nvSpPr>
          <p:cNvPr id="50" name="pdf-text-0050">
            <a:extLst xmlns:a="http://schemas.openxmlformats.org/drawingml/2006/main">
              <a:ext uri="{FF2B5EF4-FFF2-40B4-BE49-F238E27FC236}">
                <a16:creationId xmlns:a16="http://schemas.microsoft.com/office/drawing/2014/main" id="{FF2023F8-FE70-4EAA-9B8A-D08CE51BB968}"/>
              </a:ext>
            </a:extLst>
          </p:cNvPr>
          <p:cNvSpPr>
            <a:spLocks xmlns:a="http://schemas.openxmlformats.org/drawingml/2006/main" noGrp="1"/>
          </p:cNvSpPr>
          <p:nvPr/>
        </p:nvSpPr>
        <p:spPr>
          <a:xfrm xmlns:a="http://schemas.openxmlformats.org/drawingml/2006/main">
            <a:off x="6412029" y="1033784"/>
            <a:ext cx="53349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本轮项目增资投前估值2.85亿元，本基金拟以增资形式投资不超过</a:t>
            </a:r>
          </a:p>
        </p:txBody>
      </p:sp>
      <p:sp>
        <p:nvSpPr>
          <p:cNvPr id="51" name="pdf-text-0051">
            <a:extLst xmlns:a="http://schemas.openxmlformats.org/drawingml/2006/main">
              <a:ext uri="{FF2B5EF4-FFF2-40B4-BE49-F238E27FC236}">
                <a16:creationId xmlns:a16="http://schemas.microsoft.com/office/drawing/2014/main" id="{A6996958-547E-46D6-B0FC-94CA62FEB33F}"/>
              </a:ext>
            </a:extLst>
          </p:cNvPr>
          <p:cNvSpPr>
            <a:spLocks xmlns:a="http://schemas.openxmlformats.org/drawingml/2006/main" noGrp="1"/>
          </p:cNvSpPr>
          <p:nvPr/>
        </p:nvSpPr>
        <p:spPr>
          <a:xfrm xmlns:a="http://schemas.openxmlformats.org/drawingml/2006/main">
            <a:off x="6412029" y="1311232"/>
            <a:ext cx="421835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1500万元；拟以估值1.8亿元，受让老股605.78万元。</a:t>
            </a:r>
          </a:p>
        </p:txBody>
      </p:sp>
      <p:sp>
        <p:nvSpPr>
          <p:cNvPr id="52" name="pdf-text-0052">
            <a:extLst xmlns:a="http://schemas.openxmlformats.org/drawingml/2006/main">
              <a:ext uri="{FF2B5EF4-FFF2-40B4-BE49-F238E27FC236}">
                <a16:creationId xmlns:a16="http://schemas.microsoft.com/office/drawing/2014/main" id="{B2DAAFFE-C53B-4265-8AE9-0AB02D14C3AE}"/>
              </a:ext>
            </a:extLst>
          </p:cNvPr>
          <p:cNvSpPr>
            <a:spLocks xmlns:a="http://schemas.openxmlformats.org/drawingml/2006/main" noGrp="1"/>
          </p:cNvSpPr>
          <p:nvPr/>
        </p:nvSpPr>
        <p:spPr>
          <a:xfrm xmlns:a="http://schemas.openxmlformats.org/drawingml/2006/main">
            <a:off x="2518280" y="1003098"/>
            <a:ext cx="110641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历史融资情况</a:t>
            </a:r>
          </a:p>
        </p:txBody>
      </p:sp>
      <p:sp>
        <p:nvSpPr>
          <p:cNvPr id="53" name="pdf-text-0053">
            <a:extLst xmlns:a="http://schemas.openxmlformats.org/drawingml/2006/main">
              <a:ext uri="{FF2B5EF4-FFF2-40B4-BE49-F238E27FC236}">
                <a16:creationId xmlns:a16="http://schemas.microsoft.com/office/drawing/2014/main" id="{A951C668-E93F-4506-8664-F0B5C702C850}"/>
              </a:ext>
            </a:extLst>
          </p:cNvPr>
          <p:cNvSpPr>
            <a:spLocks xmlns:a="http://schemas.openxmlformats.org/drawingml/2006/main" noGrp="1"/>
          </p:cNvSpPr>
          <p:nvPr/>
        </p:nvSpPr>
        <p:spPr>
          <a:xfrm xmlns:a="http://schemas.openxmlformats.org/drawingml/2006/main">
            <a:off x="6412029" y="1678585"/>
            <a:ext cx="377186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资金主要用于样机生产、研发投入和团队运营。</a:t>
            </a:r>
          </a:p>
        </p:txBody>
      </p:sp>
      <p:sp>
        <p:nvSpPr>
          <p:cNvPr id="54" name="pdf-text-0054">
            <a:extLst xmlns:a="http://schemas.openxmlformats.org/drawingml/2006/main">
              <a:ext uri="{FF2B5EF4-FFF2-40B4-BE49-F238E27FC236}">
                <a16:creationId xmlns:a16="http://schemas.microsoft.com/office/drawing/2014/main" id="{02BABB2A-7A3A-4BF0-9F05-752199BDFBED}"/>
              </a:ext>
            </a:extLst>
          </p:cNvPr>
          <p:cNvSpPr>
            <a:spLocks xmlns:a="http://schemas.openxmlformats.org/drawingml/2006/main" noGrp="1"/>
          </p:cNvSpPr>
          <p:nvPr/>
        </p:nvSpPr>
        <p:spPr>
          <a:xfrm xmlns:a="http://schemas.openxmlformats.org/drawingml/2006/main">
            <a:off x="2328339" y="5884337"/>
            <a:ext cx="3543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受创始人控制的股权为63.58%，投资人股权为36.42%</a:t>
            </a:r>
          </a:p>
        </p:txBody>
      </p:sp>
      <p:sp>
        <p:nvSpPr>
          <p:cNvPr id="55" name="pdf-text-0055">
            <a:extLst xmlns:a="http://schemas.openxmlformats.org/drawingml/2006/main">
              <a:ext uri="{FF2B5EF4-FFF2-40B4-BE49-F238E27FC236}">
                <a16:creationId xmlns:a16="http://schemas.microsoft.com/office/drawing/2014/main" id="{8F2ED44D-2FD5-4BF8-BAB5-9E653B428DC8}"/>
              </a:ext>
            </a:extLst>
          </p:cNvPr>
          <p:cNvSpPr>
            <a:spLocks xmlns:a="http://schemas.openxmlformats.org/drawingml/2006/main" noGrp="1"/>
          </p:cNvSpPr>
          <p:nvPr/>
        </p:nvSpPr>
        <p:spPr>
          <a:xfrm xmlns:a="http://schemas.openxmlformats.org/drawingml/2006/main">
            <a:off x="639446" y="347905"/>
            <a:ext cx="1159776"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投资方案</a:t>
            </a:r>
          </a:p>
        </p:txBody>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88a5158cc8bb438c"/>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57" name="pdf-vector-0057">
            <a:extLst xmlns:a="http://schemas.openxmlformats.org/drawingml/2006/main">
              <a:ext uri="{FF2B5EF4-FFF2-40B4-BE49-F238E27FC236}">
                <a16:creationId xmlns:a16="http://schemas.microsoft.com/office/drawing/2014/main" id="{0BAB5B19-7ABD-4E6A-B2E6-5268BE59A851}"/>
              </a:ext>
            </a:extLst>
          </p:cNvPr>
          <p:cNvSpPr>
            <a:spLocks xmlns:a="http://schemas.openxmlformats.org/drawingml/2006/main" noGrp="1"/>
          </p:cNvSpPr>
          <p:nvPr/>
        </p:nvSpPr>
        <p:spPr>
          <a:xfrm xmlns:a="http://schemas.openxmlformats.org/drawingml/2006/main">
            <a:off x="2479688" y="3650958"/>
            <a:ext cx="1218565" cy="368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8" name="pdf-text-0058">
            <a:extLst xmlns:a="http://schemas.openxmlformats.org/drawingml/2006/main">
              <a:ext uri="{FF2B5EF4-FFF2-40B4-BE49-F238E27FC236}">
                <a16:creationId xmlns:a16="http://schemas.microsoft.com/office/drawing/2014/main" id="{21C9FD2E-E28C-4F44-8401-D6BDDD226CFC}"/>
              </a:ext>
            </a:extLst>
          </p:cNvPr>
          <p:cNvSpPr>
            <a:spLocks xmlns:a="http://schemas.openxmlformats.org/drawingml/2006/main" noGrp="1"/>
          </p:cNvSpPr>
          <p:nvPr/>
        </p:nvSpPr>
        <p:spPr>
          <a:xfrm xmlns:a="http://schemas.openxmlformats.org/drawingml/2006/main">
            <a:off x="2577548" y="3716936"/>
            <a:ext cx="1060713"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0" i="0">
                <a:solidFill>
                  <a:srgbClr val="117CB4"/>
                </a:solidFill>
                <a:latin typeface="KaiTi"/>
                <a:ea typeface="KaiTi"/>
                <a:cs typeface="KaiTi"/>
              </a:defRPr>
            </a:pPr>
            <a:r>
              <a:rPr sz="2004" b="0" i="0">
                <a:solidFill>
                  <a:srgbClr val="117CB4"/>
                </a:solidFill>
                <a:latin typeface="KaiTi"/>
                <a:ea typeface="KaiTi"/>
                <a:cs typeface="KaiTi"/>
              </a:rPr>
              <a:t>投资机构</a:t>
            </a:r>
          </a:p>
        </p:txBody>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fc2af73a50684744"/>
          <a:srcRect xmlns:a="http://schemas.openxmlformats.org/drawingml/2006/main" l="86" t="0" r="86" b="0"/>
          <a:stretch xmlns:a="http://schemas.openxmlformats.org/drawingml/2006/main">
            <a:fillRect l="0" t="0" r="0" b="0"/>
          </a:stretch>
        </p:blipFill>
        <p:spPr>
          <a:xfrm xmlns:a="http://schemas.openxmlformats.org/drawingml/2006/main">
            <a:off x="4377709" y="4176735"/>
            <a:ext cx="1431290" cy="494030"/>
          </a:xfrm>
          <a:prstGeom xmlns:a="http://schemas.openxmlformats.org/drawingml/2006/main" prst="rect">
            <a:avLst/>
          </a:prstGeom>
        </p:spPr>
      </p:pic>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c9e535d02c6b47f4"/>
          <a:srcRect xmlns:a="http://schemas.openxmlformats.org/drawingml/2006/main" l="44" t="0" r="44" b="0"/>
          <a:stretch xmlns:a="http://schemas.openxmlformats.org/drawingml/2006/main">
            <a:fillRect l="0" t="0" r="0" b="0"/>
          </a:stretch>
        </p:blipFill>
        <p:spPr>
          <a:xfrm xmlns:a="http://schemas.openxmlformats.org/drawingml/2006/main">
            <a:off x="2470804" y="4969849"/>
            <a:ext cx="1419860" cy="509905"/>
          </a:xfrm>
          <a:prstGeom xmlns:a="http://schemas.openxmlformats.org/drawingml/2006/main" prst="rect">
            <a:avLst/>
          </a:prstGeom>
        </p:spPr>
      </p:pic>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730400c37c434c1f"/>
          <a:srcRect xmlns:a="http://schemas.openxmlformats.org/drawingml/2006/main" l="128" t="0" r="128" b="0"/>
          <a:stretch xmlns:a="http://schemas.openxmlformats.org/drawingml/2006/main">
            <a:fillRect l="0" t="0" r="0" b="0"/>
          </a:stretch>
        </p:blipFill>
        <p:spPr>
          <a:xfrm xmlns:a="http://schemas.openxmlformats.org/drawingml/2006/main">
            <a:off x="4414769" y="4866794"/>
            <a:ext cx="1215390" cy="676275"/>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b3c9d964005448e3"/>
          <a:srcRect xmlns:a="http://schemas.openxmlformats.org/drawingml/2006/main" l="2105" t="0" r="2105" b="0"/>
          <a:stretch xmlns:a="http://schemas.openxmlformats.org/drawingml/2006/main">
            <a:fillRect l="0" t="0" r="0" b="0"/>
          </a:stretch>
        </p:blipFill>
        <p:spPr>
          <a:xfrm xmlns:a="http://schemas.openxmlformats.org/drawingml/2006/main">
            <a:off x="1722139" y="4122759"/>
            <a:ext cx="2588732" cy="543114"/>
          </a:xfrm>
          <a:prstGeom xmlns:a="http://schemas.openxmlformats.org/drawingml/2006/main" prst="rect">
            <a:avLst/>
          </a:prstGeom>
        </p:spPr>
      </p:pic>
      <p:pic>
        <p:nvPicPr>
          <p:cNvPr id="130" name=""/>
          <p:cNvPicPr>
            <a:picLocks xmlns:a="http://schemas.openxmlformats.org/drawingml/2006/main" noChangeAspect="1"/>
          </p:cNvPicPr>
          <p:nvPr/>
        </p:nvPicPr>
        <p:blipFill>
          <a:blip xmlns:r="http://schemas.openxmlformats.org/officeDocument/2006/relationships" xmlns:a="http://schemas.openxmlformats.org/drawingml/2006/main" r:embed="Rd0fa2ea76fb049c4"/>
          <a:srcRect xmlns:a="http://schemas.openxmlformats.org/drawingml/2006/main" l="0" t="358" r="0" b="358"/>
          <a:stretch xmlns:a="http://schemas.openxmlformats.org/drawingml/2006/main">
            <a:fillRect l="0" t="0" r="0" b="0"/>
          </a:stretch>
        </p:blipFill>
        <p:spPr>
          <a:xfrm xmlns:a="http://schemas.openxmlformats.org/drawingml/2006/main">
            <a:off x="511194" y="4122125"/>
            <a:ext cx="1355725" cy="561340"/>
          </a:xfrm>
          <a:prstGeom xmlns:a="http://schemas.openxmlformats.org/drawingml/2006/main" prst="rect">
            <a:avLst/>
          </a:prstGeom>
        </p:spPr>
      </p:pic>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6d6d7b0899ac4325"/>
          <a:srcRect xmlns:a="http://schemas.openxmlformats.org/drawingml/2006/main" l="43" t="0" r="43" b="0"/>
          <a:stretch xmlns:a="http://schemas.openxmlformats.org/drawingml/2006/main">
            <a:fillRect l="0" t="0" r="0" b="0"/>
          </a:stretch>
        </p:blipFill>
        <p:spPr>
          <a:xfrm xmlns:a="http://schemas.openxmlformats.org/drawingml/2006/main">
            <a:off x="660654" y="4886664"/>
            <a:ext cx="1095830" cy="656404"/>
          </a:xfrm>
          <a:prstGeom xmlns:a="http://schemas.openxmlformats.org/drawingml/2006/main" prst="rect">
            <a:avLst/>
          </a:prstGeom>
        </p:spPr>
      </p:pic>
      <p:sp>
        <p:nvSpPr>
          <p:cNvPr id="65" name="pdf-text-0065">
            <a:extLst xmlns:a="http://schemas.openxmlformats.org/drawingml/2006/main">
              <a:ext uri="{FF2B5EF4-FFF2-40B4-BE49-F238E27FC236}">
                <a16:creationId xmlns:a16="http://schemas.microsoft.com/office/drawing/2014/main" id="{CB00F52E-E195-4F49-AB70-705A79890B89}"/>
              </a:ext>
            </a:extLst>
          </p:cNvPr>
          <p:cNvSpPr>
            <a:spLocks xmlns:a="http://schemas.openxmlformats.org/drawingml/2006/main" noGrp="1"/>
          </p:cNvSpPr>
          <p:nvPr/>
        </p:nvSpPr>
        <p:spPr>
          <a:xfrm xmlns:a="http://schemas.openxmlformats.org/drawingml/2006/main">
            <a:off x="2781604" y="5539261"/>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00" b="0" i="0">
                <a:solidFill>
                  <a:srgbClr val="000000"/>
                </a:solidFill>
                <a:latin typeface="KaiTi"/>
                <a:ea typeface="KaiTi"/>
                <a:cs typeface="KaiTi"/>
              </a:defRPr>
            </a:pPr>
            <a:r>
              <a:rPr sz="1200" b="0" i="0">
                <a:solidFill>
                  <a:srgbClr val="000000"/>
                </a:solidFill>
                <a:latin typeface="KaiTi"/>
                <a:ea typeface="KaiTi"/>
                <a:cs typeface="KaiTi"/>
              </a:rPr>
              <a:t>*由于投资部门撤裁，捷创和腾讯股权已回购</a:t>
            </a:r>
          </a:p>
        </p:txBody>
      </p:sp>
      <p:sp>
        <p:nvSpPr>
          <p:cNvPr id="66" name="pdf-vector-0066">
            <a:extLst xmlns:a="http://schemas.openxmlformats.org/drawingml/2006/main">
              <a:ext uri="{FF2B5EF4-FFF2-40B4-BE49-F238E27FC236}">
                <a16:creationId xmlns:a16="http://schemas.microsoft.com/office/drawing/2014/main" id="{9EE6D2BF-57E6-45B7-A1AF-23AC602987AC}"/>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67" name="pdf-vector-0067">
            <a:extLst xmlns:a="http://schemas.openxmlformats.org/drawingml/2006/main">
              <a:ext uri="{FF2B5EF4-FFF2-40B4-BE49-F238E27FC236}">
                <a16:creationId xmlns:a16="http://schemas.microsoft.com/office/drawing/2014/main" id="{564ACF68-7F21-413A-83D8-B4125EC0C929}"/>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Tree>
    <p:extLst>
      <p:ext uri="{BB962C8B-B14F-4D97-AF65-F5344CB8AC3E}">
        <p14:creationId xmlns:p14="http://schemas.microsoft.com/office/powerpoint/2010/main" val="84693276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 name="pdf-vector-0001">
            <a:extLst xmlns:a="http://schemas.openxmlformats.org/drawingml/2006/main">
              <a:ext uri="{FF2B5EF4-FFF2-40B4-BE49-F238E27FC236}">
                <a16:creationId xmlns:a16="http://schemas.microsoft.com/office/drawing/2014/main" id="{9FD460EE-829A-4622-88E3-D3A0EC7A68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vector-0002">
            <a:extLst xmlns:a="http://schemas.openxmlformats.org/drawingml/2006/main">
              <a:ext uri="{FF2B5EF4-FFF2-40B4-BE49-F238E27FC236}">
                <a16:creationId xmlns:a16="http://schemas.microsoft.com/office/drawing/2014/main" id="{22BAEC34-A90B-4EB1-8634-7DDDE70B46AD}"/>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3" name="pdf-vector-0003">
            <a:extLst xmlns:a="http://schemas.openxmlformats.org/drawingml/2006/main">
              <a:ext uri="{FF2B5EF4-FFF2-40B4-BE49-F238E27FC236}">
                <a16:creationId xmlns:a16="http://schemas.microsoft.com/office/drawing/2014/main" id="{D7C70DB3-3AA9-49B7-8898-B657238BE5CB}"/>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4" name="pdf-text-0004">
            <a:extLst xmlns:a="http://schemas.openxmlformats.org/drawingml/2006/main">
              <a:ext uri="{FF2B5EF4-FFF2-40B4-BE49-F238E27FC236}">
                <a16:creationId xmlns:a16="http://schemas.microsoft.com/office/drawing/2014/main" id="{0CDBAEDD-819B-46D4-B8B9-C1B45C129846}"/>
              </a:ext>
            </a:extLst>
          </p:cNvPr>
          <p:cNvSpPr>
            <a:spLocks xmlns:a="http://schemas.openxmlformats.org/drawingml/2006/main" noGrp="1"/>
          </p:cNvSpPr>
          <p:nvPr/>
        </p:nvSpPr>
        <p:spPr>
          <a:xfrm xmlns:a="http://schemas.openxmlformats.org/drawingml/2006/main">
            <a:off x="639445" y="352475"/>
            <a:ext cx="649224"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回报</a:t>
            </a:r>
          </a:p>
        </p:txBody>
      </p:sp>
      <p:sp>
        <p:nvSpPr>
          <p:cNvPr id="5" name="pdf-text-0005">
            <a:extLst xmlns:a="http://schemas.openxmlformats.org/drawingml/2006/main">
              <a:ext uri="{FF2B5EF4-FFF2-40B4-BE49-F238E27FC236}">
                <a16:creationId xmlns:a16="http://schemas.microsoft.com/office/drawing/2014/main" id="{AE978F2F-A76B-4F60-9419-9DD13CB358E0}"/>
              </a:ext>
            </a:extLst>
          </p:cNvPr>
          <p:cNvSpPr>
            <a:spLocks xmlns:a="http://schemas.openxmlformats.org/drawingml/2006/main" noGrp="1"/>
          </p:cNvSpPr>
          <p:nvPr/>
        </p:nvSpPr>
        <p:spPr>
          <a:xfrm xmlns:a="http://schemas.openxmlformats.org/drawingml/2006/main">
            <a:off x="1252093" y="373812"/>
            <a:ext cx="598952"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6" b="0" i="0">
                <a:solidFill>
                  <a:srgbClr val="212121"/>
                </a:solidFill>
                <a:latin typeface="KaiTi"/>
                <a:ea typeface="KaiTi"/>
                <a:cs typeface="KaiTi"/>
              </a:defRPr>
            </a:pPr>
            <a:r>
              <a:rPr sz="2196" b="0" i="0">
                <a:solidFill>
                  <a:srgbClr val="212121"/>
                </a:solidFill>
                <a:latin typeface="KaiTi"/>
                <a:ea typeface="KaiTi"/>
                <a:cs typeface="KaiTi"/>
              </a:rPr>
              <a:t>分析</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42e808bbc57c4096"/>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7" name="pdf-vector-0007">
            <a:extLst xmlns:a="http://schemas.openxmlformats.org/drawingml/2006/main">
              <a:ext uri="{FF2B5EF4-FFF2-40B4-BE49-F238E27FC236}">
                <a16:creationId xmlns:a16="http://schemas.microsoft.com/office/drawing/2014/main" id="{2C0109A7-FB09-42AB-9883-A1E91F39B473}"/>
              </a:ext>
            </a:extLst>
          </p:cNvPr>
          <p:cNvSpPr>
            <a:spLocks xmlns:a="http://schemas.openxmlformats.org/drawingml/2006/main" noGrp="1"/>
          </p:cNvSpPr>
          <p:nvPr/>
        </p:nvSpPr>
        <p:spPr>
          <a:xfrm xmlns:a="http://schemas.openxmlformats.org/drawingml/2006/main">
            <a:off x="6930746" y="1819148"/>
            <a:ext cx="2331910" cy="420700"/>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4289F50E-F332-4969-8970-C120822A4190}"/>
              </a:ext>
            </a:extLst>
          </p:cNvPr>
          <p:cNvSpPr>
            <a:spLocks xmlns:a="http://schemas.openxmlformats.org/drawingml/2006/main" noGrp="1"/>
          </p:cNvSpPr>
          <p:nvPr/>
        </p:nvSpPr>
        <p:spPr>
          <a:xfrm xmlns:a="http://schemas.openxmlformats.org/drawingml/2006/main">
            <a:off x="9262656" y="1819148"/>
            <a:ext cx="2212708" cy="420700"/>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9" name="pdf-vector-0009">
            <a:extLst xmlns:a="http://schemas.openxmlformats.org/drawingml/2006/main">
              <a:ext uri="{FF2B5EF4-FFF2-40B4-BE49-F238E27FC236}">
                <a16:creationId xmlns:a16="http://schemas.microsoft.com/office/drawing/2014/main" id="{C17A2B12-E832-4792-A51A-5C9D576D4C2B}"/>
              </a:ext>
            </a:extLst>
          </p:cNvPr>
          <p:cNvSpPr>
            <a:spLocks xmlns:a="http://schemas.openxmlformats.org/drawingml/2006/main" noGrp="1"/>
          </p:cNvSpPr>
          <p:nvPr/>
        </p:nvSpPr>
        <p:spPr>
          <a:xfrm xmlns:a="http://schemas.openxmlformats.org/drawingml/2006/main">
            <a:off x="6927572" y="2239857"/>
            <a:ext cx="4550969" cy="953"/>
          </a:xfrm>
          <a:custGeom xmlns:a="http://schemas.openxmlformats.org/drawingml/2006/main">
            <a:pathLst>
              <a:path w="4550969" h="953">
                <a:moveTo>
                  <a:pt x="0" y="0"/>
                </a:moveTo>
                <a:lnTo>
                  <a:pt x="4550969" y="0"/>
                </a:lnTo>
              </a:path>
            </a:pathLst>
          </a:custGeom>
          <a:noFill xmlns:a="http://schemas.openxmlformats.org/drawingml/2006/main"/>
          <a:ln xmlns:a="http://schemas.openxmlformats.org/drawingml/2006/main" w="6350">
            <a:solidFill>
              <a:srgbClr val="4472C4"/>
            </a:solidFill>
            <a:prstDash val="solid"/>
          </a:ln>
        </p:spPr>
      </p:sp>
      <p:sp>
        <p:nvSpPr>
          <p:cNvPr id="10" name="pdf-vector-0010">
            <a:extLst xmlns:a="http://schemas.openxmlformats.org/drawingml/2006/main">
              <a:ext uri="{FF2B5EF4-FFF2-40B4-BE49-F238E27FC236}">
                <a16:creationId xmlns:a16="http://schemas.microsoft.com/office/drawing/2014/main" id="{23F938EC-8DFD-4801-BAD8-2892DA56FA00}"/>
              </a:ext>
            </a:extLst>
          </p:cNvPr>
          <p:cNvSpPr>
            <a:spLocks xmlns:a="http://schemas.openxmlformats.org/drawingml/2006/main" noGrp="1"/>
          </p:cNvSpPr>
          <p:nvPr/>
        </p:nvSpPr>
        <p:spPr>
          <a:xfrm xmlns:a="http://schemas.openxmlformats.org/drawingml/2006/main">
            <a:off x="6927572" y="2616182"/>
            <a:ext cx="4550969" cy="953"/>
          </a:xfrm>
          <a:custGeom xmlns:a="http://schemas.openxmlformats.org/drawingml/2006/main">
            <a:pathLst>
              <a:path w="4550969" h="953">
                <a:moveTo>
                  <a:pt x="0" y="0"/>
                </a:moveTo>
                <a:lnTo>
                  <a:pt x="4550969" y="0"/>
                </a:lnTo>
              </a:path>
            </a:pathLst>
          </a:custGeom>
          <a:noFill xmlns:a="http://schemas.openxmlformats.org/drawingml/2006/main"/>
          <a:ln xmlns:a="http://schemas.openxmlformats.org/drawingml/2006/main" w="6350">
            <a:solidFill>
              <a:srgbClr val="4472C4"/>
            </a:solidFill>
            <a:prstDash val="solid"/>
          </a:ln>
        </p:spPr>
      </p:sp>
      <p:sp>
        <p:nvSpPr>
          <p:cNvPr id="11" name="pdf-vector-0011">
            <a:extLst xmlns:a="http://schemas.openxmlformats.org/drawingml/2006/main">
              <a:ext uri="{FF2B5EF4-FFF2-40B4-BE49-F238E27FC236}">
                <a16:creationId xmlns:a16="http://schemas.microsoft.com/office/drawing/2014/main" id="{33BF660A-557A-4F45-9BD7-E99250BBC76C}"/>
              </a:ext>
            </a:extLst>
          </p:cNvPr>
          <p:cNvSpPr>
            <a:spLocks xmlns:a="http://schemas.openxmlformats.org/drawingml/2006/main" noGrp="1"/>
          </p:cNvSpPr>
          <p:nvPr/>
        </p:nvSpPr>
        <p:spPr>
          <a:xfrm xmlns:a="http://schemas.openxmlformats.org/drawingml/2006/main">
            <a:off x="6927572" y="2961444"/>
            <a:ext cx="4550969" cy="953"/>
          </a:xfrm>
          <a:custGeom xmlns:a="http://schemas.openxmlformats.org/drawingml/2006/main">
            <a:pathLst>
              <a:path w="4550969" h="953">
                <a:moveTo>
                  <a:pt x="0" y="0"/>
                </a:moveTo>
                <a:lnTo>
                  <a:pt x="4550969" y="0"/>
                </a:lnTo>
              </a:path>
            </a:pathLst>
          </a:custGeom>
          <a:noFill xmlns:a="http://schemas.openxmlformats.org/drawingml/2006/main"/>
          <a:ln xmlns:a="http://schemas.openxmlformats.org/drawingml/2006/main" w="6350">
            <a:solidFill>
              <a:srgbClr val="4472C4"/>
            </a:solidFill>
            <a:prstDash val="solid"/>
          </a:ln>
        </p:spPr>
      </p:sp>
      <p:sp>
        <p:nvSpPr>
          <p:cNvPr id="12" name="pdf-vector-0012">
            <a:extLst xmlns:a="http://schemas.openxmlformats.org/drawingml/2006/main">
              <a:ext uri="{FF2B5EF4-FFF2-40B4-BE49-F238E27FC236}">
                <a16:creationId xmlns:a16="http://schemas.microsoft.com/office/drawing/2014/main" id="{A7C4D6B9-EFCD-46DD-968A-88B64290CE3B}"/>
              </a:ext>
            </a:extLst>
          </p:cNvPr>
          <p:cNvSpPr>
            <a:spLocks xmlns:a="http://schemas.openxmlformats.org/drawingml/2006/main" noGrp="1"/>
          </p:cNvSpPr>
          <p:nvPr/>
        </p:nvSpPr>
        <p:spPr>
          <a:xfrm xmlns:a="http://schemas.openxmlformats.org/drawingml/2006/main">
            <a:off x="6930747" y="1815977"/>
            <a:ext cx="953" cy="1498562"/>
          </a:xfrm>
          <a:custGeom xmlns:a="http://schemas.openxmlformats.org/drawingml/2006/main">
            <a:pathLst>
              <a:path w="953" h="1498562">
                <a:moveTo>
                  <a:pt x="0" y="0"/>
                </a:moveTo>
                <a:lnTo>
                  <a:pt x="0" y="1498562"/>
                </a:lnTo>
              </a:path>
            </a:pathLst>
          </a:custGeom>
          <a:noFill xmlns:a="http://schemas.openxmlformats.org/drawingml/2006/main"/>
          <a:ln xmlns:a="http://schemas.openxmlformats.org/drawingml/2006/main" w="6350">
            <a:solidFill>
              <a:srgbClr val="4472C4"/>
            </a:solidFill>
            <a:prstDash val="solid"/>
          </a:ln>
        </p:spPr>
      </p:sp>
      <p:sp>
        <p:nvSpPr>
          <p:cNvPr id="13" name="pdf-vector-0013">
            <a:extLst xmlns:a="http://schemas.openxmlformats.org/drawingml/2006/main">
              <a:ext uri="{FF2B5EF4-FFF2-40B4-BE49-F238E27FC236}">
                <a16:creationId xmlns:a16="http://schemas.microsoft.com/office/drawing/2014/main" id="{5A6D01CA-7CC5-4D30-AD35-155D412183A8}"/>
              </a:ext>
            </a:extLst>
          </p:cNvPr>
          <p:cNvSpPr>
            <a:spLocks xmlns:a="http://schemas.openxmlformats.org/drawingml/2006/main" noGrp="1"/>
          </p:cNvSpPr>
          <p:nvPr/>
        </p:nvSpPr>
        <p:spPr>
          <a:xfrm xmlns:a="http://schemas.openxmlformats.org/drawingml/2006/main">
            <a:off x="11475371" y="1815977"/>
            <a:ext cx="953" cy="1498562"/>
          </a:xfrm>
          <a:custGeom xmlns:a="http://schemas.openxmlformats.org/drawingml/2006/main">
            <a:pathLst>
              <a:path w="953" h="1498562">
                <a:moveTo>
                  <a:pt x="0" y="0"/>
                </a:moveTo>
                <a:lnTo>
                  <a:pt x="0" y="1498562"/>
                </a:lnTo>
              </a:path>
            </a:pathLst>
          </a:custGeom>
          <a:noFill xmlns:a="http://schemas.openxmlformats.org/drawingml/2006/main"/>
          <a:ln xmlns:a="http://schemas.openxmlformats.org/drawingml/2006/main" w="6350">
            <a:solidFill>
              <a:srgbClr val="4472C4"/>
            </a:solidFill>
            <a:prstDash val="solid"/>
          </a:ln>
        </p:spPr>
      </p:sp>
      <p:sp>
        <p:nvSpPr>
          <p:cNvPr id="14" name="pdf-vector-0014">
            <a:extLst xmlns:a="http://schemas.openxmlformats.org/drawingml/2006/main">
              <a:ext uri="{FF2B5EF4-FFF2-40B4-BE49-F238E27FC236}">
                <a16:creationId xmlns:a16="http://schemas.microsoft.com/office/drawing/2014/main" id="{6E3A5F8A-F756-4378-9A05-4F05C2DBAB55}"/>
              </a:ext>
            </a:extLst>
          </p:cNvPr>
          <p:cNvSpPr>
            <a:spLocks xmlns:a="http://schemas.openxmlformats.org/drawingml/2006/main" noGrp="1"/>
          </p:cNvSpPr>
          <p:nvPr/>
        </p:nvSpPr>
        <p:spPr>
          <a:xfrm xmlns:a="http://schemas.openxmlformats.org/drawingml/2006/main">
            <a:off x="6927572" y="1819152"/>
            <a:ext cx="4550969" cy="953"/>
          </a:xfrm>
          <a:custGeom xmlns:a="http://schemas.openxmlformats.org/drawingml/2006/main">
            <a:pathLst>
              <a:path w="4550969" h="953">
                <a:moveTo>
                  <a:pt x="0" y="0"/>
                </a:moveTo>
                <a:lnTo>
                  <a:pt x="4550969" y="0"/>
                </a:lnTo>
              </a:path>
            </a:pathLst>
          </a:custGeom>
          <a:noFill xmlns:a="http://schemas.openxmlformats.org/drawingml/2006/main"/>
          <a:ln xmlns:a="http://schemas.openxmlformats.org/drawingml/2006/main" w="6350">
            <a:solidFill>
              <a:srgbClr val="4472C4"/>
            </a:solidFill>
            <a:prstDash val="solid"/>
          </a:ln>
        </p:spPr>
      </p:sp>
      <p:sp>
        <p:nvSpPr>
          <p:cNvPr id="15" name="pdf-vector-0015">
            <a:extLst xmlns:a="http://schemas.openxmlformats.org/drawingml/2006/main">
              <a:ext uri="{FF2B5EF4-FFF2-40B4-BE49-F238E27FC236}">
                <a16:creationId xmlns:a16="http://schemas.microsoft.com/office/drawing/2014/main" id="{4828CBE8-E697-4C77-8E58-7666F548A0AD}"/>
              </a:ext>
            </a:extLst>
          </p:cNvPr>
          <p:cNvSpPr>
            <a:spLocks xmlns:a="http://schemas.openxmlformats.org/drawingml/2006/main" noGrp="1"/>
          </p:cNvSpPr>
          <p:nvPr/>
        </p:nvSpPr>
        <p:spPr>
          <a:xfrm xmlns:a="http://schemas.openxmlformats.org/drawingml/2006/main">
            <a:off x="6927572" y="3311361"/>
            <a:ext cx="4550969" cy="953"/>
          </a:xfrm>
          <a:custGeom xmlns:a="http://schemas.openxmlformats.org/drawingml/2006/main">
            <a:pathLst>
              <a:path w="4550969" h="953">
                <a:moveTo>
                  <a:pt x="0" y="0"/>
                </a:moveTo>
                <a:lnTo>
                  <a:pt x="4550969" y="0"/>
                </a:lnTo>
              </a:path>
            </a:pathLst>
          </a:custGeom>
          <a:noFill xmlns:a="http://schemas.openxmlformats.org/drawingml/2006/main"/>
          <a:ln xmlns:a="http://schemas.openxmlformats.org/drawingml/2006/main" w="6350">
            <a:solidFill>
              <a:srgbClr val="4472C4"/>
            </a:solidFill>
            <a:prstDash val="solid"/>
          </a:ln>
        </p:spPr>
      </p:sp>
      <p:sp>
        <p:nvSpPr>
          <p:cNvPr id="16" name="pdf-text-0016">
            <a:extLst xmlns:a="http://schemas.openxmlformats.org/drawingml/2006/main">
              <a:ext uri="{FF2B5EF4-FFF2-40B4-BE49-F238E27FC236}">
                <a16:creationId xmlns:a16="http://schemas.microsoft.com/office/drawing/2014/main" id="{1F775896-0D1E-4BD5-A164-D8EA5E6DBB61}"/>
              </a:ext>
            </a:extLst>
          </p:cNvPr>
          <p:cNvSpPr>
            <a:spLocks xmlns:a="http://schemas.openxmlformats.org/drawingml/2006/main" noGrp="1"/>
          </p:cNvSpPr>
          <p:nvPr/>
        </p:nvSpPr>
        <p:spPr>
          <a:xfrm xmlns:a="http://schemas.openxmlformats.org/drawingml/2006/main">
            <a:off x="7740596" y="1900900"/>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轻蜓预测</a:t>
            </a:r>
          </a:p>
        </p:txBody>
      </p:sp>
      <p:sp>
        <p:nvSpPr>
          <p:cNvPr id="17" name="pdf-text-0017">
            <a:extLst xmlns:a="http://schemas.openxmlformats.org/drawingml/2006/main">
              <a:ext uri="{FF2B5EF4-FFF2-40B4-BE49-F238E27FC236}">
                <a16:creationId xmlns:a16="http://schemas.microsoft.com/office/drawing/2014/main" id="{022013C5-1D93-4FD0-A604-B0407CE1B4BF}"/>
              </a:ext>
            </a:extLst>
          </p:cNvPr>
          <p:cNvSpPr>
            <a:spLocks xmlns:a="http://schemas.openxmlformats.org/drawingml/2006/main" noGrp="1"/>
          </p:cNvSpPr>
          <p:nvPr/>
        </p:nvSpPr>
        <p:spPr>
          <a:xfrm xmlns:a="http://schemas.openxmlformats.org/drawingml/2006/main">
            <a:off x="10145560" y="1900900"/>
            <a:ext cx="48397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2029E</a:t>
            </a:r>
          </a:p>
        </p:txBody>
      </p:sp>
      <p:sp>
        <p:nvSpPr>
          <p:cNvPr id="18" name="pdf-text-0018">
            <a:extLst xmlns:a="http://schemas.openxmlformats.org/drawingml/2006/main">
              <a:ext uri="{FF2B5EF4-FFF2-40B4-BE49-F238E27FC236}">
                <a16:creationId xmlns:a16="http://schemas.microsoft.com/office/drawing/2014/main" id="{7C26EA58-5CFC-4F93-AD88-618720F7817F}"/>
              </a:ext>
            </a:extLst>
          </p:cNvPr>
          <p:cNvSpPr>
            <a:spLocks xmlns:a="http://schemas.openxmlformats.org/drawingml/2006/main" noGrp="1"/>
          </p:cNvSpPr>
          <p:nvPr/>
        </p:nvSpPr>
        <p:spPr>
          <a:xfrm xmlns:a="http://schemas.openxmlformats.org/drawingml/2006/main">
            <a:off x="7385505" y="2321605"/>
            <a:ext cx="14615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预计收入（亿元）</a:t>
            </a:r>
          </a:p>
        </p:txBody>
      </p:sp>
      <p:sp>
        <p:nvSpPr>
          <p:cNvPr id="19" name="pdf-text-0019">
            <a:extLst xmlns:a="http://schemas.openxmlformats.org/drawingml/2006/main">
              <a:ext uri="{FF2B5EF4-FFF2-40B4-BE49-F238E27FC236}">
                <a16:creationId xmlns:a16="http://schemas.microsoft.com/office/drawing/2014/main" id="{09DBA4F5-FF89-404F-AE69-D730C606E9D1}"/>
              </a:ext>
            </a:extLst>
          </p:cNvPr>
          <p:cNvSpPr>
            <a:spLocks xmlns:a="http://schemas.openxmlformats.org/drawingml/2006/main" noGrp="1"/>
          </p:cNvSpPr>
          <p:nvPr/>
        </p:nvSpPr>
        <p:spPr>
          <a:xfrm xmlns:a="http://schemas.openxmlformats.org/drawingml/2006/main">
            <a:off x="10323843" y="2321605"/>
            <a:ext cx="12725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5</a:t>
            </a:r>
          </a:p>
        </p:txBody>
      </p:sp>
      <p:sp>
        <p:nvSpPr>
          <p:cNvPr id="20" name="pdf-text-0020">
            <a:extLst xmlns:a="http://schemas.openxmlformats.org/drawingml/2006/main">
              <a:ext uri="{FF2B5EF4-FFF2-40B4-BE49-F238E27FC236}">
                <a16:creationId xmlns:a16="http://schemas.microsoft.com/office/drawing/2014/main" id="{4F76D378-017D-4B70-8720-3DA444F5B04A}"/>
              </a:ext>
            </a:extLst>
          </p:cNvPr>
          <p:cNvSpPr>
            <a:spLocks xmlns:a="http://schemas.openxmlformats.org/drawingml/2006/main" noGrp="1"/>
          </p:cNvSpPr>
          <p:nvPr/>
        </p:nvSpPr>
        <p:spPr>
          <a:xfrm xmlns:a="http://schemas.openxmlformats.org/drawingml/2006/main">
            <a:off x="8007266" y="2698013"/>
            <a:ext cx="21712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PS</a:t>
            </a:r>
          </a:p>
        </p:txBody>
      </p:sp>
      <p:sp>
        <p:nvSpPr>
          <p:cNvPr id="21" name="pdf-text-0021">
            <a:extLst xmlns:a="http://schemas.openxmlformats.org/drawingml/2006/main">
              <a:ext uri="{FF2B5EF4-FFF2-40B4-BE49-F238E27FC236}">
                <a16:creationId xmlns:a16="http://schemas.microsoft.com/office/drawing/2014/main" id="{8B393F60-9115-4B58-A051-82CD7CA54B21}"/>
              </a:ext>
            </a:extLst>
          </p:cNvPr>
          <p:cNvSpPr>
            <a:spLocks xmlns:a="http://schemas.openxmlformats.org/drawingml/2006/main" noGrp="1"/>
          </p:cNvSpPr>
          <p:nvPr/>
        </p:nvSpPr>
        <p:spPr>
          <a:xfrm xmlns:a="http://schemas.openxmlformats.org/drawingml/2006/main">
            <a:off x="10279623" y="2698013"/>
            <a:ext cx="21712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18</a:t>
            </a:r>
          </a:p>
        </p:txBody>
      </p:sp>
      <p:sp>
        <p:nvSpPr>
          <p:cNvPr id="22" name="pdf-text-0022">
            <a:extLst xmlns:a="http://schemas.openxmlformats.org/drawingml/2006/main">
              <a:ext uri="{FF2B5EF4-FFF2-40B4-BE49-F238E27FC236}">
                <a16:creationId xmlns:a16="http://schemas.microsoft.com/office/drawing/2014/main" id="{32369983-2BE0-40B3-8F48-5C33E6AF988B}"/>
              </a:ext>
            </a:extLst>
          </p:cNvPr>
          <p:cNvSpPr>
            <a:spLocks xmlns:a="http://schemas.openxmlformats.org/drawingml/2006/main" noGrp="1"/>
          </p:cNvSpPr>
          <p:nvPr/>
        </p:nvSpPr>
        <p:spPr>
          <a:xfrm xmlns:a="http://schemas.openxmlformats.org/drawingml/2006/main">
            <a:off x="7385506" y="3043217"/>
            <a:ext cx="14615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预计市值（亿元）</a:t>
            </a:r>
          </a:p>
        </p:txBody>
      </p:sp>
      <p:sp>
        <p:nvSpPr>
          <p:cNvPr id="23" name="pdf-text-0023">
            <a:extLst xmlns:a="http://schemas.openxmlformats.org/drawingml/2006/main">
              <a:ext uri="{FF2B5EF4-FFF2-40B4-BE49-F238E27FC236}">
                <a16:creationId xmlns:a16="http://schemas.microsoft.com/office/drawing/2014/main" id="{EFC03941-CBF0-40AB-8703-706DBAB4A8A1}"/>
              </a:ext>
            </a:extLst>
          </p:cNvPr>
          <p:cNvSpPr>
            <a:spLocks xmlns:a="http://schemas.openxmlformats.org/drawingml/2006/main" noGrp="1"/>
          </p:cNvSpPr>
          <p:nvPr/>
        </p:nvSpPr>
        <p:spPr>
          <a:xfrm xmlns:a="http://schemas.openxmlformats.org/drawingml/2006/main">
            <a:off x="10101315" y="3043217"/>
            <a:ext cx="57236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90-100</a:t>
            </a:r>
          </a:p>
        </p:txBody>
      </p:sp>
      <p:sp>
        <p:nvSpPr>
          <p:cNvPr id="24" name="pdf-vector-0024">
            <a:extLst xmlns:a="http://schemas.openxmlformats.org/drawingml/2006/main">
              <a:ext uri="{FF2B5EF4-FFF2-40B4-BE49-F238E27FC236}">
                <a16:creationId xmlns:a16="http://schemas.microsoft.com/office/drawing/2014/main" id="{CDF67C73-FCFC-407B-856B-959A90C67DB5}"/>
              </a:ext>
            </a:extLst>
          </p:cNvPr>
          <p:cNvSpPr>
            <a:spLocks xmlns:a="http://schemas.openxmlformats.org/drawingml/2006/main" noGrp="1"/>
          </p:cNvSpPr>
          <p:nvPr/>
        </p:nvSpPr>
        <p:spPr>
          <a:xfrm xmlns:a="http://schemas.openxmlformats.org/drawingml/2006/main">
            <a:off x="420116" y="1121588"/>
            <a:ext cx="1510157" cy="456717"/>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25" name="pdf-vector-0025">
            <a:extLst xmlns:a="http://schemas.openxmlformats.org/drawingml/2006/main">
              <a:ext uri="{FF2B5EF4-FFF2-40B4-BE49-F238E27FC236}">
                <a16:creationId xmlns:a16="http://schemas.microsoft.com/office/drawing/2014/main" id="{796D728F-ABDB-4642-82A5-7012B16A313D}"/>
              </a:ext>
            </a:extLst>
          </p:cNvPr>
          <p:cNvSpPr>
            <a:spLocks xmlns:a="http://schemas.openxmlformats.org/drawingml/2006/main" noGrp="1"/>
          </p:cNvSpPr>
          <p:nvPr/>
        </p:nvSpPr>
        <p:spPr>
          <a:xfrm xmlns:a="http://schemas.openxmlformats.org/drawingml/2006/main">
            <a:off x="1930273" y="1121588"/>
            <a:ext cx="1510157" cy="456717"/>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26" name="pdf-vector-0026">
            <a:extLst xmlns:a="http://schemas.openxmlformats.org/drawingml/2006/main">
              <a:ext uri="{FF2B5EF4-FFF2-40B4-BE49-F238E27FC236}">
                <a16:creationId xmlns:a16="http://schemas.microsoft.com/office/drawing/2014/main" id="{0BCC7FB7-0466-4519-B3B2-98F68102B3BE}"/>
              </a:ext>
            </a:extLst>
          </p:cNvPr>
          <p:cNvSpPr>
            <a:spLocks xmlns:a="http://schemas.openxmlformats.org/drawingml/2006/main" noGrp="1"/>
          </p:cNvSpPr>
          <p:nvPr/>
        </p:nvSpPr>
        <p:spPr>
          <a:xfrm xmlns:a="http://schemas.openxmlformats.org/drawingml/2006/main">
            <a:off x="3440430" y="1121588"/>
            <a:ext cx="1510157" cy="456717"/>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27" name="pdf-vector-0027">
            <a:extLst xmlns:a="http://schemas.openxmlformats.org/drawingml/2006/main">
              <a:ext uri="{FF2B5EF4-FFF2-40B4-BE49-F238E27FC236}">
                <a16:creationId xmlns:a16="http://schemas.microsoft.com/office/drawing/2014/main" id="{581D368D-157D-4558-B1CC-7F0B39D5EB6F}"/>
              </a:ext>
            </a:extLst>
          </p:cNvPr>
          <p:cNvSpPr>
            <a:spLocks xmlns:a="http://schemas.openxmlformats.org/drawingml/2006/main" noGrp="1"/>
          </p:cNvSpPr>
          <p:nvPr/>
        </p:nvSpPr>
        <p:spPr>
          <a:xfrm xmlns:a="http://schemas.openxmlformats.org/drawingml/2006/main">
            <a:off x="4950587" y="1121588"/>
            <a:ext cx="1510157" cy="456717"/>
          </a:xfrm>
          <a:prstGeom xmlns:a="http://schemas.openxmlformats.org/drawingml/2006/main" prst="rect">
            <a:avLst/>
          </a:prstGeom>
          <a:solidFill xmlns:a="http://schemas.openxmlformats.org/drawingml/2006/main">
            <a:srgbClr val="4472C4"/>
          </a:solidFill>
          <a:ln xmlns:a="http://schemas.openxmlformats.org/drawingml/2006/main" w="0">
            <a:noFill/>
            <a:prstDash val="solid"/>
          </a:ln>
        </p:spPr>
      </p:sp>
      <p:sp>
        <p:nvSpPr>
          <p:cNvPr id="28" name="pdf-vector-0028">
            <a:extLst xmlns:a="http://schemas.openxmlformats.org/drawingml/2006/main">
              <a:ext uri="{FF2B5EF4-FFF2-40B4-BE49-F238E27FC236}">
                <a16:creationId xmlns:a16="http://schemas.microsoft.com/office/drawing/2014/main" id="{66867466-DFFF-42AC-BF12-D344F4E43AE6}"/>
              </a:ext>
            </a:extLst>
          </p:cNvPr>
          <p:cNvSpPr>
            <a:spLocks xmlns:a="http://schemas.openxmlformats.org/drawingml/2006/main" noGrp="1"/>
          </p:cNvSpPr>
          <p:nvPr/>
        </p:nvSpPr>
        <p:spPr>
          <a:xfrm xmlns:a="http://schemas.openxmlformats.org/drawingml/2006/main">
            <a:off x="416944" y="1578297"/>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29" name="pdf-vector-0029">
            <a:extLst xmlns:a="http://schemas.openxmlformats.org/drawingml/2006/main">
              <a:ext uri="{FF2B5EF4-FFF2-40B4-BE49-F238E27FC236}">
                <a16:creationId xmlns:a16="http://schemas.microsoft.com/office/drawing/2014/main" id="{21762240-BD75-49EB-A066-76C53617E57D}"/>
              </a:ext>
            </a:extLst>
          </p:cNvPr>
          <p:cNvSpPr>
            <a:spLocks xmlns:a="http://schemas.openxmlformats.org/drawingml/2006/main" noGrp="1"/>
          </p:cNvSpPr>
          <p:nvPr/>
        </p:nvSpPr>
        <p:spPr>
          <a:xfrm xmlns:a="http://schemas.openxmlformats.org/drawingml/2006/main">
            <a:off x="416944" y="1973452"/>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0" name="pdf-vector-0030">
            <a:extLst xmlns:a="http://schemas.openxmlformats.org/drawingml/2006/main">
              <a:ext uri="{FF2B5EF4-FFF2-40B4-BE49-F238E27FC236}">
                <a16:creationId xmlns:a16="http://schemas.microsoft.com/office/drawing/2014/main" id="{2942E5FB-7014-47CC-B508-3B93633F62E8}"/>
              </a:ext>
            </a:extLst>
          </p:cNvPr>
          <p:cNvSpPr>
            <a:spLocks xmlns:a="http://schemas.openxmlformats.org/drawingml/2006/main" noGrp="1"/>
          </p:cNvSpPr>
          <p:nvPr/>
        </p:nvSpPr>
        <p:spPr>
          <a:xfrm xmlns:a="http://schemas.openxmlformats.org/drawingml/2006/main">
            <a:off x="416944" y="2272021"/>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1" name="pdf-vector-0031">
            <a:extLst xmlns:a="http://schemas.openxmlformats.org/drawingml/2006/main">
              <a:ext uri="{FF2B5EF4-FFF2-40B4-BE49-F238E27FC236}">
                <a16:creationId xmlns:a16="http://schemas.microsoft.com/office/drawing/2014/main" id="{2F7BB909-1158-4EB3-B262-9980250268DC}"/>
              </a:ext>
            </a:extLst>
          </p:cNvPr>
          <p:cNvSpPr>
            <a:spLocks xmlns:a="http://schemas.openxmlformats.org/drawingml/2006/main" noGrp="1"/>
          </p:cNvSpPr>
          <p:nvPr/>
        </p:nvSpPr>
        <p:spPr>
          <a:xfrm xmlns:a="http://schemas.openxmlformats.org/drawingml/2006/main">
            <a:off x="416944" y="2678273"/>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2" name="pdf-vector-0032">
            <a:extLst xmlns:a="http://schemas.openxmlformats.org/drawingml/2006/main">
              <a:ext uri="{FF2B5EF4-FFF2-40B4-BE49-F238E27FC236}">
                <a16:creationId xmlns:a16="http://schemas.microsoft.com/office/drawing/2014/main" id="{18FD501A-EA22-44B2-B461-60679318F41E}"/>
              </a:ext>
            </a:extLst>
          </p:cNvPr>
          <p:cNvSpPr>
            <a:spLocks xmlns:a="http://schemas.openxmlformats.org/drawingml/2006/main" noGrp="1"/>
          </p:cNvSpPr>
          <p:nvPr/>
        </p:nvSpPr>
        <p:spPr>
          <a:xfrm xmlns:a="http://schemas.openxmlformats.org/drawingml/2006/main">
            <a:off x="416944" y="3039516"/>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3" name="pdf-vector-0033">
            <a:extLst xmlns:a="http://schemas.openxmlformats.org/drawingml/2006/main">
              <a:ext uri="{FF2B5EF4-FFF2-40B4-BE49-F238E27FC236}">
                <a16:creationId xmlns:a16="http://schemas.microsoft.com/office/drawing/2014/main" id="{3F8F2EDB-18BA-4983-A34A-5E8BEFD244FD}"/>
              </a:ext>
            </a:extLst>
          </p:cNvPr>
          <p:cNvSpPr>
            <a:spLocks xmlns:a="http://schemas.openxmlformats.org/drawingml/2006/main" noGrp="1"/>
          </p:cNvSpPr>
          <p:nvPr/>
        </p:nvSpPr>
        <p:spPr>
          <a:xfrm xmlns:a="http://schemas.openxmlformats.org/drawingml/2006/main">
            <a:off x="416944" y="3350515"/>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4" name="pdf-vector-0034">
            <a:extLst xmlns:a="http://schemas.openxmlformats.org/drawingml/2006/main">
              <a:ext uri="{FF2B5EF4-FFF2-40B4-BE49-F238E27FC236}">
                <a16:creationId xmlns:a16="http://schemas.microsoft.com/office/drawing/2014/main" id="{1054D99D-895C-4751-B303-B9E69930C5FC}"/>
              </a:ext>
            </a:extLst>
          </p:cNvPr>
          <p:cNvSpPr>
            <a:spLocks xmlns:a="http://schemas.openxmlformats.org/drawingml/2006/main" noGrp="1"/>
          </p:cNvSpPr>
          <p:nvPr/>
        </p:nvSpPr>
        <p:spPr>
          <a:xfrm xmlns:a="http://schemas.openxmlformats.org/drawingml/2006/main">
            <a:off x="416944" y="3685697"/>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5" name="pdf-vector-0035">
            <a:extLst xmlns:a="http://schemas.openxmlformats.org/drawingml/2006/main">
              <a:ext uri="{FF2B5EF4-FFF2-40B4-BE49-F238E27FC236}">
                <a16:creationId xmlns:a16="http://schemas.microsoft.com/office/drawing/2014/main" id="{E0D18577-1F26-48B2-96F6-A9286786A610}"/>
              </a:ext>
            </a:extLst>
          </p:cNvPr>
          <p:cNvSpPr>
            <a:spLocks xmlns:a="http://schemas.openxmlformats.org/drawingml/2006/main" noGrp="1"/>
          </p:cNvSpPr>
          <p:nvPr/>
        </p:nvSpPr>
        <p:spPr>
          <a:xfrm xmlns:a="http://schemas.openxmlformats.org/drawingml/2006/main">
            <a:off x="420119" y="1118409"/>
            <a:ext cx="953" cy="2905722"/>
          </a:xfrm>
          <a:custGeom xmlns:a="http://schemas.openxmlformats.org/drawingml/2006/main">
            <a:pathLst>
              <a:path w="953" h="2905722">
                <a:moveTo>
                  <a:pt x="0" y="0"/>
                </a:moveTo>
                <a:lnTo>
                  <a:pt x="0" y="2905722"/>
                </a:lnTo>
              </a:path>
            </a:pathLst>
          </a:custGeom>
          <a:noFill xmlns:a="http://schemas.openxmlformats.org/drawingml/2006/main"/>
          <a:ln xmlns:a="http://schemas.openxmlformats.org/drawingml/2006/main" w="6350">
            <a:solidFill>
              <a:srgbClr val="4472C4"/>
            </a:solidFill>
            <a:prstDash val="solid"/>
          </a:ln>
        </p:spPr>
      </p:sp>
      <p:sp>
        <p:nvSpPr>
          <p:cNvPr id="36" name="pdf-vector-0036">
            <a:extLst xmlns:a="http://schemas.openxmlformats.org/drawingml/2006/main">
              <a:ext uri="{FF2B5EF4-FFF2-40B4-BE49-F238E27FC236}">
                <a16:creationId xmlns:a16="http://schemas.microsoft.com/office/drawing/2014/main" id="{F6EF0A41-E26A-41CD-B920-F26E948364D9}"/>
              </a:ext>
            </a:extLst>
          </p:cNvPr>
          <p:cNvSpPr>
            <a:spLocks xmlns:a="http://schemas.openxmlformats.org/drawingml/2006/main" noGrp="1"/>
          </p:cNvSpPr>
          <p:nvPr/>
        </p:nvSpPr>
        <p:spPr>
          <a:xfrm xmlns:a="http://schemas.openxmlformats.org/drawingml/2006/main">
            <a:off x="6460735" y="1118409"/>
            <a:ext cx="953" cy="2905722"/>
          </a:xfrm>
          <a:custGeom xmlns:a="http://schemas.openxmlformats.org/drawingml/2006/main">
            <a:pathLst>
              <a:path w="953" h="2905722">
                <a:moveTo>
                  <a:pt x="0" y="0"/>
                </a:moveTo>
                <a:lnTo>
                  <a:pt x="0" y="2905722"/>
                </a:lnTo>
              </a:path>
            </a:pathLst>
          </a:custGeom>
          <a:noFill xmlns:a="http://schemas.openxmlformats.org/drawingml/2006/main"/>
          <a:ln xmlns:a="http://schemas.openxmlformats.org/drawingml/2006/main" w="6350">
            <a:solidFill>
              <a:srgbClr val="4472C4"/>
            </a:solidFill>
            <a:prstDash val="solid"/>
          </a:ln>
        </p:spPr>
      </p:sp>
      <p:sp>
        <p:nvSpPr>
          <p:cNvPr id="37" name="pdf-vector-0037">
            <a:extLst xmlns:a="http://schemas.openxmlformats.org/drawingml/2006/main">
              <a:ext uri="{FF2B5EF4-FFF2-40B4-BE49-F238E27FC236}">
                <a16:creationId xmlns:a16="http://schemas.microsoft.com/office/drawing/2014/main" id="{87B96DB7-87FE-410C-AF9E-DE9F2F7F3D37}"/>
              </a:ext>
            </a:extLst>
          </p:cNvPr>
          <p:cNvSpPr>
            <a:spLocks xmlns:a="http://schemas.openxmlformats.org/drawingml/2006/main" noGrp="1"/>
          </p:cNvSpPr>
          <p:nvPr/>
        </p:nvSpPr>
        <p:spPr>
          <a:xfrm xmlns:a="http://schemas.openxmlformats.org/drawingml/2006/main">
            <a:off x="416944" y="1121584"/>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8" name="pdf-vector-0038">
            <a:extLst xmlns:a="http://schemas.openxmlformats.org/drawingml/2006/main">
              <a:ext uri="{FF2B5EF4-FFF2-40B4-BE49-F238E27FC236}">
                <a16:creationId xmlns:a16="http://schemas.microsoft.com/office/drawing/2014/main" id="{F792CAE8-948D-4846-A3E3-BB8FFE2D2AA7}"/>
              </a:ext>
            </a:extLst>
          </p:cNvPr>
          <p:cNvSpPr>
            <a:spLocks xmlns:a="http://schemas.openxmlformats.org/drawingml/2006/main" noGrp="1"/>
          </p:cNvSpPr>
          <p:nvPr/>
        </p:nvSpPr>
        <p:spPr>
          <a:xfrm xmlns:a="http://schemas.openxmlformats.org/drawingml/2006/main">
            <a:off x="416944" y="4020958"/>
            <a:ext cx="6046965" cy="953"/>
          </a:xfrm>
          <a:custGeom xmlns:a="http://schemas.openxmlformats.org/drawingml/2006/main">
            <a:pathLst>
              <a:path w="6046965" h="953">
                <a:moveTo>
                  <a:pt x="0" y="0"/>
                </a:moveTo>
                <a:lnTo>
                  <a:pt x="6046965" y="0"/>
                </a:lnTo>
              </a:path>
            </a:pathLst>
          </a:custGeom>
          <a:noFill xmlns:a="http://schemas.openxmlformats.org/drawingml/2006/main"/>
          <a:ln xmlns:a="http://schemas.openxmlformats.org/drawingml/2006/main" w="6350">
            <a:solidFill>
              <a:srgbClr val="4472C4"/>
            </a:solidFill>
            <a:prstDash val="solid"/>
          </a:ln>
        </p:spPr>
      </p:sp>
      <p:sp>
        <p:nvSpPr>
          <p:cNvPr id="39" name="pdf-text-0039">
            <a:extLst xmlns:a="http://schemas.openxmlformats.org/drawingml/2006/main">
              <a:ext uri="{FF2B5EF4-FFF2-40B4-BE49-F238E27FC236}">
                <a16:creationId xmlns:a16="http://schemas.microsoft.com/office/drawing/2014/main" id="{B3A09195-3A6F-4281-A805-FE49704BF9C0}"/>
              </a:ext>
            </a:extLst>
          </p:cNvPr>
          <p:cNvSpPr>
            <a:spLocks xmlns:a="http://schemas.openxmlformats.org/drawingml/2006/main" noGrp="1"/>
          </p:cNvSpPr>
          <p:nvPr/>
        </p:nvSpPr>
        <p:spPr>
          <a:xfrm xmlns:a="http://schemas.openxmlformats.org/drawingml/2006/main">
            <a:off x="818326" y="1269479"/>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上市公司</a:t>
            </a:r>
          </a:p>
        </p:txBody>
      </p:sp>
      <p:sp>
        <p:nvSpPr>
          <p:cNvPr id="40" name="pdf-text-0040">
            <a:extLst xmlns:a="http://schemas.openxmlformats.org/drawingml/2006/main">
              <a:ext uri="{FF2B5EF4-FFF2-40B4-BE49-F238E27FC236}">
                <a16:creationId xmlns:a16="http://schemas.microsoft.com/office/drawing/2014/main" id="{4DADA0E5-6D39-4F10-9926-F038534DFFFD}"/>
              </a:ext>
            </a:extLst>
          </p:cNvPr>
          <p:cNvSpPr>
            <a:spLocks xmlns:a="http://schemas.openxmlformats.org/drawingml/2006/main" noGrp="1"/>
          </p:cNvSpPr>
          <p:nvPr/>
        </p:nvSpPr>
        <p:spPr>
          <a:xfrm xmlns:a="http://schemas.openxmlformats.org/drawingml/2006/main">
            <a:off x="2151696" y="1269479"/>
            <a:ext cx="110641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市值（亿元）</a:t>
            </a:r>
          </a:p>
        </p:txBody>
      </p:sp>
      <p:sp>
        <p:nvSpPr>
          <p:cNvPr id="41" name="pdf-text-0041">
            <a:extLst xmlns:a="http://schemas.openxmlformats.org/drawingml/2006/main">
              <a:ext uri="{FF2B5EF4-FFF2-40B4-BE49-F238E27FC236}">
                <a16:creationId xmlns:a16="http://schemas.microsoft.com/office/drawing/2014/main" id="{355A8FA4-8A7C-4D06-B859-EDC292C42FF3}"/>
              </a:ext>
            </a:extLst>
          </p:cNvPr>
          <p:cNvSpPr>
            <a:spLocks xmlns:a="http://schemas.openxmlformats.org/drawingml/2006/main" noGrp="1"/>
          </p:cNvSpPr>
          <p:nvPr/>
        </p:nvSpPr>
        <p:spPr>
          <a:xfrm xmlns:a="http://schemas.openxmlformats.org/drawingml/2006/main">
            <a:off x="4105334" y="1269479"/>
            <a:ext cx="21712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PE</a:t>
            </a:r>
          </a:p>
        </p:txBody>
      </p:sp>
      <p:sp>
        <p:nvSpPr>
          <p:cNvPr id="42" name="pdf-text-0042">
            <a:extLst xmlns:a="http://schemas.openxmlformats.org/drawingml/2006/main">
              <a:ext uri="{FF2B5EF4-FFF2-40B4-BE49-F238E27FC236}">
                <a16:creationId xmlns:a16="http://schemas.microsoft.com/office/drawing/2014/main" id="{C765B23F-A7BF-4C71-8D30-52A4FA0D5DC4}"/>
              </a:ext>
            </a:extLst>
          </p:cNvPr>
          <p:cNvSpPr>
            <a:spLocks xmlns:a="http://schemas.openxmlformats.org/drawingml/2006/main" noGrp="1"/>
          </p:cNvSpPr>
          <p:nvPr/>
        </p:nvSpPr>
        <p:spPr>
          <a:xfrm xmlns:a="http://schemas.openxmlformats.org/drawingml/2006/main">
            <a:off x="5615488" y="1269479"/>
            <a:ext cx="21712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PS</a:t>
            </a:r>
          </a:p>
        </p:txBody>
      </p:sp>
      <p:sp>
        <p:nvSpPr>
          <p:cNvPr id="43" name="pdf-text-0043">
            <a:extLst xmlns:a="http://schemas.openxmlformats.org/drawingml/2006/main">
              <a:ext uri="{FF2B5EF4-FFF2-40B4-BE49-F238E27FC236}">
                <a16:creationId xmlns:a16="http://schemas.microsoft.com/office/drawing/2014/main" id="{259128C4-F9B6-4A92-8E64-F354EB0D629D}"/>
              </a:ext>
            </a:extLst>
          </p:cNvPr>
          <p:cNvSpPr>
            <a:spLocks xmlns:a="http://schemas.openxmlformats.org/drawingml/2006/main" noGrp="1"/>
          </p:cNvSpPr>
          <p:nvPr/>
        </p:nvSpPr>
        <p:spPr>
          <a:xfrm xmlns:a="http://schemas.openxmlformats.org/drawingml/2006/main">
            <a:off x="818326" y="1695413"/>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中科飞测</a:t>
            </a:r>
          </a:p>
        </p:txBody>
      </p:sp>
      <p:sp>
        <p:nvSpPr>
          <p:cNvPr id="44" name="pdf-text-0044">
            <a:extLst xmlns:a="http://schemas.openxmlformats.org/drawingml/2006/main">
              <a:ext uri="{FF2B5EF4-FFF2-40B4-BE49-F238E27FC236}">
                <a16:creationId xmlns:a16="http://schemas.microsoft.com/office/drawing/2014/main" id="{DDA77E37-8757-4AEE-9BD2-0262BC45908C}"/>
              </a:ext>
            </a:extLst>
          </p:cNvPr>
          <p:cNvSpPr>
            <a:spLocks xmlns:a="http://schemas.openxmlformats.org/drawingml/2006/main" noGrp="1"/>
          </p:cNvSpPr>
          <p:nvPr/>
        </p:nvSpPr>
        <p:spPr>
          <a:xfrm xmlns:a="http://schemas.openxmlformats.org/drawingml/2006/main">
            <a:off x="2550945" y="1695413"/>
            <a:ext cx="3056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673</a:t>
            </a:r>
          </a:p>
        </p:txBody>
      </p:sp>
      <p:sp>
        <p:nvSpPr>
          <p:cNvPr id="45" name="pdf-text-0045">
            <a:extLst xmlns:a="http://schemas.openxmlformats.org/drawingml/2006/main">
              <a:ext uri="{FF2B5EF4-FFF2-40B4-BE49-F238E27FC236}">
                <a16:creationId xmlns:a16="http://schemas.microsoft.com/office/drawing/2014/main" id="{F2A0F3B1-18B5-4F44-B589-E89234E25F30}"/>
              </a:ext>
            </a:extLst>
          </p:cNvPr>
          <p:cNvSpPr>
            <a:spLocks xmlns:a="http://schemas.openxmlformats.org/drawingml/2006/main" noGrp="1"/>
          </p:cNvSpPr>
          <p:nvPr/>
        </p:nvSpPr>
        <p:spPr>
          <a:xfrm xmlns:a="http://schemas.openxmlformats.org/drawingml/2006/main">
            <a:off x="3884332" y="1710569"/>
            <a:ext cx="66085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1148.71</a:t>
            </a:r>
          </a:p>
        </p:txBody>
      </p:sp>
      <p:sp>
        <p:nvSpPr>
          <p:cNvPr id="46" name="pdf-text-0046">
            <a:extLst xmlns:a="http://schemas.openxmlformats.org/drawingml/2006/main">
              <a:ext uri="{FF2B5EF4-FFF2-40B4-BE49-F238E27FC236}">
                <a16:creationId xmlns:a16="http://schemas.microsoft.com/office/drawing/2014/main" id="{694B174E-1220-4B86-8EB2-3E4FD63A684C}"/>
              </a:ext>
            </a:extLst>
          </p:cNvPr>
          <p:cNvSpPr>
            <a:spLocks xmlns:a="http://schemas.openxmlformats.org/drawingml/2006/main" noGrp="1"/>
          </p:cNvSpPr>
          <p:nvPr/>
        </p:nvSpPr>
        <p:spPr>
          <a:xfrm xmlns:a="http://schemas.openxmlformats.org/drawingml/2006/main">
            <a:off x="5482863" y="1710569"/>
            <a:ext cx="4839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43.46</a:t>
            </a:r>
          </a:p>
        </p:txBody>
      </p:sp>
      <p:sp>
        <p:nvSpPr>
          <p:cNvPr id="47" name="pdf-text-0047">
            <a:extLst xmlns:a="http://schemas.openxmlformats.org/drawingml/2006/main">
              <a:ext uri="{FF2B5EF4-FFF2-40B4-BE49-F238E27FC236}">
                <a16:creationId xmlns:a16="http://schemas.microsoft.com/office/drawing/2014/main" id="{1770037F-8D66-45F1-B386-8233024B9386}"/>
              </a:ext>
            </a:extLst>
          </p:cNvPr>
          <p:cNvSpPr>
            <a:spLocks xmlns:a="http://schemas.openxmlformats.org/drawingml/2006/main" noGrp="1"/>
          </p:cNvSpPr>
          <p:nvPr/>
        </p:nvSpPr>
        <p:spPr>
          <a:xfrm xmlns:a="http://schemas.openxmlformats.org/drawingml/2006/main">
            <a:off x="818326" y="2042222"/>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精测电子</a:t>
            </a:r>
          </a:p>
        </p:txBody>
      </p:sp>
      <p:sp>
        <p:nvSpPr>
          <p:cNvPr id="48" name="pdf-text-0048">
            <a:extLst xmlns:a="http://schemas.openxmlformats.org/drawingml/2006/main">
              <a:ext uri="{FF2B5EF4-FFF2-40B4-BE49-F238E27FC236}">
                <a16:creationId xmlns:a16="http://schemas.microsoft.com/office/drawing/2014/main" id="{AFE7F384-7F6D-45C9-8539-F127EA97A501}"/>
              </a:ext>
            </a:extLst>
          </p:cNvPr>
          <p:cNvSpPr>
            <a:spLocks xmlns:a="http://schemas.openxmlformats.org/drawingml/2006/main" noGrp="1"/>
          </p:cNvSpPr>
          <p:nvPr/>
        </p:nvSpPr>
        <p:spPr>
          <a:xfrm xmlns:a="http://schemas.openxmlformats.org/drawingml/2006/main">
            <a:off x="2550944" y="2042222"/>
            <a:ext cx="3056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399</a:t>
            </a:r>
          </a:p>
        </p:txBody>
      </p:sp>
      <p:sp>
        <p:nvSpPr>
          <p:cNvPr id="49" name="pdf-text-0049">
            <a:extLst xmlns:a="http://schemas.openxmlformats.org/drawingml/2006/main">
              <a:ext uri="{FF2B5EF4-FFF2-40B4-BE49-F238E27FC236}">
                <a16:creationId xmlns:a16="http://schemas.microsoft.com/office/drawing/2014/main" id="{85FE71C1-F1A8-4250-B091-5DCD4E9B02AD}"/>
              </a:ext>
            </a:extLst>
          </p:cNvPr>
          <p:cNvSpPr>
            <a:spLocks xmlns:a="http://schemas.openxmlformats.org/drawingml/2006/main" noGrp="1"/>
          </p:cNvSpPr>
          <p:nvPr/>
        </p:nvSpPr>
        <p:spPr>
          <a:xfrm xmlns:a="http://schemas.openxmlformats.org/drawingml/2006/main">
            <a:off x="3928552" y="2057378"/>
            <a:ext cx="57241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486.87</a:t>
            </a:r>
          </a:p>
        </p:txBody>
      </p:sp>
      <p:sp>
        <p:nvSpPr>
          <p:cNvPr id="50" name="pdf-text-0050">
            <a:extLst xmlns:a="http://schemas.openxmlformats.org/drawingml/2006/main">
              <a:ext uri="{FF2B5EF4-FFF2-40B4-BE49-F238E27FC236}">
                <a16:creationId xmlns:a16="http://schemas.microsoft.com/office/drawing/2014/main" id="{FCDA4A0D-008B-426D-B68C-B25D789207A6}"/>
              </a:ext>
            </a:extLst>
          </p:cNvPr>
          <p:cNvSpPr>
            <a:spLocks xmlns:a="http://schemas.openxmlformats.org/drawingml/2006/main" noGrp="1"/>
          </p:cNvSpPr>
          <p:nvPr/>
        </p:nvSpPr>
        <p:spPr>
          <a:xfrm xmlns:a="http://schemas.openxmlformats.org/drawingml/2006/main">
            <a:off x="5482863" y="2057378"/>
            <a:ext cx="4839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13.72</a:t>
            </a:r>
          </a:p>
        </p:txBody>
      </p:sp>
      <p:sp>
        <p:nvSpPr>
          <p:cNvPr id="51" name="pdf-text-0051">
            <a:extLst xmlns:a="http://schemas.openxmlformats.org/drawingml/2006/main">
              <a:ext uri="{FF2B5EF4-FFF2-40B4-BE49-F238E27FC236}">
                <a16:creationId xmlns:a16="http://schemas.microsoft.com/office/drawing/2014/main" id="{28A4AAEA-7977-4A34-9E53-0E247DBD3F42}"/>
              </a:ext>
            </a:extLst>
          </p:cNvPr>
          <p:cNvSpPr>
            <a:spLocks xmlns:a="http://schemas.openxmlformats.org/drawingml/2006/main" noGrp="1"/>
          </p:cNvSpPr>
          <p:nvPr/>
        </p:nvSpPr>
        <p:spPr>
          <a:xfrm xmlns:a="http://schemas.openxmlformats.org/drawingml/2006/main">
            <a:off x="818326" y="2394558"/>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天准科技</a:t>
            </a:r>
          </a:p>
        </p:txBody>
      </p:sp>
      <p:sp>
        <p:nvSpPr>
          <p:cNvPr id="52" name="pdf-text-0052">
            <a:extLst xmlns:a="http://schemas.openxmlformats.org/drawingml/2006/main">
              <a:ext uri="{FF2B5EF4-FFF2-40B4-BE49-F238E27FC236}">
                <a16:creationId xmlns:a16="http://schemas.microsoft.com/office/drawing/2014/main" id="{F7651C31-D5CD-4D41-99D4-D5480AF3519A}"/>
              </a:ext>
            </a:extLst>
          </p:cNvPr>
          <p:cNvSpPr>
            <a:spLocks xmlns:a="http://schemas.openxmlformats.org/drawingml/2006/main" noGrp="1"/>
          </p:cNvSpPr>
          <p:nvPr/>
        </p:nvSpPr>
        <p:spPr>
          <a:xfrm xmlns:a="http://schemas.openxmlformats.org/drawingml/2006/main">
            <a:off x="2550944" y="2394558"/>
            <a:ext cx="3056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138</a:t>
            </a:r>
          </a:p>
        </p:txBody>
      </p:sp>
      <p:sp>
        <p:nvSpPr>
          <p:cNvPr id="53" name="pdf-text-0053">
            <a:extLst xmlns:a="http://schemas.openxmlformats.org/drawingml/2006/main">
              <a:ext uri="{FF2B5EF4-FFF2-40B4-BE49-F238E27FC236}">
                <a16:creationId xmlns:a16="http://schemas.microsoft.com/office/drawing/2014/main" id="{C4E00389-8D07-4049-8C97-F80090AF48CC}"/>
              </a:ext>
            </a:extLst>
          </p:cNvPr>
          <p:cNvSpPr>
            <a:spLocks xmlns:a="http://schemas.openxmlformats.org/drawingml/2006/main" noGrp="1"/>
          </p:cNvSpPr>
          <p:nvPr/>
        </p:nvSpPr>
        <p:spPr>
          <a:xfrm xmlns:a="http://schemas.openxmlformats.org/drawingml/2006/main">
            <a:off x="3928552" y="2409715"/>
            <a:ext cx="57241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182.38</a:t>
            </a:r>
          </a:p>
        </p:txBody>
      </p:sp>
      <p:sp>
        <p:nvSpPr>
          <p:cNvPr id="54" name="pdf-text-0054">
            <a:extLst xmlns:a="http://schemas.openxmlformats.org/drawingml/2006/main">
              <a:ext uri="{FF2B5EF4-FFF2-40B4-BE49-F238E27FC236}">
                <a16:creationId xmlns:a16="http://schemas.microsoft.com/office/drawing/2014/main" id="{73297450-D516-432A-BF97-336C3E39A1DE}"/>
              </a:ext>
            </a:extLst>
          </p:cNvPr>
          <p:cNvSpPr>
            <a:spLocks xmlns:a="http://schemas.openxmlformats.org/drawingml/2006/main" noGrp="1"/>
          </p:cNvSpPr>
          <p:nvPr/>
        </p:nvSpPr>
        <p:spPr>
          <a:xfrm xmlns:a="http://schemas.openxmlformats.org/drawingml/2006/main">
            <a:off x="5527083" y="2409715"/>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9.12</a:t>
            </a:r>
          </a:p>
        </p:txBody>
      </p:sp>
      <p:sp>
        <p:nvSpPr>
          <p:cNvPr id="55" name="pdf-text-0055">
            <a:extLst xmlns:a="http://schemas.openxmlformats.org/drawingml/2006/main">
              <a:ext uri="{FF2B5EF4-FFF2-40B4-BE49-F238E27FC236}">
                <a16:creationId xmlns:a16="http://schemas.microsoft.com/office/drawing/2014/main" id="{FE844BAE-9E89-4FC9-B6A4-E5720C0FA6D1}"/>
              </a:ext>
            </a:extLst>
          </p:cNvPr>
          <p:cNvSpPr>
            <a:spLocks xmlns:a="http://schemas.openxmlformats.org/drawingml/2006/main" noGrp="1"/>
          </p:cNvSpPr>
          <p:nvPr/>
        </p:nvSpPr>
        <p:spPr>
          <a:xfrm xmlns:a="http://schemas.openxmlformats.org/drawingml/2006/main">
            <a:off x="908193" y="2778277"/>
            <a:ext cx="57302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奥特维</a:t>
            </a:r>
          </a:p>
        </p:txBody>
      </p:sp>
      <p:sp>
        <p:nvSpPr>
          <p:cNvPr id="56" name="pdf-text-0056">
            <a:extLst xmlns:a="http://schemas.openxmlformats.org/drawingml/2006/main">
              <a:ext uri="{FF2B5EF4-FFF2-40B4-BE49-F238E27FC236}">
                <a16:creationId xmlns:a16="http://schemas.microsoft.com/office/drawing/2014/main" id="{3B18F265-84B1-4078-B812-D57EE1FBDECA}"/>
              </a:ext>
            </a:extLst>
          </p:cNvPr>
          <p:cNvSpPr>
            <a:spLocks xmlns:a="http://schemas.openxmlformats.org/drawingml/2006/main" noGrp="1"/>
          </p:cNvSpPr>
          <p:nvPr/>
        </p:nvSpPr>
        <p:spPr>
          <a:xfrm xmlns:a="http://schemas.openxmlformats.org/drawingml/2006/main">
            <a:off x="2550945" y="2778277"/>
            <a:ext cx="3056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265</a:t>
            </a:r>
          </a:p>
        </p:txBody>
      </p:sp>
      <p:sp>
        <p:nvSpPr>
          <p:cNvPr id="57" name="pdf-text-0057">
            <a:extLst xmlns:a="http://schemas.openxmlformats.org/drawingml/2006/main">
              <a:ext uri="{FF2B5EF4-FFF2-40B4-BE49-F238E27FC236}">
                <a16:creationId xmlns:a16="http://schemas.microsoft.com/office/drawing/2014/main" id="{F09B12DE-1CB7-4FED-A326-E641AE3C5499}"/>
              </a:ext>
            </a:extLst>
          </p:cNvPr>
          <p:cNvSpPr>
            <a:spLocks xmlns:a="http://schemas.openxmlformats.org/drawingml/2006/main" noGrp="1"/>
          </p:cNvSpPr>
          <p:nvPr/>
        </p:nvSpPr>
        <p:spPr>
          <a:xfrm xmlns:a="http://schemas.openxmlformats.org/drawingml/2006/main">
            <a:off x="3972773" y="2793433"/>
            <a:ext cx="4839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59.84</a:t>
            </a:r>
          </a:p>
        </p:txBody>
      </p:sp>
      <p:sp>
        <p:nvSpPr>
          <p:cNvPr id="58" name="pdf-text-0058">
            <a:extLst xmlns:a="http://schemas.openxmlformats.org/drawingml/2006/main">
              <a:ext uri="{FF2B5EF4-FFF2-40B4-BE49-F238E27FC236}">
                <a16:creationId xmlns:a16="http://schemas.microsoft.com/office/drawing/2014/main" id="{ED11C62B-B9C5-4CE8-A7FF-B9B5B30FAD93}"/>
              </a:ext>
            </a:extLst>
          </p:cNvPr>
          <p:cNvSpPr>
            <a:spLocks xmlns:a="http://schemas.openxmlformats.org/drawingml/2006/main" noGrp="1"/>
          </p:cNvSpPr>
          <p:nvPr/>
        </p:nvSpPr>
        <p:spPr>
          <a:xfrm xmlns:a="http://schemas.openxmlformats.org/drawingml/2006/main">
            <a:off x="5527084" y="2793433"/>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6.24</a:t>
            </a:r>
          </a:p>
        </p:txBody>
      </p:sp>
      <p:sp>
        <p:nvSpPr>
          <p:cNvPr id="59" name="pdf-text-0059">
            <a:extLst xmlns:a="http://schemas.openxmlformats.org/drawingml/2006/main">
              <a:ext uri="{FF2B5EF4-FFF2-40B4-BE49-F238E27FC236}">
                <a16:creationId xmlns:a16="http://schemas.microsoft.com/office/drawing/2014/main" id="{0DB448F1-D104-42E4-BC12-A4E3459D29EC}"/>
              </a:ext>
            </a:extLst>
          </p:cNvPr>
          <p:cNvSpPr>
            <a:spLocks xmlns:a="http://schemas.openxmlformats.org/drawingml/2006/main" noGrp="1"/>
          </p:cNvSpPr>
          <p:nvPr/>
        </p:nvSpPr>
        <p:spPr>
          <a:xfrm xmlns:a="http://schemas.openxmlformats.org/drawingml/2006/main">
            <a:off x="1040854" y="3114388"/>
            <a:ext cx="3056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KLA</a:t>
            </a:r>
          </a:p>
        </p:txBody>
      </p:sp>
      <p:sp>
        <p:nvSpPr>
          <p:cNvPr id="60" name="pdf-text-0060">
            <a:extLst xmlns:a="http://schemas.openxmlformats.org/drawingml/2006/main">
              <a:ext uri="{FF2B5EF4-FFF2-40B4-BE49-F238E27FC236}">
                <a16:creationId xmlns:a16="http://schemas.microsoft.com/office/drawing/2014/main" id="{585A2017-FD52-4924-AA79-BA9DA219B235}"/>
              </a:ext>
            </a:extLst>
          </p:cNvPr>
          <p:cNvSpPr>
            <a:spLocks xmlns:a="http://schemas.openxmlformats.org/drawingml/2006/main" noGrp="1"/>
          </p:cNvSpPr>
          <p:nvPr/>
        </p:nvSpPr>
        <p:spPr>
          <a:xfrm xmlns:a="http://schemas.openxmlformats.org/drawingml/2006/main">
            <a:off x="2240154" y="3114388"/>
            <a:ext cx="92826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2264亿美元</a:t>
            </a:r>
          </a:p>
        </p:txBody>
      </p:sp>
      <p:sp>
        <p:nvSpPr>
          <p:cNvPr id="61" name="pdf-text-0061">
            <a:extLst xmlns:a="http://schemas.openxmlformats.org/drawingml/2006/main">
              <a:ext uri="{FF2B5EF4-FFF2-40B4-BE49-F238E27FC236}">
                <a16:creationId xmlns:a16="http://schemas.microsoft.com/office/drawing/2014/main" id="{4A66806D-7528-4F26-9AEA-3DF17DB212B7}"/>
              </a:ext>
            </a:extLst>
          </p:cNvPr>
          <p:cNvSpPr>
            <a:spLocks xmlns:a="http://schemas.openxmlformats.org/drawingml/2006/main" noGrp="1"/>
          </p:cNvSpPr>
          <p:nvPr/>
        </p:nvSpPr>
        <p:spPr>
          <a:xfrm xmlns:a="http://schemas.openxmlformats.org/drawingml/2006/main">
            <a:off x="3972773" y="3114388"/>
            <a:ext cx="4839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55.76</a:t>
            </a:r>
          </a:p>
        </p:txBody>
      </p:sp>
      <p:sp>
        <p:nvSpPr>
          <p:cNvPr id="62" name="pdf-text-0062">
            <a:extLst xmlns:a="http://schemas.openxmlformats.org/drawingml/2006/main">
              <a:ext uri="{FF2B5EF4-FFF2-40B4-BE49-F238E27FC236}">
                <a16:creationId xmlns:a16="http://schemas.microsoft.com/office/drawing/2014/main" id="{30A43541-6B1D-4C34-A18A-64F517133224}"/>
              </a:ext>
            </a:extLst>
          </p:cNvPr>
          <p:cNvSpPr>
            <a:spLocks xmlns:a="http://schemas.openxmlformats.org/drawingml/2006/main" noGrp="1"/>
          </p:cNvSpPr>
          <p:nvPr/>
        </p:nvSpPr>
        <p:spPr>
          <a:xfrm xmlns:a="http://schemas.openxmlformats.org/drawingml/2006/main">
            <a:off x="5482863" y="3114388"/>
            <a:ext cx="4839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18.62</a:t>
            </a:r>
          </a:p>
        </p:txBody>
      </p:sp>
      <p:sp>
        <p:nvSpPr>
          <p:cNvPr id="63" name="pdf-text-0063">
            <a:extLst xmlns:a="http://schemas.openxmlformats.org/drawingml/2006/main">
              <a:ext uri="{FF2B5EF4-FFF2-40B4-BE49-F238E27FC236}">
                <a16:creationId xmlns:a16="http://schemas.microsoft.com/office/drawing/2014/main" id="{B47A9335-7E8E-48B0-AF94-BAAB006B380B}"/>
              </a:ext>
            </a:extLst>
          </p:cNvPr>
          <p:cNvSpPr>
            <a:spLocks xmlns:a="http://schemas.openxmlformats.org/drawingml/2006/main" noGrp="1"/>
          </p:cNvSpPr>
          <p:nvPr/>
        </p:nvSpPr>
        <p:spPr>
          <a:xfrm xmlns:a="http://schemas.openxmlformats.org/drawingml/2006/main">
            <a:off x="908193" y="3437482"/>
            <a:ext cx="57241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Camtek</a:t>
            </a:r>
          </a:p>
        </p:txBody>
      </p:sp>
      <p:sp>
        <p:nvSpPr>
          <p:cNvPr id="64" name="pdf-text-0064">
            <a:extLst xmlns:a="http://schemas.openxmlformats.org/drawingml/2006/main">
              <a:ext uri="{FF2B5EF4-FFF2-40B4-BE49-F238E27FC236}">
                <a16:creationId xmlns:a16="http://schemas.microsoft.com/office/drawing/2014/main" id="{A3B9BEDA-3B7C-4223-9E20-BEDF80AF84E0}"/>
              </a:ext>
            </a:extLst>
          </p:cNvPr>
          <p:cNvSpPr>
            <a:spLocks xmlns:a="http://schemas.openxmlformats.org/drawingml/2006/main" noGrp="1"/>
          </p:cNvSpPr>
          <p:nvPr/>
        </p:nvSpPr>
        <p:spPr>
          <a:xfrm xmlns:a="http://schemas.openxmlformats.org/drawingml/2006/main">
            <a:off x="2328417" y="3437482"/>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91亿美元</a:t>
            </a:r>
          </a:p>
        </p:txBody>
      </p:sp>
      <p:sp>
        <p:nvSpPr>
          <p:cNvPr id="65" name="pdf-text-0065">
            <a:extLst xmlns:a="http://schemas.openxmlformats.org/drawingml/2006/main">
              <a:ext uri="{FF2B5EF4-FFF2-40B4-BE49-F238E27FC236}">
                <a16:creationId xmlns:a16="http://schemas.microsoft.com/office/drawing/2014/main" id="{CE475024-ECBD-4612-AFD8-4D4928DEA535}"/>
              </a:ext>
            </a:extLst>
          </p:cNvPr>
          <p:cNvSpPr>
            <a:spLocks xmlns:a="http://schemas.openxmlformats.org/drawingml/2006/main" noGrp="1"/>
          </p:cNvSpPr>
          <p:nvPr/>
        </p:nvSpPr>
        <p:spPr>
          <a:xfrm xmlns:a="http://schemas.openxmlformats.org/drawingml/2006/main">
            <a:off x="3928552" y="3437482"/>
            <a:ext cx="57241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181.05</a:t>
            </a:r>
          </a:p>
        </p:txBody>
      </p:sp>
      <p:sp>
        <p:nvSpPr>
          <p:cNvPr id="66" name="pdf-text-0066">
            <a:extLst xmlns:a="http://schemas.openxmlformats.org/drawingml/2006/main">
              <a:ext uri="{FF2B5EF4-FFF2-40B4-BE49-F238E27FC236}">
                <a16:creationId xmlns:a16="http://schemas.microsoft.com/office/drawing/2014/main" id="{80A01F54-999C-46B0-BD23-86547013E842}"/>
              </a:ext>
            </a:extLst>
          </p:cNvPr>
          <p:cNvSpPr>
            <a:spLocks xmlns:a="http://schemas.openxmlformats.org/drawingml/2006/main" noGrp="1"/>
          </p:cNvSpPr>
          <p:nvPr/>
        </p:nvSpPr>
        <p:spPr>
          <a:xfrm xmlns:a="http://schemas.openxmlformats.org/drawingml/2006/main">
            <a:off x="5482863" y="3437482"/>
            <a:ext cx="4839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18.51</a:t>
            </a:r>
          </a:p>
        </p:txBody>
      </p:sp>
      <p:sp>
        <p:nvSpPr>
          <p:cNvPr id="67" name="pdf-text-0067">
            <a:extLst xmlns:a="http://schemas.openxmlformats.org/drawingml/2006/main">
              <a:ext uri="{FF2B5EF4-FFF2-40B4-BE49-F238E27FC236}">
                <a16:creationId xmlns:a16="http://schemas.microsoft.com/office/drawing/2014/main" id="{7E66B88C-0C9B-4643-9F6E-F2C810E4C2C2}"/>
              </a:ext>
            </a:extLst>
          </p:cNvPr>
          <p:cNvSpPr>
            <a:spLocks xmlns:a="http://schemas.openxmlformats.org/drawingml/2006/main" noGrp="1"/>
          </p:cNvSpPr>
          <p:nvPr/>
        </p:nvSpPr>
        <p:spPr>
          <a:xfrm xmlns:a="http://schemas.openxmlformats.org/drawingml/2006/main">
            <a:off x="996634" y="3772701"/>
            <a:ext cx="39405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Onto</a:t>
            </a:r>
          </a:p>
        </p:txBody>
      </p:sp>
      <p:sp>
        <p:nvSpPr>
          <p:cNvPr id="68" name="pdf-text-0068">
            <a:extLst xmlns:a="http://schemas.openxmlformats.org/drawingml/2006/main">
              <a:ext uri="{FF2B5EF4-FFF2-40B4-BE49-F238E27FC236}">
                <a16:creationId xmlns:a16="http://schemas.microsoft.com/office/drawing/2014/main" id="{ACA86F4F-3767-4481-957D-D1FE9F424DCF}"/>
              </a:ext>
            </a:extLst>
          </p:cNvPr>
          <p:cNvSpPr>
            <a:spLocks xmlns:a="http://schemas.openxmlformats.org/drawingml/2006/main" noGrp="1"/>
          </p:cNvSpPr>
          <p:nvPr/>
        </p:nvSpPr>
        <p:spPr>
          <a:xfrm xmlns:a="http://schemas.openxmlformats.org/drawingml/2006/main">
            <a:off x="2284196" y="3772701"/>
            <a:ext cx="83982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151亿美元</a:t>
            </a:r>
          </a:p>
        </p:txBody>
      </p:sp>
      <p:sp>
        <p:nvSpPr>
          <p:cNvPr id="69" name="pdf-text-0069">
            <a:extLst xmlns:a="http://schemas.openxmlformats.org/drawingml/2006/main">
              <a:ext uri="{FF2B5EF4-FFF2-40B4-BE49-F238E27FC236}">
                <a16:creationId xmlns:a16="http://schemas.microsoft.com/office/drawing/2014/main" id="{ED6CA5F0-1F05-4D2D-B114-A21C10F6DD15}"/>
              </a:ext>
            </a:extLst>
          </p:cNvPr>
          <p:cNvSpPr>
            <a:spLocks xmlns:a="http://schemas.openxmlformats.org/drawingml/2006/main" noGrp="1"/>
          </p:cNvSpPr>
          <p:nvPr/>
        </p:nvSpPr>
        <p:spPr>
          <a:xfrm xmlns:a="http://schemas.openxmlformats.org/drawingml/2006/main">
            <a:off x="3928374" y="3772701"/>
            <a:ext cx="57241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110.73</a:t>
            </a:r>
          </a:p>
        </p:txBody>
      </p:sp>
      <p:sp>
        <p:nvSpPr>
          <p:cNvPr id="70" name="pdf-text-0070">
            <a:extLst xmlns:a="http://schemas.openxmlformats.org/drawingml/2006/main">
              <a:ext uri="{FF2B5EF4-FFF2-40B4-BE49-F238E27FC236}">
                <a16:creationId xmlns:a16="http://schemas.microsoft.com/office/drawing/2014/main" id="{F1F6518D-A72D-4499-9F27-1E319C96C3FE}"/>
              </a:ext>
            </a:extLst>
          </p:cNvPr>
          <p:cNvSpPr>
            <a:spLocks xmlns:a="http://schemas.openxmlformats.org/drawingml/2006/main" noGrp="1"/>
          </p:cNvSpPr>
          <p:nvPr/>
        </p:nvSpPr>
        <p:spPr>
          <a:xfrm xmlns:a="http://schemas.openxmlformats.org/drawingml/2006/main">
            <a:off x="5482685" y="3772701"/>
            <a:ext cx="483977"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15.09</a:t>
            </a:r>
          </a:p>
        </p:txBody>
      </p:sp>
      <p:sp>
        <p:nvSpPr>
          <p:cNvPr id="71" name="pdf-text-0071">
            <a:extLst xmlns:a="http://schemas.openxmlformats.org/drawingml/2006/main">
              <a:ext uri="{FF2B5EF4-FFF2-40B4-BE49-F238E27FC236}">
                <a16:creationId xmlns:a16="http://schemas.microsoft.com/office/drawing/2014/main" id="{629F94B8-59D4-4974-A94E-39F93794039E}"/>
              </a:ext>
            </a:extLst>
          </p:cNvPr>
          <p:cNvSpPr>
            <a:spLocks xmlns:a="http://schemas.openxmlformats.org/drawingml/2006/main" noGrp="1"/>
          </p:cNvSpPr>
          <p:nvPr/>
        </p:nvSpPr>
        <p:spPr>
          <a:xfrm xmlns:a="http://schemas.openxmlformats.org/drawingml/2006/main">
            <a:off x="527862" y="5680597"/>
            <a:ext cx="586484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根据东方财富数据，半导体设备行业平均PE（TTM）为93.27，PS（TTM）为</a:t>
            </a:r>
          </a:p>
        </p:txBody>
      </p:sp>
      <p:sp>
        <p:nvSpPr>
          <p:cNvPr id="72" name="pdf-text-0072">
            <a:extLst xmlns:a="http://schemas.openxmlformats.org/drawingml/2006/main">
              <a:ext uri="{FF2B5EF4-FFF2-40B4-BE49-F238E27FC236}">
                <a16:creationId xmlns:a16="http://schemas.microsoft.com/office/drawing/2014/main" id="{D7CB5305-2375-463B-BC31-584AA5F4BAE5}"/>
              </a:ext>
            </a:extLst>
          </p:cNvPr>
          <p:cNvSpPr>
            <a:spLocks xmlns:a="http://schemas.openxmlformats.org/drawingml/2006/main" noGrp="1"/>
          </p:cNvSpPr>
          <p:nvPr/>
        </p:nvSpPr>
        <p:spPr>
          <a:xfrm xmlns:a="http://schemas.openxmlformats.org/drawingml/2006/main">
            <a:off x="528396" y="5936647"/>
            <a:ext cx="66146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18.18。</a:t>
            </a:r>
          </a:p>
        </p:txBody>
      </p:sp>
      <p:sp>
        <p:nvSpPr>
          <p:cNvPr id="73" name="pdf-text-0073">
            <a:extLst xmlns:a="http://schemas.openxmlformats.org/drawingml/2006/main">
              <a:ext uri="{FF2B5EF4-FFF2-40B4-BE49-F238E27FC236}">
                <a16:creationId xmlns:a16="http://schemas.microsoft.com/office/drawing/2014/main" id="{970FA634-3E21-49FA-88BD-11B12DBC42D5}"/>
              </a:ext>
            </a:extLst>
          </p:cNvPr>
          <p:cNvSpPr>
            <a:spLocks xmlns:a="http://schemas.openxmlformats.org/drawingml/2006/main" noGrp="1"/>
          </p:cNvSpPr>
          <p:nvPr/>
        </p:nvSpPr>
        <p:spPr>
          <a:xfrm xmlns:a="http://schemas.openxmlformats.org/drawingml/2006/main">
            <a:off x="7022552" y="4218114"/>
            <a:ext cx="440129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半导体量检测设备作为芯片制造良率控制的关键环节，</a:t>
            </a:r>
          </a:p>
        </p:txBody>
      </p:sp>
      <p:sp>
        <p:nvSpPr>
          <p:cNvPr id="74" name="pdf-text-0074">
            <a:extLst xmlns:a="http://schemas.openxmlformats.org/drawingml/2006/main">
              <a:ext uri="{FF2B5EF4-FFF2-40B4-BE49-F238E27FC236}">
                <a16:creationId xmlns:a16="http://schemas.microsoft.com/office/drawing/2014/main" id="{B1E50E0D-32C1-44EC-BC71-FD1FC3F9CE05}"/>
              </a:ext>
            </a:extLst>
          </p:cNvPr>
          <p:cNvSpPr>
            <a:spLocks xmlns:a="http://schemas.openxmlformats.org/drawingml/2006/main" noGrp="1"/>
          </p:cNvSpPr>
          <p:nvPr/>
        </p:nvSpPr>
        <p:spPr>
          <a:xfrm xmlns:a="http://schemas.openxmlformats.org/drawingml/2006/main">
            <a:off x="7022552" y="4495562"/>
            <a:ext cx="440122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在产业链自主可控战略中被列为重点突破方向，国产化</a:t>
            </a:r>
          </a:p>
        </p:txBody>
      </p:sp>
      <p:sp>
        <p:nvSpPr>
          <p:cNvPr id="75" name="pdf-text-0075">
            <a:extLst xmlns:a="http://schemas.openxmlformats.org/drawingml/2006/main">
              <a:ext uri="{FF2B5EF4-FFF2-40B4-BE49-F238E27FC236}">
                <a16:creationId xmlns:a16="http://schemas.microsoft.com/office/drawing/2014/main" id="{892C4F77-9C7A-441F-BE52-C661CC7CF434}"/>
              </a:ext>
            </a:extLst>
          </p:cNvPr>
          <p:cNvSpPr>
            <a:spLocks xmlns:a="http://schemas.openxmlformats.org/drawingml/2006/main" noGrp="1"/>
          </p:cNvSpPr>
          <p:nvPr/>
        </p:nvSpPr>
        <p:spPr>
          <a:xfrm xmlns:a="http://schemas.openxmlformats.org/drawingml/2006/main">
            <a:off x="7022552" y="4773009"/>
            <a:ext cx="163823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替代需求持续升温。</a:t>
            </a:r>
          </a:p>
        </p:txBody>
      </p:sp>
      <p:sp>
        <p:nvSpPr>
          <p:cNvPr id="76" name="pdf-text-0076">
            <a:extLst xmlns:a="http://schemas.openxmlformats.org/drawingml/2006/main">
              <a:ext uri="{FF2B5EF4-FFF2-40B4-BE49-F238E27FC236}">
                <a16:creationId xmlns:a16="http://schemas.microsoft.com/office/drawing/2014/main" id="{0CC59A53-8AD9-45AF-B46A-FD839E856C1B}"/>
              </a:ext>
            </a:extLst>
          </p:cNvPr>
          <p:cNvSpPr>
            <a:spLocks xmlns:a="http://schemas.openxmlformats.org/drawingml/2006/main" noGrp="1"/>
          </p:cNvSpPr>
          <p:nvPr/>
        </p:nvSpPr>
        <p:spPr>
          <a:xfrm xmlns:a="http://schemas.openxmlformats.org/drawingml/2006/main">
            <a:off x="7022552" y="5050456"/>
            <a:ext cx="440117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基于晶圆厂产能扩张、国产化率提升空间及头部设备厂</a:t>
            </a:r>
          </a:p>
        </p:txBody>
      </p:sp>
      <p:sp>
        <p:nvSpPr>
          <p:cNvPr id="77" name="pdf-text-0077">
            <a:extLst xmlns:a="http://schemas.openxmlformats.org/drawingml/2006/main">
              <a:ext uri="{FF2B5EF4-FFF2-40B4-BE49-F238E27FC236}">
                <a16:creationId xmlns:a16="http://schemas.microsoft.com/office/drawing/2014/main" id="{92429BC0-BECC-4D33-90E5-90BE9315C4DC}"/>
              </a:ext>
            </a:extLst>
          </p:cNvPr>
          <p:cNvSpPr>
            <a:spLocks xmlns:a="http://schemas.openxmlformats.org/drawingml/2006/main" noGrp="1"/>
          </p:cNvSpPr>
          <p:nvPr/>
        </p:nvSpPr>
        <p:spPr>
          <a:xfrm xmlns:a="http://schemas.openxmlformats.org/drawingml/2006/main">
            <a:off x="7022552" y="5327903"/>
            <a:ext cx="440110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商的技术突破，公司若完成上市，预计将凭借其战略稀</a:t>
            </a:r>
          </a:p>
        </p:txBody>
      </p:sp>
      <p:sp>
        <p:nvSpPr>
          <p:cNvPr id="78" name="pdf-text-0078">
            <a:extLst xmlns:a="http://schemas.openxmlformats.org/drawingml/2006/main">
              <a:ext uri="{FF2B5EF4-FFF2-40B4-BE49-F238E27FC236}">
                <a16:creationId xmlns:a16="http://schemas.microsoft.com/office/drawing/2014/main" id="{FD4E6F54-1B94-43A9-A371-9897734A0597}"/>
              </a:ext>
            </a:extLst>
          </p:cNvPr>
          <p:cNvSpPr>
            <a:spLocks xmlns:a="http://schemas.openxmlformats.org/drawingml/2006/main" noGrp="1"/>
          </p:cNvSpPr>
          <p:nvPr/>
        </p:nvSpPr>
        <p:spPr>
          <a:xfrm xmlns:a="http://schemas.openxmlformats.org/drawingml/2006/main">
            <a:off x="7022374" y="5605350"/>
            <a:ext cx="41285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缺性与业绩高增长预期，获得资本市场的较高估值。</a:t>
            </a:r>
          </a:p>
        </p:txBody>
      </p:sp>
      <p:sp>
        <p:nvSpPr>
          <p:cNvPr id="79" name="pdf-text-0079">
            <a:extLst xmlns:a="http://schemas.openxmlformats.org/drawingml/2006/main">
              <a:ext uri="{FF2B5EF4-FFF2-40B4-BE49-F238E27FC236}">
                <a16:creationId xmlns:a16="http://schemas.microsoft.com/office/drawing/2014/main" id="{A0C680EB-DDF5-4A69-B814-2FE1E2F74073}"/>
              </a:ext>
            </a:extLst>
          </p:cNvPr>
          <p:cNvSpPr>
            <a:spLocks xmlns:a="http://schemas.openxmlformats.org/drawingml/2006/main" noGrp="1"/>
          </p:cNvSpPr>
          <p:nvPr/>
        </p:nvSpPr>
        <p:spPr>
          <a:xfrm xmlns:a="http://schemas.openxmlformats.org/drawingml/2006/main">
            <a:off x="5244170" y="4203921"/>
            <a:ext cx="1226783"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KaiTi"/>
                <a:ea typeface="KaiTi"/>
                <a:cs typeface="KaiTi"/>
              </a:defRPr>
            </a:pPr>
            <a:r>
              <a:rPr sz="1104" b="0" i="0">
                <a:solidFill>
                  <a:srgbClr val="000000"/>
                </a:solidFill>
                <a:latin typeface="KaiTi"/>
                <a:ea typeface="KaiTi"/>
                <a:cs typeface="KaiTi"/>
              </a:rPr>
              <a:t>*2026年5月6日数据</a:t>
            </a:r>
          </a:p>
        </p:txBody>
      </p:sp>
      <p:sp>
        <p:nvSpPr>
          <p:cNvPr id="80" name="pdf-text-0080">
            <a:extLst xmlns:a="http://schemas.openxmlformats.org/drawingml/2006/main">
              <a:ext uri="{FF2B5EF4-FFF2-40B4-BE49-F238E27FC236}">
                <a16:creationId xmlns:a16="http://schemas.microsoft.com/office/drawing/2014/main" id="{712EEFAC-7234-4050-B553-ED137339C22A}"/>
              </a:ext>
            </a:extLst>
          </p:cNvPr>
          <p:cNvSpPr>
            <a:spLocks xmlns:a="http://schemas.openxmlformats.org/drawingml/2006/main" noGrp="1"/>
          </p:cNvSpPr>
          <p:nvPr/>
        </p:nvSpPr>
        <p:spPr>
          <a:xfrm xmlns:a="http://schemas.openxmlformats.org/drawingml/2006/main">
            <a:off x="6947236" y="1126226"/>
            <a:ext cx="447422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公司预计2029年财务预测收入5-6亿元，PE和PS选取行业</a:t>
            </a:r>
          </a:p>
        </p:txBody>
      </p:sp>
      <p:sp>
        <p:nvSpPr>
          <p:cNvPr id="81" name="pdf-text-0081">
            <a:extLst xmlns:a="http://schemas.openxmlformats.org/drawingml/2006/main">
              <a:ext uri="{FF2B5EF4-FFF2-40B4-BE49-F238E27FC236}">
                <a16:creationId xmlns:a16="http://schemas.microsoft.com/office/drawing/2014/main" id="{D5CF034E-1D8E-4C3E-AD51-3B94252D39E2}"/>
              </a:ext>
            </a:extLst>
          </p:cNvPr>
          <p:cNvSpPr>
            <a:spLocks xmlns:a="http://schemas.openxmlformats.org/drawingml/2006/main" noGrp="1"/>
          </p:cNvSpPr>
          <p:nvPr/>
        </p:nvSpPr>
        <p:spPr>
          <a:xfrm xmlns:a="http://schemas.openxmlformats.org/drawingml/2006/main">
            <a:off x="6947058" y="1403674"/>
            <a:ext cx="75133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平均值。</a:t>
            </a:r>
          </a:p>
        </p:txBody>
      </p:sp>
      <p:sp>
        <p:nvSpPr>
          <p:cNvPr id="82" name="pdf-text-0082">
            <a:extLst xmlns:a="http://schemas.openxmlformats.org/drawingml/2006/main">
              <a:ext uri="{FF2B5EF4-FFF2-40B4-BE49-F238E27FC236}">
                <a16:creationId xmlns:a16="http://schemas.microsoft.com/office/drawing/2014/main" id="{F7E98BCF-6227-4AF8-AA2B-FFE72DDCFB33}"/>
              </a:ext>
            </a:extLst>
          </p:cNvPr>
          <p:cNvSpPr>
            <a:spLocks xmlns:a="http://schemas.openxmlformats.org/drawingml/2006/main" noGrp="1"/>
          </p:cNvSpPr>
          <p:nvPr/>
        </p:nvSpPr>
        <p:spPr>
          <a:xfrm xmlns:a="http://schemas.openxmlformats.org/drawingml/2006/main">
            <a:off x="527970" y="4787603"/>
            <a:ext cx="586442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天准科技的AOI以消费电子检测为主。奥特维以光伏行业设备为主，半导体</a:t>
            </a:r>
          </a:p>
        </p:txBody>
      </p:sp>
      <p:sp>
        <p:nvSpPr>
          <p:cNvPr id="83" name="pdf-text-0083">
            <a:extLst xmlns:a="http://schemas.openxmlformats.org/drawingml/2006/main">
              <a:ext uri="{FF2B5EF4-FFF2-40B4-BE49-F238E27FC236}">
                <a16:creationId xmlns:a16="http://schemas.microsoft.com/office/drawing/2014/main" id="{0C0A8E11-6EFD-430C-8363-FEC4C1FC5067}"/>
              </a:ext>
            </a:extLst>
          </p:cNvPr>
          <p:cNvSpPr>
            <a:spLocks xmlns:a="http://schemas.openxmlformats.org/drawingml/2006/main" noGrp="1"/>
          </p:cNvSpPr>
          <p:nvPr/>
        </p:nvSpPr>
        <p:spPr>
          <a:xfrm xmlns:a="http://schemas.openxmlformats.org/drawingml/2006/main">
            <a:off x="527970" y="5043654"/>
            <a:ext cx="586269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检测设备为其中一小块业务。国内专业半导体行业量检测上市公司仅有中</a:t>
            </a:r>
          </a:p>
        </p:txBody>
      </p:sp>
      <p:sp>
        <p:nvSpPr>
          <p:cNvPr id="84" name="pdf-text-0084">
            <a:extLst xmlns:a="http://schemas.openxmlformats.org/drawingml/2006/main">
              <a:ext uri="{FF2B5EF4-FFF2-40B4-BE49-F238E27FC236}">
                <a16:creationId xmlns:a16="http://schemas.microsoft.com/office/drawing/2014/main" id="{CAE3026D-30F3-4D15-86D6-0861ED3963F0}"/>
              </a:ext>
            </a:extLst>
          </p:cNvPr>
          <p:cNvSpPr>
            <a:spLocks xmlns:a="http://schemas.openxmlformats.org/drawingml/2006/main" noGrp="1"/>
          </p:cNvSpPr>
          <p:nvPr/>
        </p:nvSpPr>
        <p:spPr>
          <a:xfrm xmlns:a="http://schemas.openxmlformats.org/drawingml/2006/main">
            <a:off x="527970" y="5299704"/>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科飞测。</a:t>
            </a:r>
          </a:p>
        </p:txBody>
      </p:sp>
    </p:spTree>
    <p:extLst>
      <p:ext uri="{BB962C8B-B14F-4D97-AF65-F5344CB8AC3E}">
        <p14:creationId xmlns:p14="http://schemas.microsoft.com/office/powerpoint/2010/main" val="60907108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 name="pdf-vector-0001">
            <a:extLst xmlns:a="http://schemas.openxmlformats.org/drawingml/2006/main">
              <a:ext uri="{FF2B5EF4-FFF2-40B4-BE49-F238E27FC236}">
                <a16:creationId xmlns:a16="http://schemas.microsoft.com/office/drawing/2014/main" id="{7445980F-FF50-4FE9-B20D-114D68C464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c4e022a7e5b74b64"/>
          <a:srcRect xmlns:a="http://schemas.openxmlformats.org/drawingml/2006/main" l="0" t="0" r="0" b="0"/>
          <a:stretch xmlns:a="http://schemas.openxmlformats.org/drawingml/2006/main">
            <a:fillRect l="0" t="0" r="0" b="0"/>
          </a:stretch>
        </p:blipFill>
        <p:spPr>
          <a:xfrm xmlns:a="http://schemas.openxmlformats.org/drawingml/2006/main">
            <a:off x="1054100" y="1219200"/>
            <a:ext cx="1778000" cy="342900"/>
          </a:xfrm>
          <a:prstGeom xmlns:a="http://schemas.openxmlformats.org/drawingml/2006/main" prst="rect">
            <a:avLst/>
          </a:prstGeom>
        </p:spPr>
      </p:pic>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c27e06c3660c4198"/>
          <a:srcRect xmlns:a="http://schemas.openxmlformats.org/drawingml/2006/main" l="0" t="0" r="0" b="0"/>
          <a:stretch xmlns:a="http://schemas.openxmlformats.org/drawingml/2006/main">
            <a:fillRect l="0" t="0" r="0" b="0"/>
          </a:stretch>
        </p:blipFill>
        <p:spPr>
          <a:xfrm xmlns:a="http://schemas.openxmlformats.org/drawingml/2006/main">
            <a:off x="3873500" y="1231900"/>
            <a:ext cx="1778000" cy="330200"/>
          </a:xfrm>
          <a:prstGeom xmlns:a="http://schemas.openxmlformats.org/drawingml/2006/main" prst="rect">
            <a:avLst/>
          </a:prstGeom>
        </p:spPr>
      </p:pic>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765a6952ae9b4cd5"/>
          <a:srcRect xmlns:a="http://schemas.openxmlformats.org/drawingml/2006/main" l="0" t="0" r="0" b="0"/>
          <a:stretch xmlns:a="http://schemas.openxmlformats.org/drawingml/2006/main">
            <a:fillRect l="0" t="0" r="0" b="0"/>
          </a:stretch>
        </p:blipFill>
        <p:spPr>
          <a:xfrm xmlns:a="http://schemas.openxmlformats.org/drawingml/2006/main">
            <a:off x="6667500" y="1231900"/>
            <a:ext cx="1778000" cy="330200"/>
          </a:xfrm>
          <a:prstGeom xmlns:a="http://schemas.openxmlformats.org/drawingml/2006/main" prst="rect">
            <a:avLst/>
          </a:prstGeom>
        </p:spPr>
      </p:pic>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ad68bf1083b74104"/>
          <a:srcRect xmlns:a="http://schemas.openxmlformats.org/drawingml/2006/main" l="0" t="0" r="0" b="0"/>
          <a:stretch xmlns:a="http://schemas.openxmlformats.org/drawingml/2006/main">
            <a:fillRect l="0" t="0" r="0" b="0"/>
          </a:stretch>
        </p:blipFill>
        <p:spPr>
          <a:xfrm xmlns:a="http://schemas.openxmlformats.org/drawingml/2006/main">
            <a:off x="9347200" y="1231900"/>
            <a:ext cx="1905000" cy="330200"/>
          </a:xfrm>
          <a:prstGeom xmlns:a="http://schemas.openxmlformats.org/drawingml/2006/main" prst="rect">
            <a:avLst/>
          </a:prstGeom>
        </p:spPr>
      </p:pic>
      <p:sp>
        <p:nvSpPr>
          <p:cNvPr id="6" name="pdf-vector-0006">
            <a:extLst xmlns:a="http://schemas.openxmlformats.org/drawingml/2006/main">
              <a:ext uri="{FF2B5EF4-FFF2-40B4-BE49-F238E27FC236}">
                <a16:creationId xmlns:a16="http://schemas.microsoft.com/office/drawing/2014/main" id="{0D929F3E-C7B0-4313-B6B1-09E27894E4FB}"/>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7" name="pdf-vector-0007">
            <a:extLst xmlns:a="http://schemas.openxmlformats.org/drawingml/2006/main">
              <a:ext uri="{FF2B5EF4-FFF2-40B4-BE49-F238E27FC236}">
                <a16:creationId xmlns:a16="http://schemas.microsoft.com/office/drawing/2014/main" id="{226F2113-7CCB-43C1-BBE9-94EFD40BC609}"/>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8" name="pdf-text-0008">
            <a:extLst xmlns:a="http://schemas.openxmlformats.org/drawingml/2006/main">
              <a:ext uri="{FF2B5EF4-FFF2-40B4-BE49-F238E27FC236}">
                <a16:creationId xmlns:a16="http://schemas.microsoft.com/office/drawing/2014/main" id="{267213F9-9C5C-4CA2-AF8D-9CE6C2C88A5E}"/>
              </a:ext>
            </a:extLst>
          </p:cNvPr>
          <p:cNvSpPr>
            <a:spLocks xmlns:a="http://schemas.openxmlformats.org/drawingml/2006/main" noGrp="1"/>
          </p:cNvSpPr>
          <p:nvPr/>
        </p:nvSpPr>
        <p:spPr>
          <a:xfrm xmlns:a="http://schemas.openxmlformats.org/drawingml/2006/main">
            <a:off x="639445" y="352475"/>
            <a:ext cx="616458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212121"/>
                </a:solidFill>
                <a:latin typeface="KaiTi"/>
                <a:ea typeface="KaiTi"/>
                <a:cs typeface="KaiTi"/>
              </a:defRPr>
            </a:pPr>
            <a:r>
              <a:rPr sz="2400" b="0" i="0">
                <a:solidFill>
                  <a:srgbClr val="212121"/>
                </a:solidFill>
                <a:latin typeface="KaiTi"/>
                <a:ea typeface="KaiTi"/>
                <a:cs typeface="KaiTi"/>
              </a:rPr>
              <a:t>项目亮点：收入基本盘稳固，AI算力市场爆发</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5a9e2f0716de4f8c"/>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b85aac089cd74388"/>
          <a:srcRect xmlns:a="http://schemas.openxmlformats.org/drawingml/2006/main" l="80" t="0" r="80" b="0"/>
          <a:stretch xmlns:a="http://schemas.openxmlformats.org/drawingml/2006/main">
            <a:fillRect l="0" t="0" r="0" b="0"/>
          </a:stretch>
        </p:blipFill>
        <p:spPr>
          <a:xfrm xmlns:a="http://schemas.openxmlformats.org/drawingml/2006/main">
            <a:off x="521208" y="1287780"/>
            <a:ext cx="2848356" cy="5193792"/>
          </a:xfrm>
          <a:prstGeom xmlns:a="http://schemas.openxmlformats.org/drawingml/2006/main" prst="rect">
            <a:avLst/>
          </a:prstGeom>
        </p:spPr>
      </p:pic>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d3b9728cfa88477d">
            <a:extLst>
              <a:ext uri="{96DAC541-7B7A-43D3-8B79-37D633B846F1}">
                <asvg:svgBlip xmlns:asvg="http://schemas.microsoft.com/office/drawing/2016/SVG/main" r:embed="R8009a41060ce458d"/>
              </a:ext>
            </a:extLst>
          </a:blip>
          <a:stretch xmlns:a="http://schemas.openxmlformats.org/drawingml/2006/main"/>
        </p:blipFill>
        <p:spPr>
          <a:xfrm xmlns:a="http://schemas.openxmlformats.org/drawingml/2006/main">
            <a:off x="615950" y="1381762"/>
            <a:ext cx="2658745" cy="5006340"/>
          </a:xfrm>
          <a:prstGeom xmlns:a="http://schemas.openxmlformats.org/drawingml/2006/main" prst="rect">
            <a:avLst/>
          </a:prstGeom>
        </p:spPr>
      </p:pic>
      <p:sp>
        <p:nvSpPr>
          <p:cNvPr id="12" name="pdf-text-0012">
            <a:extLst xmlns:a="http://schemas.openxmlformats.org/drawingml/2006/main">
              <a:ext uri="{FF2B5EF4-FFF2-40B4-BE49-F238E27FC236}">
                <a16:creationId xmlns:a16="http://schemas.microsoft.com/office/drawing/2014/main" id="{A474F25F-6220-4221-A25A-22986E2E4D4B}"/>
              </a:ext>
            </a:extLst>
          </p:cNvPr>
          <p:cNvSpPr>
            <a:spLocks xmlns:a="http://schemas.openxmlformats.org/drawingml/2006/main" noGrp="1"/>
          </p:cNvSpPr>
          <p:nvPr/>
        </p:nvSpPr>
        <p:spPr>
          <a:xfrm xmlns:a="http://schemas.openxmlformats.org/drawingml/2006/main">
            <a:off x="1396756" y="1758084"/>
            <a:ext cx="110641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市场卡位精准</a:t>
            </a:r>
          </a:p>
        </p:txBody>
      </p:sp>
      <p:sp>
        <p:nvSpPr>
          <p:cNvPr id="13" name="pdf-text-0013">
            <a:extLst xmlns:a="http://schemas.openxmlformats.org/drawingml/2006/main">
              <a:ext uri="{FF2B5EF4-FFF2-40B4-BE49-F238E27FC236}">
                <a16:creationId xmlns:a16="http://schemas.microsoft.com/office/drawing/2014/main" id="{4A38C026-9D2C-4826-8269-744CB8336EB8}"/>
              </a:ext>
            </a:extLst>
          </p:cNvPr>
          <p:cNvSpPr>
            <a:spLocks xmlns:a="http://schemas.openxmlformats.org/drawingml/2006/main" noGrp="1"/>
          </p:cNvSpPr>
          <p:nvPr/>
        </p:nvSpPr>
        <p:spPr>
          <a:xfrm xmlns:a="http://schemas.openxmlformats.org/drawingml/2006/main">
            <a:off x="1306840" y="2047645"/>
            <a:ext cx="128472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乘多重行业东风</a:t>
            </a:r>
          </a:p>
        </p:txBody>
      </p:sp>
      <p:sp>
        <p:nvSpPr>
          <p:cNvPr id="14" name="pdf-vector-0014">
            <a:extLst xmlns:a="http://schemas.openxmlformats.org/drawingml/2006/main">
              <a:ext uri="{FF2B5EF4-FFF2-40B4-BE49-F238E27FC236}">
                <a16:creationId xmlns:a16="http://schemas.microsoft.com/office/drawing/2014/main" id="{770F071F-8DCC-4D80-818E-8EE50B929DB6}"/>
              </a:ext>
            </a:extLst>
          </p:cNvPr>
          <p:cNvSpPr>
            <a:spLocks xmlns:a="http://schemas.openxmlformats.org/drawingml/2006/main" noGrp="1"/>
          </p:cNvSpPr>
          <p:nvPr/>
        </p:nvSpPr>
        <p:spPr>
          <a:xfrm xmlns:a="http://schemas.openxmlformats.org/drawingml/2006/main">
            <a:off x="937488" y="2302827"/>
            <a:ext cx="2015998" cy="28804"/>
          </a:xfrm>
          <a:prstGeom xmlns:a="http://schemas.openxmlformats.org/drawingml/2006/main" prst="rect">
            <a:avLst/>
          </a:prstGeom>
          <a:solidFill xmlns:a="http://schemas.openxmlformats.org/drawingml/2006/main">
            <a:srgbClr val="2E75B6"/>
          </a:solidFill>
          <a:ln xmlns:a="http://schemas.openxmlformats.org/drawingml/2006/main" w="0">
            <a:noFill/>
            <a:prstDash val="solid"/>
          </a:ln>
        </p:spPr>
      </p:sp>
      <p:sp>
        <p:nvSpPr>
          <p:cNvPr id="15" name="pdf-text-0015">
            <a:extLst xmlns:a="http://schemas.openxmlformats.org/drawingml/2006/main">
              <a:ext uri="{FF2B5EF4-FFF2-40B4-BE49-F238E27FC236}">
                <a16:creationId xmlns:a16="http://schemas.microsoft.com/office/drawing/2014/main" id="{D8089334-E55B-438E-A3BD-D9F5CC7631A2}"/>
              </a:ext>
            </a:extLst>
          </p:cNvPr>
          <p:cNvSpPr>
            <a:spLocks xmlns:a="http://schemas.openxmlformats.org/drawingml/2006/main" noGrp="1"/>
          </p:cNvSpPr>
          <p:nvPr/>
        </p:nvSpPr>
        <p:spPr>
          <a:xfrm xmlns:a="http://schemas.openxmlformats.org/drawingml/2006/main">
            <a:off x="877216" y="2565203"/>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16" name="pdf-text-0016">
            <a:extLst xmlns:a="http://schemas.openxmlformats.org/drawingml/2006/main">
              <a:ext uri="{FF2B5EF4-FFF2-40B4-BE49-F238E27FC236}">
                <a16:creationId xmlns:a16="http://schemas.microsoft.com/office/drawing/2014/main" id="{5956559C-F507-47A5-8ED7-CDD441222145}"/>
              </a:ext>
            </a:extLst>
          </p:cNvPr>
          <p:cNvSpPr>
            <a:spLocks xmlns:a="http://schemas.openxmlformats.org/drawingml/2006/main" noGrp="1"/>
          </p:cNvSpPr>
          <p:nvPr/>
        </p:nvSpPr>
        <p:spPr>
          <a:xfrm xmlns:a="http://schemas.openxmlformats.org/drawingml/2006/main">
            <a:off x="1163770" y="2555051"/>
            <a:ext cx="1855920"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国内量检测设备市场超</a:t>
            </a:r>
          </a:p>
        </p:txBody>
      </p:sp>
      <p:sp>
        <p:nvSpPr>
          <p:cNvPr id="17" name="pdf-text-0017">
            <a:extLst xmlns:a="http://schemas.openxmlformats.org/drawingml/2006/main">
              <a:ext uri="{FF2B5EF4-FFF2-40B4-BE49-F238E27FC236}">
                <a16:creationId xmlns:a16="http://schemas.microsoft.com/office/drawing/2014/main" id="{B727562F-D531-4B28-BE7F-8D9D0ACE14F4}"/>
              </a:ext>
            </a:extLst>
          </p:cNvPr>
          <p:cNvSpPr>
            <a:spLocks xmlns:a="http://schemas.openxmlformats.org/drawingml/2006/main" noGrp="1"/>
          </p:cNvSpPr>
          <p:nvPr/>
        </p:nvSpPr>
        <p:spPr>
          <a:xfrm xmlns:a="http://schemas.openxmlformats.org/drawingml/2006/main">
            <a:off x="1163770" y="2812638"/>
            <a:ext cx="1856141"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400亿元，年增超15%，但</a:t>
            </a:r>
          </a:p>
        </p:txBody>
      </p:sp>
      <p:sp>
        <p:nvSpPr>
          <p:cNvPr id="18" name="pdf-text-0018">
            <a:extLst xmlns:a="http://schemas.openxmlformats.org/drawingml/2006/main">
              <a:ext uri="{FF2B5EF4-FFF2-40B4-BE49-F238E27FC236}">
                <a16:creationId xmlns:a16="http://schemas.microsoft.com/office/drawing/2014/main" id="{12BFD8E5-E1DA-41FF-BA15-F04AA4843B65}"/>
              </a:ext>
            </a:extLst>
          </p:cNvPr>
          <p:cNvSpPr>
            <a:spLocks xmlns:a="http://schemas.openxmlformats.org/drawingml/2006/main" noGrp="1"/>
          </p:cNvSpPr>
          <p:nvPr/>
        </p:nvSpPr>
        <p:spPr>
          <a:xfrm xmlns:a="http://schemas.openxmlformats.org/drawingml/2006/main">
            <a:off x="1163728" y="3070224"/>
            <a:ext cx="1856348"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国产化率不足10%，替代</a:t>
            </a:r>
          </a:p>
        </p:txBody>
      </p:sp>
      <p:sp>
        <p:nvSpPr>
          <p:cNvPr id="19" name="pdf-text-0019">
            <a:extLst xmlns:a="http://schemas.openxmlformats.org/drawingml/2006/main">
              <a:ext uri="{FF2B5EF4-FFF2-40B4-BE49-F238E27FC236}">
                <a16:creationId xmlns:a16="http://schemas.microsoft.com/office/drawing/2014/main" id="{470CA4F7-8EE5-41DD-94F6-B19CC83FC344}"/>
              </a:ext>
            </a:extLst>
          </p:cNvPr>
          <p:cNvSpPr>
            <a:spLocks xmlns:a="http://schemas.openxmlformats.org/drawingml/2006/main" noGrp="1"/>
          </p:cNvSpPr>
          <p:nvPr/>
        </p:nvSpPr>
        <p:spPr>
          <a:xfrm xmlns:a="http://schemas.openxmlformats.org/drawingml/2006/main">
            <a:off x="1163728" y="3327811"/>
            <a:ext cx="86254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空间巨大。</a:t>
            </a:r>
          </a:p>
        </p:txBody>
      </p:sp>
      <p:sp>
        <p:nvSpPr>
          <p:cNvPr id="20" name="pdf-text-0020">
            <a:extLst xmlns:a="http://schemas.openxmlformats.org/drawingml/2006/main">
              <a:ext uri="{FF2B5EF4-FFF2-40B4-BE49-F238E27FC236}">
                <a16:creationId xmlns:a16="http://schemas.microsoft.com/office/drawing/2014/main" id="{817B4386-334A-44BF-9AE2-3F148EFEEE2F}"/>
              </a:ext>
            </a:extLst>
          </p:cNvPr>
          <p:cNvSpPr>
            <a:spLocks xmlns:a="http://schemas.openxmlformats.org/drawingml/2006/main" noGrp="1"/>
          </p:cNvSpPr>
          <p:nvPr/>
        </p:nvSpPr>
        <p:spPr>
          <a:xfrm xmlns:a="http://schemas.openxmlformats.org/drawingml/2006/main">
            <a:off x="877173" y="3645750"/>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21" name="pdf-text-0021">
            <a:extLst xmlns:a="http://schemas.openxmlformats.org/drawingml/2006/main">
              <a:ext uri="{FF2B5EF4-FFF2-40B4-BE49-F238E27FC236}">
                <a16:creationId xmlns:a16="http://schemas.microsoft.com/office/drawing/2014/main" id="{D3FE1FB3-BFD1-4E0E-B4E6-1F08516E8D69}"/>
              </a:ext>
            </a:extLst>
          </p:cNvPr>
          <p:cNvSpPr>
            <a:spLocks xmlns:a="http://schemas.openxmlformats.org/drawingml/2006/main" noGrp="1"/>
          </p:cNvSpPr>
          <p:nvPr/>
        </p:nvSpPr>
        <p:spPr>
          <a:xfrm xmlns:a="http://schemas.openxmlformats.org/drawingml/2006/main">
            <a:off x="1163728" y="3635598"/>
            <a:ext cx="185600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AI芯片驱动先进封装和光</a:t>
            </a:r>
          </a:p>
        </p:txBody>
      </p:sp>
      <p:sp>
        <p:nvSpPr>
          <p:cNvPr id="22" name="pdf-text-0022">
            <a:extLst xmlns:a="http://schemas.openxmlformats.org/drawingml/2006/main">
              <a:ext uri="{FF2B5EF4-FFF2-40B4-BE49-F238E27FC236}">
                <a16:creationId xmlns:a16="http://schemas.microsoft.com/office/drawing/2014/main" id="{A65BD2DD-BD65-4F6F-8977-3BBFB911ECD7}"/>
              </a:ext>
            </a:extLst>
          </p:cNvPr>
          <p:cNvSpPr>
            <a:spLocks xmlns:a="http://schemas.openxmlformats.org/drawingml/2006/main" noGrp="1"/>
          </p:cNvSpPr>
          <p:nvPr/>
        </p:nvSpPr>
        <p:spPr>
          <a:xfrm xmlns:a="http://schemas.openxmlformats.org/drawingml/2006/main">
            <a:off x="1163728" y="3893154"/>
            <a:ext cx="1856101"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模块产能急剧扩张，带来</a:t>
            </a:r>
          </a:p>
        </p:txBody>
      </p:sp>
      <p:sp>
        <p:nvSpPr>
          <p:cNvPr id="23" name="pdf-text-0023">
            <a:extLst xmlns:a="http://schemas.openxmlformats.org/drawingml/2006/main">
              <a:ext uri="{FF2B5EF4-FFF2-40B4-BE49-F238E27FC236}">
                <a16:creationId xmlns:a16="http://schemas.microsoft.com/office/drawing/2014/main" id="{10FA9127-BE0A-4D12-B579-702C450009EF}"/>
              </a:ext>
            </a:extLst>
          </p:cNvPr>
          <p:cNvSpPr>
            <a:spLocks xmlns:a="http://schemas.openxmlformats.org/drawingml/2006/main" noGrp="1"/>
          </p:cNvSpPr>
          <p:nvPr/>
        </p:nvSpPr>
        <p:spPr>
          <a:xfrm xmlns:a="http://schemas.openxmlformats.org/drawingml/2006/main">
            <a:off x="1163728" y="4150740"/>
            <a:ext cx="152247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量检测需求的增速。</a:t>
            </a:r>
          </a:p>
        </p:txBody>
      </p:sp>
      <p:sp>
        <p:nvSpPr>
          <p:cNvPr id="24" name="pdf-text-0024">
            <a:extLst xmlns:a="http://schemas.openxmlformats.org/drawingml/2006/main">
              <a:ext uri="{FF2B5EF4-FFF2-40B4-BE49-F238E27FC236}">
                <a16:creationId xmlns:a16="http://schemas.microsoft.com/office/drawing/2014/main" id="{52D6B292-BA53-42EA-8995-6B78A2830E67}"/>
              </a:ext>
            </a:extLst>
          </p:cNvPr>
          <p:cNvSpPr>
            <a:spLocks xmlns:a="http://schemas.openxmlformats.org/drawingml/2006/main" noGrp="1"/>
          </p:cNvSpPr>
          <p:nvPr/>
        </p:nvSpPr>
        <p:spPr>
          <a:xfrm xmlns:a="http://schemas.openxmlformats.org/drawingml/2006/main">
            <a:off x="877173" y="4468679"/>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25" name="pdf-text-0025">
            <a:extLst xmlns:a="http://schemas.openxmlformats.org/drawingml/2006/main">
              <a:ext uri="{FF2B5EF4-FFF2-40B4-BE49-F238E27FC236}">
                <a16:creationId xmlns:a16="http://schemas.microsoft.com/office/drawing/2014/main" id="{ACF7DFD4-2352-4A22-B3DC-E96252CC3236}"/>
              </a:ext>
            </a:extLst>
          </p:cNvPr>
          <p:cNvSpPr>
            <a:spLocks xmlns:a="http://schemas.openxmlformats.org/drawingml/2006/main" noGrp="1"/>
          </p:cNvSpPr>
          <p:nvPr/>
        </p:nvSpPr>
        <p:spPr>
          <a:xfrm xmlns:a="http://schemas.openxmlformats.org/drawingml/2006/main">
            <a:off x="1163728" y="4458527"/>
            <a:ext cx="185623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光模块行业量检测皆为人</a:t>
            </a:r>
          </a:p>
        </p:txBody>
      </p:sp>
      <p:sp>
        <p:nvSpPr>
          <p:cNvPr id="26" name="pdf-text-0026">
            <a:extLst xmlns:a="http://schemas.openxmlformats.org/drawingml/2006/main">
              <a:ext uri="{FF2B5EF4-FFF2-40B4-BE49-F238E27FC236}">
                <a16:creationId xmlns:a16="http://schemas.microsoft.com/office/drawing/2014/main" id="{38D52702-9129-4447-93CC-DE24C24B0C9D}"/>
              </a:ext>
            </a:extLst>
          </p:cNvPr>
          <p:cNvSpPr>
            <a:spLocks xmlns:a="http://schemas.openxmlformats.org/drawingml/2006/main" noGrp="1"/>
          </p:cNvSpPr>
          <p:nvPr/>
        </p:nvSpPr>
        <p:spPr>
          <a:xfrm xmlns:a="http://schemas.openxmlformats.org/drawingml/2006/main">
            <a:off x="1163728" y="4716113"/>
            <a:ext cx="185631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工目检，市场空白带来大</a:t>
            </a:r>
          </a:p>
        </p:txBody>
      </p:sp>
      <p:sp>
        <p:nvSpPr>
          <p:cNvPr id="27" name="pdf-text-0027">
            <a:extLst xmlns:a="http://schemas.openxmlformats.org/drawingml/2006/main">
              <a:ext uri="{FF2B5EF4-FFF2-40B4-BE49-F238E27FC236}">
                <a16:creationId xmlns:a16="http://schemas.microsoft.com/office/drawing/2014/main" id="{F3B31EAF-A68B-49B7-ABB7-2C5B6F2482AE}"/>
              </a:ext>
            </a:extLst>
          </p:cNvPr>
          <p:cNvSpPr>
            <a:spLocks xmlns:a="http://schemas.openxmlformats.org/drawingml/2006/main" noGrp="1"/>
          </p:cNvSpPr>
          <p:nvPr/>
        </p:nvSpPr>
        <p:spPr>
          <a:xfrm xmlns:a="http://schemas.openxmlformats.org/drawingml/2006/main">
            <a:off x="1163728" y="4973700"/>
            <a:ext cx="185623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量设备导入机会；国内先</a:t>
            </a:r>
          </a:p>
        </p:txBody>
      </p:sp>
      <p:sp>
        <p:nvSpPr>
          <p:cNvPr id="28" name="pdf-text-0028">
            <a:extLst xmlns:a="http://schemas.openxmlformats.org/drawingml/2006/main">
              <a:ext uri="{FF2B5EF4-FFF2-40B4-BE49-F238E27FC236}">
                <a16:creationId xmlns:a16="http://schemas.microsoft.com/office/drawing/2014/main" id="{30C140B2-B0B7-49B9-814E-3DC9D7B42B42}"/>
              </a:ext>
            </a:extLst>
          </p:cNvPr>
          <p:cNvSpPr>
            <a:spLocks xmlns:a="http://schemas.openxmlformats.org/drawingml/2006/main" noGrp="1"/>
          </p:cNvSpPr>
          <p:nvPr/>
        </p:nvSpPr>
        <p:spPr>
          <a:xfrm xmlns:a="http://schemas.openxmlformats.org/drawingml/2006/main">
            <a:off x="1163728" y="5231286"/>
            <a:ext cx="185623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进封装产线正积极建线拉</a:t>
            </a:r>
          </a:p>
        </p:txBody>
      </p:sp>
      <p:sp>
        <p:nvSpPr>
          <p:cNvPr id="29" name="pdf-text-0029">
            <a:extLst xmlns:a="http://schemas.openxmlformats.org/drawingml/2006/main">
              <a:ext uri="{FF2B5EF4-FFF2-40B4-BE49-F238E27FC236}">
                <a16:creationId xmlns:a16="http://schemas.microsoft.com/office/drawing/2014/main" id="{63664533-58E0-445B-8A7C-6A879663457E}"/>
              </a:ext>
            </a:extLst>
          </p:cNvPr>
          <p:cNvSpPr>
            <a:spLocks xmlns:a="http://schemas.openxmlformats.org/drawingml/2006/main" noGrp="1"/>
          </p:cNvSpPr>
          <p:nvPr/>
        </p:nvSpPr>
        <p:spPr>
          <a:xfrm xmlns:a="http://schemas.openxmlformats.org/drawingml/2006/main">
            <a:off x="1163728" y="5488873"/>
            <a:ext cx="185618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通，公司产品已进入客户</a:t>
            </a:r>
          </a:p>
        </p:txBody>
      </p:sp>
      <p:sp>
        <p:nvSpPr>
          <p:cNvPr id="30" name="pdf-text-0030">
            <a:extLst xmlns:a="http://schemas.openxmlformats.org/drawingml/2006/main">
              <a:ext uri="{FF2B5EF4-FFF2-40B4-BE49-F238E27FC236}">
                <a16:creationId xmlns:a16="http://schemas.microsoft.com/office/drawing/2014/main" id="{24039D16-B148-4B97-B021-CD3FDE205AD3}"/>
              </a:ext>
            </a:extLst>
          </p:cNvPr>
          <p:cNvSpPr>
            <a:spLocks xmlns:a="http://schemas.openxmlformats.org/drawingml/2006/main" noGrp="1"/>
          </p:cNvSpPr>
          <p:nvPr/>
        </p:nvSpPr>
        <p:spPr>
          <a:xfrm xmlns:a="http://schemas.openxmlformats.org/drawingml/2006/main">
            <a:off x="1163728" y="5746459"/>
            <a:ext cx="53187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验证。</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c158799f0d274f44"/>
          <a:srcRect xmlns:a="http://schemas.openxmlformats.org/drawingml/2006/main" l="107" t="0" r="107" b="0"/>
          <a:stretch xmlns:a="http://schemas.openxmlformats.org/drawingml/2006/main">
            <a:fillRect l="0" t="0" r="0" b="0"/>
          </a:stretch>
        </p:blipFill>
        <p:spPr>
          <a:xfrm xmlns:a="http://schemas.openxmlformats.org/drawingml/2006/main">
            <a:off x="3337560" y="1287780"/>
            <a:ext cx="2846832" cy="5193792"/>
          </a:xfrm>
          <a:prstGeom xmlns:a="http://schemas.openxmlformats.org/drawingml/2006/main" prst="rect">
            <a:avLst/>
          </a:prstGeom>
        </p:spPr>
      </p:pic>
      <p:pic>
        <p:nvPicPr>
          <p:cNvPr id="113" name=""/>
          <p:cNvPicPr>
            <a:picLocks xmlns:a="http://schemas.openxmlformats.org/drawingml/2006/main" noChangeAspect="1"/>
          </p:cNvPicPr>
          <p:nvPr/>
        </p:nvPicPr>
        <p:blipFill>
          <a:blip xmlns:r="http://schemas.openxmlformats.org/officeDocument/2006/relationships" xmlns:a="http://schemas.openxmlformats.org/drawingml/2006/main" r:embed="R718a47799729433c">
            <a:extLst>
              <a:ext uri="{96DAC541-7B7A-43D3-8B79-37D633B846F1}">
                <asvg:svgBlip xmlns:asvg="http://schemas.microsoft.com/office/drawing/2016/SVG/main" r:embed="Rb6501090bd814b68"/>
              </a:ext>
            </a:extLst>
          </a:blip>
          <a:stretch xmlns:a="http://schemas.openxmlformats.org/drawingml/2006/main"/>
        </p:blipFill>
        <p:spPr>
          <a:xfrm xmlns:a="http://schemas.openxmlformats.org/drawingml/2006/main">
            <a:off x="3432175" y="1381762"/>
            <a:ext cx="2658745" cy="5006340"/>
          </a:xfrm>
          <a:prstGeom xmlns:a="http://schemas.openxmlformats.org/drawingml/2006/main" prst="rect">
            <a:avLst/>
          </a:prstGeom>
        </p:spPr>
      </p:pic>
      <p:sp>
        <p:nvSpPr>
          <p:cNvPr id="33" name="pdf-text-0033">
            <a:extLst xmlns:a="http://schemas.openxmlformats.org/drawingml/2006/main">
              <a:ext uri="{FF2B5EF4-FFF2-40B4-BE49-F238E27FC236}">
                <a16:creationId xmlns:a16="http://schemas.microsoft.com/office/drawing/2014/main" id="{82FD83C8-A020-48C9-8E3A-7429C10ECBE7}"/>
              </a:ext>
            </a:extLst>
          </p:cNvPr>
          <p:cNvSpPr>
            <a:spLocks xmlns:a="http://schemas.openxmlformats.org/drawingml/2006/main" noGrp="1"/>
          </p:cNvSpPr>
          <p:nvPr/>
        </p:nvSpPr>
        <p:spPr>
          <a:xfrm xmlns:a="http://schemas.openxmlformats.org/drawingml/2006/main">
            <a:off x="4214892" y="1758084"/>
            <a:ext cx="11064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技术壁垒深厚</a:t>
            </a:r>
          </a:p>
        </p:txBody>
      </p:sp>
      <p:sp>
        <p:nvSpPr>
          <p:cNvPr id="34" name="pdf-text-0034">
            <a:extLst xmlns:a="http://schemas.openxmlformats.org/drawingml/2006/main">
              <a:ext uri="{FF2B5EF4-FFF2-40B4-BE49-F238E27FC236}">
                <a16:creationId xmlns:a16="http://schemas.microsoft.com/office/drawing/2014/main" id="{55FDB8D5-3025-4EB8-B155-1B4251EC38C4}"/>
              </a:ext>
            </a:extLst>
          </p:cNvPr>
          <p:cNvSpPr>
            <a:spLocks xmlns:a="http://schemas.openxmlformats.org/drawingml/2006/main" noGrp="1"/>
          </p:cNvSpPr>
          <p:nvPr/>
        </p:nvSpPr>
        <p:spPr>
          <a:xfrm xmlns:a="http://schemas.openxmlformats.org/drawingml/2006/main">
            <a:off x="4214892" y="2047645"/>
            <a:ext cx="11064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性能国际领先</a:t>
            </a:r>
          </a:p>
        </p:txBody>
      </p:sp>
      <p:sp>
        <p:nvSpPr>
          <p:cNvPr id="35" name="pdf-vector-0035">
            <a:extLst xmlns:a="http://schemas.openxmlformats.org/drawingml/2006/main">
              <a:ext uri="{FF2B5EF4-FFF2-40B4-BE49-F238E27FC236}">
                <a16:creationId xmlns:a16="http://schemas.microsoft.com/office/drawing/2014/main" id="{42E64550-3D33-4B9A-B637-1D1E9E66548C}"/>
              </a:ext>
            </a:extLst>
          </p:cNvPr>
          <p:cNvSpPr>
            <a:spLocks xmlns:a="http://schemas.openxmlformats.org/drawingml/2006/main" noGrp="1"/>
          </p:cNvSpPr>
          <p:nvPr/>
        </p:nvSpPr>
        <p:spPr>
          <a:xfrm xmlns:a="http://schemas.openxmlformats.org/drawingml/2006/main">
            <a:off x="3753650" y="2302827"/>
            <a:ext cx="2015998" cy="28804"/>
          </a:xfrm>
          <a:prstGeom xmlns:a="http://schemas.openxmlformats.org/drawingml/2006/main" prst="rect">
            <a:avLst/>
          </a:prstGeom>
          <a:solidFill xmlns:a="http://schemas.openxmlformats.org/drawingml/2006/main">
            <a:srgbClr val="2E75B6"/>
          </a:solidFill>
          <a:ln xmlns:a="http://schemas.openxmlformats.org/drawingml/2006/main" w="0">
            <a:noFill/>
            <a:prstDash val="solid"/>
          </a:ln>
        </p:spPr>
      </p:sp>
      <p:sp>
        <p:nvSpPr>
          <p:cNvPr id="36" name="pdf-text-0036">
            <a:extLst xmlns:a="http://schemas.openxmlformats.org/drawingml/2006/main">
              <a:ext uri="{FF2B5EF4-FFF2-40B4-BE49-F238E27FC236}">
                <a16:creationId xmlns:a16="http://schemas.microsoft.com/office/drawing/2014/main" id="{9477802F-0A6D-44EB-99B7-8B1F7AE5CE6B}"/>
              </a:ext>
            </a:extLst>
          </p:cNvPr>
          <p:cNvSpPr>
            <a:spLocks xmlns:a="http://schemas.openxmlformats.org/drawingml/2006/main" noGrp="1"/>
          </p:cNvSpPr>
          <p:nvPr/>
        </p:nvSpPr>
        <p:spPr>
          <a:xfrm xmlns:a="http://schemas.openxmlformats.org/drawingml/2006/main">
            <a:off x="3705779" y="2557506"/>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37" name="pdf-text-0037">
            <a:extLst xmlns:a="http://schemas.openxmlformats.org/drawingml/2006/main">
              <a:ext uri="{FF2B5EF4-FFF2-40B4-BE49-F238E27FC236}">
                <a16:creationId xmlns:a16="http://schemas.microsoft.com/office/drawing/2014/main" id="{2B5805AB-7F8F-4053-9659-8F06132BA5E4}"/>
              </a:ext>
            </a:extLst>
          </p:cNvPr>
          <p:cNvSpPr>
            <a:spLocks xmlns:a="http://schemas.openxmlformats.org/drawingml/2006/main" noGrp="1"/>
          </p:cNvSpPr>
          <p:nvPr/>
        </p:nvSpPr>
        <p:spPr>
          <a:xfrm xmlns:a="http://schemas.openxmlformats.org/drawingml/2006/main">
            <a:off x="3992333" y="2547353"/>
            <a:ext cx="183661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半导体工艺进步驱动检</a:t>
            </a:r>
          </a:p>
        </p:txBody>
      </p:sp>
      <p:sp>
        <p:nvSpPr>
          <p:cNvPr id="38" name="pdf-text-0038">
            <a:extLst xmlns:a="http://schemas.openxmlformats.org/drawingml/2006/main">
              <a:ext uri="{FF2B5EF4-FFF2-40B4-BE49-F238E27FC236}">
                <a16:creationId xmlns:a16="http://schemas.microsoft.com/office/drawing/2014/main" id="{6C9490F3-E06F-48DE-9206-D871373F2505}"/>
              </a:ext>
            </a:extLst>
          </p:cNvPr>
          <p:cNvSpPr>
            <a:spLocks xmlns:a="http://schemas.openxmlformats.org/drawingml/2006/main" noGrp="1"/>
          </p:cNvSpPr>
          <p:nvPr/>
        </p:nvSpPr>
        <p:spPr>
          <a:xfrm xmlns:a="http://schemas.openxmlformats.org/drawingml/2006/main">
            <a:off x="3992333" y="2804940"/>
            <a:ext cx="183655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测从2D向3D升级，公司</a:t>
            </a:r>
          </a:p>
        </p:txBody>
      </p:sp>
      <p:sp>
        <p:nvSpPr>
          <p:cNvPr id="39" name="pdf-text-0039">
            <a:extLst xmlns:a="http://schemas.openxmlformats.org/drawingml/2006/main">
              <a:ext uri="{FF2B5EF4-FFF2-40B4-BE49-F238E27FC236}">
                <a16:creationId xmlns:a16="http://schemas.microsoft.com/office/drawing/2014/main" id="{71712329-37C9-4A96-AC87-9E1A69B8E5C8}"/>
              </a:ext>
            </a:extLst>
          </p:cNvPr>
          <p:cNvSpPr>
            <a:spLocks xmlns:a="http://schemas.openxmlformats.org/drawingml/2006/main" noGrp="1"/>
          </p:cNvSpPr>
          <p:nvPr/>
        </p:nvSpPr>
        <p:spPr>
          <a:xfrm xmlns:a="http://schemas.openxmlformats.org/drawingml/2006/main">
            <a:off x="3992456" y="3062527"/>
            <a:ext cx="183643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全自研3D成像体系，技</a:t>
            </a:r>
          </a:p>
        </p:txBody>
      </p:sp>
      <p:sp>
        <p:nvSpPr>
          <p:cNvPr id="40" name="pdf-text-0040">
            <a:extLst xmlns:a="http://schemas.openxmlformats.org/drawingml/2006/main">
              <a:ext uri="{FF2B5EF4-FFF2-40B4-BE49-F238E27FC236}">
                <a16:creationId xmlns:a16="http://schemas.microsoft.com/office/drawing/2014/main" id="{C3F21CD3-F19A-4BC5-A7A3-7423979B0C68}"/>
              </a:ext>
            </a:extLst>
          </p:cNvPr>
          <p:cNvSpPr>
            <a:spLocks xmlns:a="http://schemas.openxmlformats.org/drawingml/2006/main" noGrp="1"/>
          </p:cNvSpPr>
          <p:nvPr/>
        </p:nvSpPr>
        <p:spPr>
          <a:xfrm xmlns:a="http://schemas.openxmlformats.org/drawingml/2006/main">
            <a:off x="3992456" y="3320113"/>
            <a:ext cx="102718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术护城河深。</a:t>
            </a:r>
          </a:p>
        </p:txBody>
      </p:sp>
      <p:sp>
        <p:nvSpPr>
          <p:cNvPr id="41" name="pdf-text-0041">
            <a:extLst xmlns:a="http://schemas.openxmlformats.org/drawingml/2006/main">
              <a:ext uri="{FF2B5EF4-FFF2-40B4-BE49-F238E27FC236}">
                <a16:creationId xmlns:a16="http://schemas.microsoft.com/office/drawing/2014/main" id="{FC37AA85-D34B-48B4-90D0-0EB00FC44D33}"/>
              </a:ext>
            </a:extLst>
          </p:cNvPr>
          <p:cNvSpPr>
            <a:spLocks xmlns:a="http://schemas.openxmlformats.org/drawingml/2006/main" noGrp="1"/>
          </p:cNvSpPr>
          <p:nvPr/>
        </p:nvSpPr>
        <p:spPr>
          <a:xfrm xmlns:a="http://schemas.openxmlformats.org/drawingml/2006/main">
            <a:off x="3705736" y="3638052"/>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42" name="pdf-text-0042">
            <a:extLst xmlns:a="http://schemas.openxmlformats.org/drawingml/2006/main">
              <a:ext uri="{FF2B5EF4-FFF2-40B4-BE49-F238E27FC236}">
                <a16:creationId xmlns:a16="http://schemas.microsoft.com/office/drawing/2014/main" id="{C5E6620F-D20B-4A95-B5D7-7673217C5F28}"/>
              </a:ext>
            </a:extLst>
          </p:cNvPr>
          <p:cNvSpPr>
            <a:spLocks xmlns:a="http://schemas.openxmlformats.org/drawingml/2006/main" noGrp="1"/>
          </p:cNvSpPr>
          <p:nvPr/>
        </p:nvSpPr>
        <p:spPr>
          <a:xfrm xmlns:a="http://schemas.openxmlformats.org/drawingml/2006/main">
            <a:off x="3992291" y="3627900"/>
            <a:ext cx="183643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独创的非监督（零负样</a:t>
            </a:r>
          </a:p>
        </p:txBody>
      </p:sp>
      <p:sp>
        <p:nvSpPr>
          <p:cNvPr id="43" name="pdf-text-0043">
            <a:extLst xmlns:a="http://schemas.openxmlformats.org/drawingml/2006/main">
              <a:ext uri="{FF2B5EF4-FFF2-40B4-BE49-F238E27FC236}">
                <a16:creationId xmlns:a16="http://schemas.microsoft.com/office/drawing/2014/main" id="{31FA5807-8E0A-4BBB-A1A0-66E8F95A6324}"/>
              </a:ext>
            </a:extLst>
          </p:cNvPr>
          <p:cNvSpPr>
            <a:spLocks xmlns:a="http://schemas.openxmlformats.org/drawingml/2006/main" noGrp="1"/>
          </p:cNvSpPr>
          <p:nvPr/>
        </p:nvSpPr>
        <p:spPr>
          <a:xfrm xmlns:a="http://schemas.openxmlformats.org/drawingml/2006/main">
            <a:off x="3992291" y="3885457"/>
            <a:ext cx="1836613"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本）AI算法，大幅降低</a:t>
            </a:r>
          </a:p>
        </p:txBody>
      </p:sp>
      <p:sp>
        <p:nvSpPr>
          <p:cNvPr id="44" name="pdf-text-0044">
            <a:extLst xmlns:a="http://schemas.openxmlformats.org/drawingml/2006/main">
              <a:ext uri="{FF2B5EF4-FFF2-40B4-BE49-F238E27FC236}">
                <a16:creationId xmlns:a16="http://schemas.microsoft.com/office/drawing/2014/main" id="{96E61831-D194-4C1C-8D32-A2679ED44B09}"/>
              </a:ext>
            </a:extLst>
          </p:cNvPr>
          <p:cNvSpPr>
            <a:spLocks xmlns:a="http://schemas.openxmlformats.org/drawingml/2006/main" noGrp="1"/>
          </p:cNvSpPr>
          <p:nvPr/>
        </p:nvSpPr>
        <p:spPr>
          <a:xfrm xmlns:a="http://schemas.openxmlformats.org/drawingml/2006/main">
            <a:off x="3992456" y="4143044"/>
            <a:ext cx="2001601"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部署周期和提升检出率。</a:t>
            </a:r>
          </a:p>
        </p:txBody>
      </p:sp>
      <p:sp>
        <p:nvSpPr>
          <p:cNvPr id="45" name="pdf-text-0045">
            <a:extLst xmlns:a="http://schemas.openxmlformats.org/drawingml/2006/main">
              <a:ext uri="{FF2B5EF4-FFF2-40B4-BE49-F238E27FC236}">
                <a16:creationId xmlns:a16="http://schemas.microsoft.com/office/drawing/2014/main" id="{F9FDA170-B0E1-403C-B533-187D8CE43A64}"/>
              </a:ext>
            </a:extLst>
          </p:cNvPr>
          <p:cNvSpPr>
            <a:spLocks xmlns:a="http://schemas.openxmlformats.org/drawingml/2006/main" noGrp="1"/>
          </p:cNvSpPr>
          <p:nvPr/>
        </p:nvSpPr>
        <p:spPr>
          <a:xfrm xmlns:a="http://schemas.openxmlformats.org/drawingml/2006/main">
            <a:off x="1767817" y="1320516"/>
            <a:ext cx="3947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行业</a:t>
            </a:r>
          </a:p>
        </p:txBody>
      </p:sp>
      <p:sp>
        <p:nvSpPr>
          <p:cNvPr id="46" name="pdf-text-0046">
            <a:extLst xmlns:a="http://schemas.openxmlformats.org/drawingml/2006/main">
              <a:ext uri="{FF2B5EF4-FFF2-40B4-BE49-F238E27FC236}">
                <a16:creationId xmlns:a16="http://schemas.microsoft.com/office/drawing/2014/main" id="{9136D1D6-2561-4F5F-A258-6CB7B5D7645C}"/>
              </a:ext>
            </a:extLst>
          </p:cNvPr>
          <p:cNvSpPr>
            <a:spLocks xmlns:a="http://schemas.openxmlformats.org/drawingml/2006/main" noGrp="1"/>
          </p:cNvSpPr>
          <p:nvPr/>
        </p:nvSpPr>
        <p:spPr>
          <a:xfrm xmlns:a="http://schemas.openxmlformats.org/drawingml/2006/main">
            <a:off x="4583975" y="1324038"/>
            <a:ext cx="3947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技术</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54b806ccaaaf4d06"/>
          <a:srcRect xmlns:a="http://schemas.openxmlformats.org/drawingml/2006/main" l="107" t="0" r="107" b="0"/>
          <a:stretch xmlns:a="http://schemas.openxmlformats.org/drawingml/2006/main">
            <a:fillRect l="0" t="0" r="0" b="0"/>
          </a:stretch>
        </p:blipFill>
        <p:spPr>
          <a:xfrm xmlns:a="http://schemas.openxmlformats.org/drawingml/2006/main">
            <a:off x="6135624" y="1287780"/>
            <a:ext cx="2846832" cy="5193792"/>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5f5e22d31f5e47fe">
            <a:extLst>
              <a:ext uri="{96DAC541-7B7A-43D3-8B79-37D633B846F1}">
                <asvg:svgBlip xmlns:asvg="http://schemas.microsoft.com/office/drawing/2016/SVG/main" r:embed="Rf7292e4d6fda457d"/>
              </a:ext>
            </a:extLst>
          </a:blip>
          <a:stretch xmlns:a="http://schemas.openxmlformats.org/drawingml/2006/main"/>
        </p:blipFill>
        <p:spPr>
          <a:xfrm xmlns:a="http://schemas.openxmlformats.org/drawingml/2006/main">
            <a:off x="6229985" y="1381762"/>
            <a:ext cx="2658745" cy="5006340"/>
          </a:xfrm>
          <a:prstGeom xmlns:a="http://schemas.openxmlformats.org/drawingml/2006/main" prst="rect">
            <a:avLst/>
          </a:prstGeom>
        </p:spPr>
      </p:pic>
      <p:sp>
        <p:nvSpPr>
          <p:cNvPr id="49" name="pdf-text-0049">
            <a:extLst xmlns:a="http://schemas.openxmlformats.org/drawingml/2006/main">
              <a:ext uri="{FF2B5EF4-FFF2-40B4-BE49-F238E27FC236}">
                <a16:creationId xmlns:a16="http://schemas.microsoft.com/office/drawing/2014/main" id="{200038AC-10D6-4C05-A3A5-102B2C0D72CF}"/>
              </a:ext>
            </a:extLst>
          </p:cNvPr>
          <p:cNvSpPr>
            <a:spLocks xmlns:a="http://schemas.openxmlformats.org/drawingml/2006/main" noGrp="1"/>
          </p:cNvSpPr>
          <p:nvPr/>
        </p:nvSpPr>
        <p:spPr>
          <a:xfrm xmlns:a="http://schemas.openxmlformats.org/drawingml/2006/main">
            <a:off x="7291930" y="1324038"/>
            <a:ext cx="5730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商业化</a:t>
            </a:r>
          </a:p>
        </p:txBody>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5facee403cae4720"/>
          <a:srcRect xmlns:a="http://schemas.openxmlformats.org/drawingml/2006/main" l="107" t="0" r="107" b="0"/>
          <a:stretch xmlns:a="http://schemas.openxmlformats.org/drawingml/2006/main">
            <a:fillRect l="0" t="0" r="0" b="0"/>
          </a:stretch>
        </p:blipFill>
        <p:spPr>
          <a:xfrm xmlns:a="http://schemas.openxmlformats.org/drawingml/2006/main">
            <a:off x="8944356" y="1287780"/>
            <a:ext cx="2846832" cy="5193792"/>
          </a:xfrm>
          <a:prstGeom xmlns:a="http://schemas.openxmlformats.org/drawingml/2006/main" prst="rect">
            <a:avLst/>
          </a:prstGeom>
        </p:spPr>
      </p:pic>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756b4bae84f34114">
            <a:extLst>
              <a:ext uri="{96DAC541-7B7A-43D3-8B79-37D633B846F1}">
                <asvg:svgBlip xmlns:asvg="http://schemas.microsoft.com/office/drawing/2016/SVG/main" r:embed="Rfde6af479a1849a2"/>
              </a:ext>
            </a:extLst>
          </a:blip>
          <a:stretch xmlns:a="http://schemas.openxmlformats.org/drawingml/2006/main"/>
        </p:blipFill>
        <p:spPr>
          <a:xfrm xmlns:a="http://schemas.openxmlformats.org/drawingml/2006/main">
            <a:off x="9037955" y="1381761"/>
            <a:ext cx="2658745" cy="5006340"/>
          </a:xfrm>
          <a:prstGeom xmlns:a="http://schemas.openxmlformats.org/drawingml/2006/main" prst="rect">
            <a:avLst/>
          </a:prstGeom>
        </p:spPr>
      </p:pic>
      <p:sp>
        <p:nvSpPr>
          <p:cNvPr id="52" name="pdf-text-0052">
            <a:extLst xmlns:a="http://schemas.openxmlformats.org/drawingml/2006/main">
              <a:ext uri="{FF2B5EF4-FFF2-40B4-BE49-F238E27FC236}">
                <a16:creationId xmlns:a16="http://schemas.microsoft.com/office/drawing/2014/main" id="{A362B325-8542-450A-A261-2AAAFFDB157C}"/>
              </a:ext>
            </a:extLst>
          </p:cNvPr>
          <p:cNvSpPr>
            <a:spLocks xmlns:a="http://schemas.openxmlformats.org/drawingml/2006/main" noGrp="1"/>
          </p:cNvSpPr>
          <p:nvPr/>
        </p:nvSpPr>
        <p:spPr>
          <a:xfrm xmlns:a="http://schemas.openxmlformats.org/drawingml/2006/main">
            <a:off x="10126788" y="1324126"/>
            <a:ext cx="3947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KaiTi"/>
                <a:ea typeface="KaiTi"/>
                <a:cs typeface="KaiTi"/>
              </a:defRPr>
            </a:pPr>
            <a:r>
              <a:rPr sz="1404" b="0" i="0">
                <a:solidFill>
                  <a:srgbClr val="FFFFFF"/>
                </a:solidFill>
                <a:latin typeface="KaiTi"/>
                <a:ea typeface="KaiTi"/>
                <a:cs typeface="KaiTi"/>
              </a:rPr>
              <a:t>团队</a:t>
            </a:r>
          </a:p>
        </p:txBody>
      </p:sp>
      <p:sp>
        <p:nvSpPr>
          <p:cNvPr id="53" name="pdf-vector-0053">
            <a:extLst xmlns:a="http://schemas.openxmlformats.org/drawingml/2006/main">
              <a:ext uri="{FF2B5EF4-FFF2-40B4-BE49-F238E27FC236}">
                <a16:creationId xmlns:a16="http://schemas.microsoft.com/office/drawing/2014/main" id="{72AFEBBE-5DD1-4B7D-9EC6-2538AC851BCE}"/>
              </a:ext>
            </a:extLst>
          </p:cNvPr>
          <p:cNvSpPr>
            <a:spLocks xmlns:a="http://schemas.openxmlformats.org/drawingml/2006/main" noGrp="1"/>
          </p:cNvSpPr>
          <p:nvPr/>
        </p:nvSpPr>
        <p:spPr>
          <a:xfrm xmlns:a="http://schemas.openxmlformats.org/drawingml/2006/main">
            <a:off x="6547803" y="2302827"/>
            <a:ext cx="2015998" cy="28804"/>
          </a:xfrm>
          <a:prstGeom xmlns:a="http://schemas.openxmlformats.org/drawingml/2006/main" prst="rect">
            <a:avLst/>
          </a:prstGeom>
          <a:solidFill xmlns:a="http://schemas.openxmlformats.org/drawingml/2006/main">
            <a:srgbClr val="2E75B6"/>
          </a:solidFill>
          <a:ln xmlns:a="http://schemas.openxmlformats.org/drawingml/2006/main" w="0">
            <a:noFill/>
            <a:prstDash val="solid"/>
          </a:ln>
        </p:spPr>
      </p:sp>
      <p:sp>
        <p:nvSpPr>
          <p:cNvPr id="54" name="pdf-text-0054">
            <a:extLst xmlns:a="http://schemas.openxmlformats.org/drawingml/2006/main">
              <a:ext uri="{FF2B5EF4-FFF2-40B4-BE49-F238E27FC236}">
                <a16:creationId xmlns:a16="http://schemas.microsoft.com/office/drawing/2014/main" id="{032203DF-728C-4EA8-B5D0-086C1D7F37FC}"/>
              </a:ext>
            </a:extLst>
          </p:cNvPr>
          <p:cNvSpPr>
            <a:spLocks xmlns:a="http://schemas.openxmlformats.org/drawingml/2006/main" noGrp="1"/>
          </p:cNvSpPr>
          <p:nvPr/>
        </p:nvSpPr>
        <p:spPr>
          <a:xfrm xmlns:a="http://schemas.openxmlformats.org/drawingml/2006/main">
            <a:off x="6933368" y="1737723"/>
            <a:ext cx="128472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商业化路径清晰</a:t>
            </a:r>
          </a:p>
        </p:txBody>
      </p:sp>
      <p:sp>
        <p:nvSpPr>
          <p:cNvPr id="55" name="pdf-text-0055">
            <a:extLst xmlns:a="http://schemas.openxmlformats.org/drawingml/2006/main">
              <a:ext uri="{FF2B5EF4-FFF2-40B4-BE49-F238E27FC236}">
                <a16:creationId xmlns:a16="http://schemas.microsoft.com/office/drawing/2014/main" id="{7ABE3BE0-2B57-4225-9BDE-69D4396530AD}"/>
              </a:ext>
            </a:extLst>
          </p:cNvPr>
          <p:cNvSpPr>
            <a:spLocks xmlns:a="http://schemas.openxmlformats.org/drawingml/2006/main" noGrp="1"/>
          </p:cNvSpPr>
          <p:nvPr/>
        </p:nvSpPr>
        <p:spPr>
          <a:xfrm xmlns:a="http://schemas.openxmlformats.org/drawingml/2006/main">
            <a:off x="6844976" y="2027283"/>
            <a:ext cx="14615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已获头部客户认证</a:t>
            </a:r>
          </a:p>
        </p:txBody>
      </p:sp>
      <p:sp>
        <p:nvSpPr>
          <p:cNvPr id="56" name="pdf-text-0056">
            <a:extLst xmlns:a="http://schemas.openxmlformats.org/drawingml/2006/main">
              <a:ext uri="{FF2B5EF4-FFF2-40B4-BE49-F238E27FC236}">
                <a16:creationId xmlns:a16="http://schemas.microsoft.com/office/drawing/2014/main" id="{C5E6EBB4-7DE9-474F-A5A3-968F216C272A}"/>
              </a:ext>
            </a:extLst>
          </p:cNvPr>
          <p:cNvSpPr>
            <a:spLocks xmlns:a="http://schemas.openxmlformats.org/drawingml/2006/main" noGrp="1"/>
          </p:cNvSpPr>
          <p:nvPr/>
        </p:nvSpPr>
        <p:spPr>
          <a:xfrm xmlns:a="http://schemas.openxmlformats.org/drawingml/2006/main">
            <a:off x="6352540" y="2569605"/>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57" name="pdf-text-0057">
            <a:extLst xmlns:a="http://schemas.openxmlformats.org/drawingml/2006/main">
              <a:ext uri="{FF2B5EF4-FFF2-40B4-BE49-F238E27FC236}">
                <a16:creationId xmlns:a16="http://schemas.microsoft.com/office/drawing/2014/main" id="{E4D1E136-9BC5-4DD6-99FB-FEAD7E57F81A}"/>
              </a:ext>
            </a:extLst>
          </p:cNvPr>
          <p:cNvSpPr>
            <a:spLocks xmlns:a="http://schemas.openxmlformats.org/drawingml/2006/main" noGrp="1"/>
          </p:cNvSpPr>
          <p:nvPr/>
        </p:nvSpPr>
        <p:spPr>
          <a:xfrm xmlns:a="http://schemas.openxmlformats.org/drawingml/2006/main">
            <a:off x="6639095" y="2559453"/>
            <a:ext cx="2034445"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以 SMT/IGBT业务提供稳定</a:t>
            </a:r>
          </a:p>
        </p:txBody>
      </p:sp>
      <p:sp>
        <p:nvSpPr>
          <p:cNvPr id="58" name="pdf-text-0058">
            <a:extLst xmlns:a="http://schemas.openxmlformats.org/drawingml/2006/main">
              <a:ext uri="{FF2B5EF4-FFF2-40B4-BE49-F238E27FC236}">
                <a16:creationId xmlns:a16="http://schemas.microsoft.com/office/drawing/2014/main" id="{1B2C9063-A618-4430-9EAB-B734D37A47A4}"/>
              </a:ext>
            </a:extLst>
          </p:cNvPr>
          <p:cNvSpPr>
            <a:spLocks xmlns:a="http://schemas.openxmlformats.org/drawingml/2006/main" noGrp="1"/>
          </p:cNvSpPr>
          <p:nvPr/>
        </p:nvSpPr>
        <p:spPr>
          <a:xfrm xmlns:a="http://schemas.openxmlformats.org/drawingml/2006/main">
            <a:off x="6639052" y="2817040"/>
            <a:ext cx="2034191"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现金流和验证基础；抓住AI</a:t>
            </a:r>
          </a:p>
        </p:txBody>
      </p:sp>
      <p:sp>
        <p:nvSpPr>
          <p:cNvPr id="59" name="pdf-text-0059">
            <a:extLst xmlns:a="http://schemas.openxmlformats.org/drawingml/2006/main">
              <a:ext uri="{FF2B5EF4-FFF2-40B4-BE49-F238E27FC236}">
                <a16:creationId xmlns:a16="http://schemas.microsoft.com/office/drawing/2014/main" id="{233A59D4-49F8-4B33-8886-A95B79B34372}"/>
              </a:ext>
            </a:extLst>
          </p:cNvPr>
          <p:cNvSpPr>
            <a:spLocks xmlns:a="http://schemas.openxmlformats.org/drawingml/2006/main" noGrp="1"/>
          </p:cNvSpPr>
          <p:nvPr/>
        </p:nvSpPr>
        <p:spPr>
          <a:xfrm xmlns:a="http://schemas.openxmlformats.org/drawingml/2006/main">
            <a:off x="6639052" y="3074626"/>
            <a:ext cx="203427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算力风口，快速切入高增长</a:t>
            </a:r>
          </a:p>
        </p:txBody>
      </p:sp>
      <p:sp>
        <p:nvSpPr>
          <p:cNvPr id="60" name="pdf-text-0060">
            <a:extLst xmlns:a="http://schemas.openxmlformats.org/drawingml/2006/main">
              <a:ext uri="{FF2B5EF4-FFF2-40B4-BE49-F238E27FC236}">
                <a16:creationId xmlns:a16="http://schemas.microsoft.com/office/drawing/2014/main" id="{77FAFC68-2C9E-4115-9A66-D9769DBFE079}"/>
              </a:ext>
            </a:extLst>
          </p:cNvPr>
          <p:cNvSpPr>
            <a:spLocks xmlns:a="http://schemas.openxmlformats.org/drawingml/2006/main" noGrp="1"/>
          </p:cNvSpPr>
          <p:nvPr/>
        </p:nvSpPr>
        <p:spPr>
          <a:xfrm xmlns:a="http://schemas.openxmlformats.org/drawingml/2006/main">
            <a:off x="6638888" y="3332213"/>
            <a:ext cx="220028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的光模块市场实现规模跃升；</a:t>
            </a:r>
          </a:p>
        </p:txBody>
      </p:sp>
      <p:sp>
        <p:nvSpPr>
          <p:cNvPr id="61" name="pdf-text-0061">
            <a:extLst xmlns:a="http://schemas.openxmlformats.org/drawingml/2006/main">
              <a:ext uri="{FF2B5EF4-FFF2-40B4-BE49-F238E27FC236}">
                <a16:creationId xmlns:a16="http://schemas.microsoft.com/office/drawing/2014/main" id="{2149BD09-491E-4C42-A6B0-C1C00E7F5676}"/>
              </a:ext>
            </a:extLst>
          </p:cNvPr>
          <p:cNvSpPr>
            <a:spLocks xmlns:a="http://schemas.openxmlformats.org/drawingml/2006/main" noGrp="1"/>
          </p:cNvSpPr>
          <p:nvPr/>
        </p:nvSpPr>
        <p:spPr>
          <a:xfrm xmlns:a="http://schemas.openxmlformats.org/drawingml/2006/main">
            <a:off x="6638888" y="3589799"/>
            <a:ext cx="2034519"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攻克价值量最高、由国际巨</a:t>
            </a:r>
          </a:p>
        </p:txBody>
      </p:sp>
      <p:sp>
        <p:nvSpPr>
          <p:cNvPr id="62" name="pdf-text-0062">
            <a:extLst xmlns:a="http://schemas.openxmlformats.org/drawingml/2006/main">
              <a:ext uri="{FF2B5EF4-FFF2-40B4-BE49-F238E27FC236}">
                <a16:creationId xmlns:a16="http://schemas.microsoft.com/office/drawing/2014/main" id="{480B26EC-2293-470C-95B5-2BA829B1ED84}"/>
              </a:ext>
            </a:extLst>
          </p:cNvPr>
          <p:cNvSpPr>
            <a:spLocks xmlns:a="http://schemas.openxmlformats.org/drawingml/2006/main" noGrp="1"/>
          </p:cNvSpPr>
          <p:nvPr/>
        </p:nvSpPr>
        <p:spPr>
          <a:xfrm xmlns:a="http://schemas.openxmlformats.org/drawingml/2006/main">
            <a:off x="6638888" y="3847386"/>
            <a:ext cx="203460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头垄断的先进封装市场，打</a:t>
            </a:r>
          </a:p>
        </p:txBody>
      </p:sp>
      <p:sp>
        <p:nvSpPr>
          <p:cNvPr id="63" name="pdf-text-0063">
            <a:extLst xmlns:a="http://schemas.openxmlformats.org/drawingml/2006/main">
              <a:ext uri="{FF2B5EF4-FFF2-40B4-BE49-F238E27FC236}">
                <a16:creationId xmlns:a16="http://schemas.microsoft.com/office/drawing/2014/main" id="{F1124587-0BD9-4365-9BF5-28A2DAE94217}"/>
              </a:ext>
            </a:extLst>
          </p:cNvPr>
          <p:cNvSpPr>
            <a:spLocks xmlns:a="http://schemas.openxmlformats.org/drawingml/2006/main" noGrp="1"/>
          </p:cNvSpPr>
          <p:nvPr/>
        </p:nvSpPr>
        <p:spPr>
          <a:xfrm xmlns:a="http://schemas.openxmlformats.org/drawingml/2006/main">
            <a:off x="6638888" y="4104972"/>
            <a:ext cx="135796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开长期成长空间。</a:t>
            </a:r>
          </a:p>
        </p:txBody>
      </p:sp>
      <p:sp>
        <p:nvSpPr>
          <p:cNvPr id="64" name="pdf-text-0064">
            <a:extLst xmlns:a="http://schemas.openxmlformats.org/drawingml/2006/main">
              <a:ext uri="{FF2B5EF4-FFF2-40B4-BE49-F238E27FC236}">
                <a16:creationId xmlns:a16="http://schemas.microsoft.com/office/drawing/2014/main" id="{1C49010D-7D60-4B5F-9986-30E68BBF3FB2}"/>
              </a:ext>
            </a:extLst>
          </p:cNvPr>
          <p:cNvSpPr>
            <a:spLocks xmlns:a="http://schemas.openxmlformats.org/drawingml/2006/main" noGrp="1"/>
          </p:cNvSpPr>
          <p:nvPr/>
        </p:nvSpPr>
        <p:spPr>
          <a:xfrm xmlns:a="http://schemas.openxmlformats.org/drawingml/2006/main">
            <a:off x="6352498" y="4422911"/>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65" name="pdf-text-0065">
            <a:extLst xmlns:a="http://schemas.openxmlformats.org/drawingml/2006/main">
              <a:ext uri="{FF2B5EF4-FFF2-40B4-BE49-F238E27FC236}">
                <a16:creationId xmlns:a16="http://schemas.microsoft.com/office/drawing/2014/main" id="{92F95F00-FFE1-43AD-99C5-E0A7174DD2E0}"/>
              </a:ext>
            </a:extLst>
          </p:cNvPr>
          <p:cNvSpPr>
            <a:spLocks xmlns:a="http://schemas.openxmlformats.org/drawingml/2006/main" noGrp="1"/>
          </p:cNvSpPr>
          <p:nvPr/>
        </p:nvSpPr>
        <p:spPr>
          <a:xfrm xmlns:a="http://schemas.openxmlformats.org/drawingml/2006/main">
            <a:off x="6639052" y="4412759"/>
            <a:ext cx="203419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在功率半导体领域已实现国</a:t>
            </a:r>
          </a:p>
        </p:txBody>
      </p:sp>
      <p:sp>
        <p:nvSpPr>
          <p:cNvPr id="66" name="pdf-text-0066">
            <a:extLst xmlns:a="http://schemas.openxmlformats.org/drawingml/2006/main">
              <a:ext uri="{FF2B5EF4-FFF2-40B4-BE49-F238E27FC236}">
                <a16:creationId xmlns:a16="http://schemas.microsoft.com/office/drawing/2014/main" id="{240E87AA-C9E9-4104-AFC3-2C29D84B23BF}"/>
              </a:ext>
            </a:extLst>
          </p:cNvPr>
          <p:cNvSpPr>
            <a:spLocks xmlns:a="http://schemas.openxmlformats.org/drawingml/2006/main" noGrp="1"/>
          </p:cNvSpPr>
          <p:nvPr/>
        </p:nvSpPr>
        <p:spPr>
          <a:xfrm xmlns:a="http://schemas.openxmlformats.org/drawingml/2006/main">
            <a:off x="6639052" y="4670345"/>
            <a:ext cx="203419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内出货量领先；在光模块和</a:t>
            </a:r>
          </a:p>
        </p:txBody>
      </p:sp>
      <p:sp>
        <p:nvSpPr>
          <p:cNvPr id="67" name="pdf-text-0067">
            <a:extLst xmlns:a="http://schemas.openxmlformats.org/drawingml/2006/main">
              <a:ext uri="{FF2B5EF4-FFF2-40B4-BE49-F238E27FC236}">
                <a16:creationId xmlns:a16="http://schemas.microsoft.com/office/drawing/2014/main" id="{CDE4B191-A458-491C-A719-FCE7D3852EE7}"/>
              </a:ext>
            </a:extLst>
          </p:cNvPr>
          <p:cNvSpPr>
            <a:spLocks xmlns:a="http://schemas.openxmlformats.org/drawingml/2006/main" noGrp="1"/>
          </p:cNvSpPr>
          <p:nvPr/>
        </p:nvSpPr>
        <p:spPr>
          <a:xfrm xmlns:a="http://schemas.openxmlformats.org/drawingml/2006/main">
            <a:off x="6639052" y="4927932"/>
            <a:ext cx="203435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先进封装领域，已成功打入</a:t>
            </a:r>
          </a:p>
        </p:txBody>
      </p:sp>
      <p:sp>
        <p:nvSpPr>
          <p:cNvPr id="68" name="pdf-text-0068">
            <a:extLst xmlns:a="http://schemas.openxmlformats.org/drawingml/2006/main">
              <a:ext uri="{FF2B5EF4-FFF2-40B4-BE49-F238E27FC236}">
                <a16:creationId xmlns:a16="http://schemas.microsoft.com/office/drawing/2014/main" id="{14EF5CE9-6703-44AF-983D-AC2A3A312963}"/>
              </a:ext>
            </a:extLst>
          </p:cNvPr>
          <p:cNvSpPr>
            <a:spLocks xmlns:a="http://schemas.openxmlformats.org/drawingml/2006/main" noGrp="1"/>
          </p:cNvSpPr>
          <p:nvPr/>
        </p:nvSpPr>
        <p:spPr>
          <a:xfrm xmlns:a="http://schemas.openxmlformats.org/drawingml/2006/main">
            <a:off x="6639052" y="5185518"/>
            <a:ext cx="2036001"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中际旭创、Lumentum、长电</a:t>
            </a:r>
          </a:p>
        </p:txBody>
      </p:sp>
      <p:sp>
        <p:nvSpPr>
          <p:cNvPr id="69" name="pdf-text-0069">
            <a:extLst xmlns:a="http://schemas.openxmlformats.org/drawingml/2006/main">
              <a:ext uri="{FF2B5EF4-FFF2-40B4-BE49-F238E27FC236}">
                <a16:creationId xmlns:a16="http://schemas.microsoft.com/office/drawing/2014/main" id="{2A69FD86-50FE-427B-B5F0-01A21918C742}"/>
              </a:ext>
            </a:extLst>
          </p:cNvPr>
          <p:cNvSpPr>
            <a:spLocks xmlns:a="http://schemas.openxmlformats.org/drawingml/2006/main" noGrp="1"/>
          </p:cNvSpPr>
          <p:nvPr/>
        </p:nvSpPr>
        <p:spPr>
          <a:xfrm xmlns:a="http://schemas.openxmlformats.org/drawingml/2006/main">
            <a:off x="6639052" y="5443105"/>
            <a:ext cx="2200429"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科技、华天科技等龙头客户，</a:t>
            </a:r>
          </a:p>
        </p:txBody>
      </p:sp>
      <p:sp>
        <p:nvSpPr>
          <p:cNvPr id="70" name="pdf-text-0070">
            <a:extLst xmlns:a="http://schemas.openxmlformats.org/drawingml/2006/main">
              <a:ext uri="{FF2B5EF4-FFF2-40B4-BE49-F238E27FC236}">
                <a16:creationId xmlns:a16="http://schemas.microsoft.com/office/drawing/2014/main" id="{0F8F147B-8C09-49BA-A1E0-54B70C7B06FA}"/>
              </a:ext>
            </a:extLst>
          </p:cNvPr>
          <p:cNvSpPr>
            <a:spLocks xmlns:a="http://schemas.openxmlformats.org/drawingml/2006/main" noGrp="1"/>
          </p:cNvSpPr>
          <p:nvPr/>
        </p:nvSpPr>
        <p:spPr>
          <a:xfrm xmlns:a="http://schemas.openxmlformats.org/drawingml/2006/main">
            <a:off x="6639052" y="5700692"/>
            <a:ext cx="1357966"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验证产品竞争力。</a:t>
            </a:r>
          </a:p>
        </p:txBody>
      </p:sp>
      <p:sp>
        <p:nvSpPr>
          <p:cNvPr id="71" name="pdf-text-0071">
            <a:extLst xmlns:a="http://schemas.openxmlformats.org/drawingml/2006/main">
              <a:ext uri="{FF2B5EF4-FFF2-40B4-BE49-F238E27FC236}">
                <a16:creationId xmlns:a16="http://schemas.microsoft.com/office/drawing/2014/main" id="{9EA3AF68-FE15-4905-890A-43854E345B53}"/>
              </a:ext>
            </a:extLst>
          </p:cNvPr>
          <p:cNvSpPr>
            <a:spLocks xmlns:a="http://schemas.openxmlformats.org/drawingml/2006/main" noGrp="1"/>
          </p:cNvSpPr>
          <p:nvPr/>
        </p:nvSpPr>
        <p:spPr>
          <a:xfrm xmlns:a="http://schemas.openxmlformats.org/drawingml/2006/main">
            <a:off x="9833735" y="1745428"/>
            <a:ext cx="11064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团队背景卓越</a:t>
            </a:r>
          </a:p>
        </p:txBody>
      </p:sp>
      <p:sp>
        <p:nvSpPr>
          <p:cNvPr id="72" name="pdf-text-0072">
            <a:extLst xmlns:a="http://schemas.openxmlformats.org/drawingml/2006/main">
              <a:ext uri="{FF2B5EF4-FFF2-40B4-BE49-F238E27FC236}">
                <a16:creationId xmlns:a16="http://schemas.microsoft.com/office/drawing/2014/main" id="{C50BFF67-1472-42C4-A7FE-565FCC5DBE55}"/>
              </a:ext>
            </a:extLst>
          </p:cNvPr>
          <p:cNvSpPr>
            <a:spLocks xmlns:a="http://schemas.openxmlformats.org/drawingml/2006/main" noGrp="1"/>
          </p:cNvSpPr>
          <p:nvPr/>
        </p:nvSpPr>
        <p:spPr>
          <a:xfrm xmlns:a="http://schemas.openxmlformats.org/drawingml/2006/main">
            <a:off x="9833735" y="2034987"/>
            <a:ext cx="110641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D64A6"/>
                </a:solidFill>
                <a:latin typeface="KaiTi"/>
                <a:ea typeface="KaiTi"/>
                <a:cs typeface="KaiTi"/>
              </a:defRPr>
            </a:pPr>
            <a:r>
              <a:rPr sz="1404" b="0" i="0">
                <a:solidFill>
                  <a:srgbClr val="0D64A6"/>
                </a:solidFill>
                <a:latin typeface="KaiTi"/>
                <a:ea typeface="KaiTi"/>
                <a:cs typeface="KaiTi"/>
              </a:rPr>
              <a:t>产研结合紧密</a:t>
            </a:r>
          </a:p>
        </p:txBody>
      </p:sp>
      <p:sp>
        <p:nvSpPr>
          <p:cNvPr id="73" name="pdf-vector-0073">
            <a:extLst xmlns:a="http://schemas.openxmlformats.org/drawingml/2006/main">
              <a:ext uri="{FF2B5EF4-FFF2-40B4-BE49-F238E27FC236}">
                <a16:creationId xmlns:a16="http://schemas.microsoft.com/office/drawing/2014/main" id="{BF649936-4292-4007-B3DD-88BC2B490111}"/>
              </a:ext>
            </a:extLst>
          </p:cNvPr>
          <p:cNvSpPr>
            <a:spLocks xmlns:a="http://schemas.openxmlformats.org/drawingml/2006/main" noGrp="1"/>
          </p:cNvSpPr>
          <p:nvPr/>
        </p:nvSpPr>
        <p:spPr>
          <a:xfrm xmlns:a="http://schemas.openxmlformats.org/drawingml/2006/main">
            <a:off x="9307995" y="2274036"/>
            <a:ext cx="2015998" cy="28804"/>
          </a:xfrm>
          <a:prstGeom xmlns:a="http://schemas.openxmlformats.org/drawingml/2006/main" prst="rect">
            <a:avLst/>
          </a:prstGeom>
          <a:solidFill xmlns:a="http://schemas.openxmlformats.org/drawingml/2006/main">
            <a:srgbClr val="2E75B6"/>
          </a:solidFill>
          <a:ln xmlns:a="http://schemas.openxmlformats.org/drawingml/2006/main" w="0">
            <a:noFill/>
            <a:prstDash val="solid"/>
          </a:ln>
        </p:spPr>
      </p:sp>
      <p:sp>
        <p:nvSpPr>
          <p:cNvPr id="74" name="pdf-text-0074">
            <a:extLst xmlns:a="http://schemas.openxmlformats.org/drawingml/2006/main">
              <a:ext uri="{FF2B5EF4-FFF2-40B4-BE49-F238E27FC236}">
                <a16:creationId xmlns:a16="http://schemas.microsoft.com/office/drawing/2014/main" id="{BAD0268C-0F66-470B-88A2-3AC3644E0449}"/>
              </a:ext>
            </a:extLst>
          </p:cNvPr>
          <p:cNvSpPr>
            <a:spLocks xmlns:a="http://schemas.openxmlformats.org/drawingml/2006/main" noGrp="1"/>
          </p:cNvSpPr>
          <p:nvPr/>
        </p:nvSpPr>
        <p:spPr>
          <a:xfrm xmlns:a="http://schemas.openxmlformats.org/drawingml/2006/main">
            <a:off x="9214152" y="2565203"/>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75" name="pdf-text-0075">
            <a:extLst xmlns:a="http://schemas.openxmlformats.org/drawingml/2006/main">
              <a:ext uri="{FF2B5EF4-FFF2-40B4-BE49-F238E27FC236}">
                <a16:creationId xmlns:a16="http://schemas.microsoft.com/office/drawing/2014/main" id="{ED25D8DC-DDC1-414F-B2BB-FE84B6497737}"/>
              </a:ext>
            </a:extLst>
          </p:cNvPr>
          <p:cNvSpPr>
            <a:spLocks xmlns:a="http://schemas.openxmlformats.org/drawingml/2006/main" noGrp="1"/>
          </p:cNvSpPr>
          <p:nvPr/>
        </p:nvSpPr>
        <p:spPr>
          <a:xfrm xmlns:a="http://schemas.openxmlformats.org/drawingml/2006/main">
            <a:off x="9500707" y="2555051"/>
            <a:ext cx="169735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创始人为前谷歌智能视</a:t>
            </a:r>
          </a:p>
        </p:txBody>
      </p:sp>
      <p:sp>
        <p:nvSpPr>
          <p:cNvPr id="76" name="pdf-text-0076">
            <a:extLst xmlns:a="http://schemas.openxmlformats.org/drawingml/2006/main">
              <a:ext uri="{FF2B5EF4-FFF2-40B4-BE49-F238E27FC236}">
                <a16:creationId xmlns:a16="http://schemas.microsoft.com/office/drawing/2014/main" id="{BE157076-62D6-469C-8B77-DFABF2E1B61F}"/>
              </a:ext>
            </a:extLst>
          </p:cNvPr>
          <p:cNvSpPr>
            <a:spLocks xmlns:a="http://schemas.openxmlformats.org/drawingml/2006/main" noGrp="1"/>
          </p:cNvSpPr>
          <p:nvPr/>
        </p:nvSpPr>
        <p:spPr>
          <a:xfrm xmlns:a="http://schemas.openxmlformats.org/drawingml/2006/main">
            <a:off x="9500707" y="2812638"/>
            <a:ext cx="169768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觉团队主管，兼具顶尖</a:t>
            </a:r>
          </a:p>
        </p:txBody>
      </p:sp>
      <p:sp>
        <p:nvSpPr>
          <p:cNvPr id="77" name="pdf-text-0077">
            <a:extLst xmlns:a="http://schemas.openxmlformats.org/drawingml/2006/main">
              <a:ext uri="{FF2B5EF4-FFF2-40B4-BE49-F238E27FC236}">
                <a16:creationId xmlns:a16="http://schemas.microsoft.com/office/drawing/2014/main" id="{797134A0-4285-4691-9240-A63EFC83ADB7}"/>
              </a:ext>
            </a:extLst>
          </p:cNvPr>
          <p:cNvSpPr>
            <a:spLocks xmlns:a="http://schemas.openxmlformats.org/drawingml/2006/main" noGrp="1"/>
          </p:cNvSpPr>
          <p:nvPr/>
        </p:nvSpPr>
        <p:spPr>
          <a:xfrm xmlns:a="http://schemas.openxmlformats.org/drawingml/2006/main">
            <a:off x="9500707" y="3070224"/>
            <a:ext cx="1688538"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学术背景与产业视野。</a:t>
            </a:r>
          </a:p>
        </p:txBody>
      </p:sp>
      <p:sp>
        <p:nvSpPr>
          <p:cNvPr id="78" name="pdf-text-0078">
            <a:extLst xmlns:a="http://schemas.openxmlformats.org/drawingml/2006/main">
              <a:ext uri="{FF2B5EF4-FFF2-40B4-BE49-F238E27FC236}">
                <a16:creationId xmlns:a16="http://schemas.microsoft.com/office/drawing/2014/main" id="{8F44CBF8-1C88-4016-8CF8-74BF86FB9971}"/>
              </a:ext>
            </a:extLst>
          </p:cNvPr>
          <p:cNvSpPr>
            <a:spLocks xmlns:a="http://schemas.openxmlformats.org/drawingml/2006/main" noGrp="1"/>
          </p:cNvSpPr>
          <p:nvPr/>
        </p:nvSpPr>
        <p:spPr>
          <a:xfrm xmlns:a="http://schemas.openxmlformats.org/drawingml/2006/main">
            <a:off x="9214110" y="3388163"/>
            <a:ext cx="95707"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Arial"/>
                <a:ea typeface="Arial"/>
                <a:cs typeface="Arial"/>
              </a:defRPr>
            </a:pPr>
            <a:r>
              <a:rPr sz="1296" b="0" i="0">
                <a:solidFill>
                  <a:srgbClr val="3E3E3E"/>
                </a:solidFill>
                <a:latin typeface="Arial"/>
                <a:ea typeface="Arial"/>
                <a:cs typeface="Arial"/>
              </a:rPr>
              <a:t>•</a:t>
            </a:r>
          </a:p>
        </p:txBody>
      </p:sp>
      <p:sp>
        <p:nvSpPr>
          <p:cNvPr id="79" name="pdf-text-0079">
            <a:extLst xmlns:a="http://schemas.openxmlformats.org/drawingml/2006/main">
              <a:ext uri="{FF2B5EF4-FFF2-40B4-BE49-F238E27FC236}">
                <a16:creationId xmlns:a16="http://schemas.microsoft.com/office/drawing/2014/main" id="{10ADB518-9C3E-4472-BFD4-99A96E773841}"/>
              </a:ext>
            </a:extLst>
          </p:cNvPr>
          <p:cNvSpPr>
            <a:spLocks xmlns:a="http://schemas.openxmlformats.org/drawingml/2006/main" noGrp="1"/>
          </p:cNvSpPr>
          <p:nvPr/>
        </p:nvSpPr>
        <p:spPr>
          <a:xfrm xmlns:a="http://schemas.openxmlformats.org/drawingml/2006/main">
            <a:off x="9500664" y="3378011"/>
            <a:ext cx="1697354"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核心研发团队来自天准</a:t>
            </a:r>
          </a:p>
        </p:txBody>
      </p:sp>
      <p:sp>
        <p:nvSpPr>
          <p:cNvPr id="80" name="pdf-text-0080">
            <a:extLst xmlns:a="http://schemas.openxmlformats.org/drawingml/2006/main">
              <a:ext uri="{FF2B5EF4-FFF2-40B4-BE49-F238E27FC236}">
                <a16:creationId xmlns:a16="http://schemas.microsoft.com/office/drawing/2014/main" id="{BCD66458-F203-438F-90D4-7ED40A5ECB2F}"/>
              </a:ext>
            </a:extLst>
          </p:cNvPr>
          <p:cNvSpPr>
            <a:spLocks xmlns:a="http://schemas.openxmlformats.org/drawingml/2006/main" noGrp="1"/>
          </p:cNvSpPr>
          <p:nvPr/>
        </p:nvSpPr>
        <p:spPr>
          <a:xfrm xmlns:a="http://schemas.openxmlformats.org/drawingml/2006/main">
            <a:off x="9500664" y="3635597"/>
            <a:ext cx="1697848"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科技、博众精工等，平</a:t>
            </a:r>
          </a:p>
        </p:txBody>
      </p:sp>
      <p:sp>
        <p:nvSpPr>
          <p:cNvPr id="81" name="pdf-text-0081">
            <a:extLst xmlns:a="http://schemas.openxmlformats.org/drawingml/2006/main">
              <a:ext uri="{FF2B5EF4-FFF2-40B4-BE49-F238E27FC236}">
                <a16:creationId xmlns:a16="http://schemas.microsoft.com/office/drawing/2014/main" id="{35EA82E1-AFD3-4F13-992C-8CA22AD5052A}"/>
              </a:ext>
            </a:extLst>
          </p:cNvPr>
          <p:cNvSpPr>
            <a:spLocks xmlns:a="http://schemas.openxmlformats.org/drawingml/2006/main" noGrp="1"/>
          </p:cNvSpPr>
          <p:nvPr/>
        </p:nvSpPr>
        <p:spPr>
          <a:xfrm xmlns:a="http://schemas.openxmlformats.org/drawingml/2006/main">
            <a:off x="9500829" y="3893184"/>
            <a:ext cx="1863592" cy="205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296" b="0" i="0">
                <a:solidFill>
                  <a:srgbClr val="3E3E3E"/>
                </a:solidFill>
                <a:latin typeface="KaiTi"/>
                <a:ea typeface="KaiTi"/>
                <a:cs typeface="KaiTi"/>
              </a:defRPr>
            </a:pPr>
            <a:r>
              <a:rPr sz="1296" b="0" i="0">
                <a:solidFill>
                  <a:srgbClr val="3E3E3E"/>
                </a:solidFill>
                <a:latin typeface="KaiTi"/>
                <a:ea typeface="KaiTi"/>
                <a:cs typeface="KaiTi"/>
              </a:rPr>
              <a:t>均拥有超10年产业经验。</a:t>
            </a:r>
          </a:p>
        </p:txBody>
      </p:sp>
    </p:spTree>
    <p:extLst>
      <p:ext uri="{BB962C8B-B14F-4D97-AF65-F5344CB8AC3E}">
        <p14:creationId xmlns:p14="http://schemas.microsoft.com/office/powerpoint/2010/main" val="22897720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pdf-text-0001">
            <a:extLst xmlns:a="http://schemas.openxmlformats.org/drawingml/2006/main">
              <a:ext uri="{FF2B5EF4-FFF2-40B4-BE49-F238E27FC236}">
                <a16:creationId xmlns:a16="http://schemas.microsoft.com/office/drawing/2014/main" id="{923896AE-8A91-4F37-9CF7-97E50317804F}"/>
              </a:ext>
            </a:extLst>
          </p:cNvPr>
          <p:cNvSpPr>
            <a:spLocks xmlns:a="http://schemas.openxmlformats.org/drawingml/2006/main" noGrp="1"/>
          </p:cNvSpPr>
          <p:nvPr/>
        </p:nvSpPr>
        <p:spPr>
          <a:xfrm xmlns:a="http://schemas.openxmlformats.org/drawingml/2006/main">
            <a:off x="1457246" y="5209795"/>
            <a:ext cx="894445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普雷赛斯代表半导体量测检测平台化、国产替代的大赛道机会，轻蜓光电则聚焦后道封装与电子组装3DAOI的细分</a:t>
            </a:r>
          </a:p>
        </p:txBody>
      </p:sp>
      <p:sp>
        <p:nvSpPr>
          <p:cNvPr id="2" name="pdf-text-0002">
            <a:extLst xmlns:a="http://schemas.openxmlformats.org/drawingml/2006/main">
              <a:ext uri="{FF2B5EF4-FFF2-40B4-BE49-F238E27FC236}">
                <a16:creationId xmlns:a16="http://schemas.microsoft.com/office/drawing/2014/main" id="{3EC9836F-2A09-401D-BE73-9F37B515F1E2}"/>
              </a:ext>
            </a:extLst>
          </p:cNvPr>
          <p:cNvSpPr>
            <a:spLocks xmlns:a="http://schemas.openxmlformats.org/drawingml/2006/main" noGrp="1"/>
          </p:cNvSpPr>
          <p:nvPr/>
        </p:nvSpPr>
        <p:spPr>
          <a:xfrm xmlns:a="http://schemas.openxmlformats.org/drawingml/2006/main">
            <a:off x="1457246" y="5487242"/>
            <a:ext cx="894420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场景突破，各自专攻不同的行业应用领域，分别对应“广度型平台”和“深度型场景”两类成长路径，均值得重点</a:t>
            </a:r>
          </a:p>
        </p:txBody>
      </p:sp>
      <p:sp>
        <p:nvSpPr>
          <p:cNvPr id="3" name="pdf-text-0003">
            <a:extLst xmlns:a="http://schemas.openxmlformats.org/drawingml/2006/main">
              <a:ext uri="{FF2B5EF4-FFF2-40B4-BE49-F238E27FC236}">
                <a16:creationId xmlns:a16="http://schemas.microsoft.com/office/drawing/2014/main" id="{4EF1035C-3CC9-4E10-BD64-22662002793D}"/>
              </a:ext>
            </a:extLst>
          </p:cNvPr>
          <p:cNvSpPr>
            <a:spLocks xmlns:a="http://schemas.openxmlformats.org/drawingml/2006/main" noGrp="1"/>
          </p:cNvSpPr>
          <p:nvPr/>
        </p:nvSpPr>
        <p:spPr>
          <a:xfrm xmlns:a="http://schemas.openxmlformats.org/drawingml/2006/main">
            <a:off x="1457068" y="5764689"/>
            <a:ext cx="110641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关注与布局。</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40b2eaa6f1f942ed"/>
          <a:srcRect xmlns:a="http://schemas.openxmlformats.org/drawingml/2006/main" l="324" t="0" r="324" b="0"/>
          <a:stretch xmlns:a="http://schemas.openxmlformats.org/drawingml/2006/main">
            <a:fillRect l="0" t="0" r="0" b="0"/>
          </a:stretch>
        </p:blipFill>
        <p:spPr>
          <a:xfrm xmlns:a="http://schemas.openxmlformats.org/drawingml/2006/main">
            <a:off x="10995023" y="8891"/>
            <a:ext cx="1150620" cy="445770"/>
          </a:xfrm>
          <a:prstGeom xmlns:a="http://schemas.openxmlformats.org/drawingml/2006/main" prst="rect">
            <a:avLst/>
          </a:prstGeom>
        </p:spPr>
      </p:pic>
      <p:sp>
        <p:nvSpPr>
          <p:cNvPr id="5" name="pdf-text-0005">
            <a:extLst xmlns:a="http://schemas.openxmlformats.org/drawingml/2006/main">
              <a:ext uri="{FF2B5EF4-FFF2-40B4-BE49-F238E27FC236}">
                <a16:creationId xmlns:a16="http://schemas.microsoft.com/office/drawing/2014/main" id="{E14C21F5-7007-414D-9DC6-CBD2E23EEBE3}"/>
              </a:ext>
            </a:extLst>
          </p:cNvPr>
          <p:cNvSpPr>
            <a:spLocks xmlns:a="http://schemas.openxmlformats.org/drawingml/2006/main" noGrp="1"/>
          </p:cNvSpPr>
          <p:nvPr/>
        </p:nvSpPr>
        <p:spPr>
          <a:xfrm xmlns:a="http://schemas.openxmlformats.org/drawingml/2006/main">
            <a:off x="625592" y="324053"/>
            <a:ext cx="6469379"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400" b="0" i="0">
                <a:solidFill>
                  <a:srgbClr val="000000"/>
                </a:solidFill>
                <a:latin typeface="KaiTi"/>
                <a:ea typeface="KaiTi"/>
                <a:cs typeface="KaiTi"/>
              </a:defRPr>
            </a:pPr>
            <a:r>
              <a:rPr sz="2400" b="0" i="0">
                <a:solidFill>
                  <a:srgbClr val="000000"/>
                </a:solidFill>
                <a:latin typeface="KaiTi"/>
                <a:ea typeface="KaiTi"/>
                <a:cs typeface="KaiTi"/>
              </a:rPr>
              <a:t>与普雷赛斯对比：两家公司均具备较强投资价值</a:t>
            </a:r>
          </a:p>
        </p:txBody>
      </p:sp>
      <p:sp>
        <p:nvSpPr>
          <p:cNvPr id="6" name="pdf-vector-0006">
            <a:extLst xmlns:a="http://schemas.openxmlformats.org/drawingml/2006/main">
              <a:ext uri="{FF2B5EF4-FFF2-40B4-BE49-F238E27FC236}">
                <a16:creationId xmlns:a16="http://schemas.microsoft.com/office/drawing/2014/main" id="{03D0A82B-F506-405E-AE41-3FC06C683DD2}"/>
              </a:ext>
            </a:extLst>
          </p:cNvPr>
          <p:cNvSpPr>
            <a:spLocks xmlns:a="http://schemas.openxmlformats.org/drawingml/2006/main" noGrp="1"/>
          </p:cNvSpPr>
          <p:nvPr/>
        </p:nvSpPr>
        <p:spPr>
          <a:xfrm xmlns:a="http://schemas.openxmlformats.org/drawingml/2006/main">
            <a:off x="281940" y="151765"/>
            <a:ext cx="144869" cy="288290"/>
          </a:xfrm>
          <a:prstGeom xmlns:a="http://schemas.openxmlformats.org/drawingml/2006/main" prst="rect">
            <a:avLst/>
          </a:prstGeom>
          <a:solidFill xmlns:a="http://schemas.openxmlformats.org/drawingml/2006/main">
            <a:srgbClr val="1382BA"/>
          </a:solidFill>
          <a:ln xmlns:a="http://schemas.openxmlformats.org/drawingml/2006/main" w="0">
            <a:noFill/>
            <a:prstDash val="solid"/>
          </a:ln>
        </p:spPr>
      </p:sp>
      <p:sp>
        <p:nvSpPr>
          <p:cNvPr id="7" name="pdf-vector-0007">
            <a:extLst xmlns:a="http://schemas.openxmlformats.org/drawingml/2006/main">
              <a:ext uri="{FF2B5EF4-FFF2-40B4-BE49-F238E27FC236}">
                <a16:creationId xmlns:a16="http://schemas.microsoft.com/office/drawing/2014/main" id="{F4DC671C-84FC-4484-8049-F7D765AFDA4B}"/>
              </a:ext>
            </a:extLst>
          </p:cNvPr>
          <p:cNvSpPr>
            <a:spLocks xmlns:a="http://schemas.openxmlformats.org/drawingml/2006/main" noGrp="1"/>
          </p:cNvSpPr>
          <p:nvPr/>
        </p:nvSpPr>
        <p:spPr>
          <a:xfrm xmlns:a="http://schemas.openxmlformats.org/drawingml/2006/main">
            <a:off x="281940" y="462280"/>
            <a:ext cx="144869" cy="288290"/>
          </a:xfrm>
          <a:prstGeom xmlns:a="http://schemas.openxmlformats.org/drawingml/2006/main" prst="rect">
            <a:avLst/>
          </a:prstGeom>
          <a:solidFill xmlns:a="http://schemas.openxmlformats.org/drawingml/2006/main">
            <a:srgbClr val="1DAFD5">
              <a:alpha val="70000"/>
            </a:srgbClr>
          </a:solidFill>
          <a:ln xmlns:a="http://schemas.openxmlformats.org/drawingml/2006/main" w="0">
            <a:noFill/>
            <a:prstDash val="solid"/>
          </a:ln>
        </p:spPr>
      </p:sp>
      <p:sp>
        <p:nvSpPr>
          <p:cNvPr id="8" name="pdf-vector-0008">
            <a:extLst xmlns:a="http://schemas.openxmlformats.org/drawingml/2006/main">
              <a:ext uri="{FF2B5EF4-FFF2-40B4-BE49-F238E27FC236}">
                <a16:creationId xmlns:a16="http://schemas.microsoft.com/office/drawing/2014/main" id="{987C2237-8399-42EE-8DB6-2B6BCBCBC4C8}"/>
              </a:ext>
            </a:extLst>
          </p:cNvPr>
          <p:cNvSpPr>
            <a:spLocks xmlns:a="http://schemas.openxmlformats.org/drawingml/2006/main" noGrp="1"/>
          </p:cNvSpPr>
          <p:nvPr/>
        </p:nvSpPr>
        <p:spPr>
          <a:xfrm xmlns:a="http://schemas.openxmlformats.org/drawingml/2006/main">
            <a:off x="1246835" y="1051941"/>
            <a:ext cx="1619288" cy="36851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9" name="pdf-vector-0009">
            <a:extLst xmlns:a="http://schemas.openxmlformats.org/drawingml/2006/main">
              <a:ext uri="{FF2B5EF4-FFF2-40B4-BE49-F238E27FC236}">
                <a16:creationId xmlns:a16="http://schemas.microsoft.com/office/drawing/2014/main" id="{6A4F6529-4A05-4644-A83F-631AB4715BCA}"/>
              </a:ext>
            </a:extLst>
          </p:cNvPr>
          <p:cNvSpPr>
            <a:spLocks xmlns:a="http://schemas.openxmlformats.org/drawingml/2006/main" noGrp="1"/>
          </p:cNvSpPr>
          <p:nvPr/>
        </p:nvSpPr>
        <p:spPr>
          <a:xfrm xmlns:a="http://schemas.openxmlformats.org/drawingml/2006/main">
            <a:off x="2866110" y="1051941"/>
            <a:ext cx="3910698" cy="36851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0" name="pdf-vector-0010">
            <a:extLst xmlns:a="http://schemas.openxmlformats.org/drawingml/2006/main">
              <a:ext uri="{FF2B5EF4-FFF2-40B4-BE49-F238E27FC236}">
                <a16:creationId xmlns:a16="http://schemas.microsoft.com/office/drawing/2014/main" id="{D31D7795-DEBA-4202-BD41-A7E40F94A097}"/>
              </a:ext>
            </a:extLst>
          </p:cNvPr>
          <p:cNvSpPr>
            <a:spLocks xmlns:a="http://schemas.openxmlformats.org/drawingml/2006/main" noGrp="1"/>
          </p:cNvSpPr>
          <p:nvPr/>
        </p:nvSpPr>
        <p:spPr>
          <a:xfrm xmlns:a="http://schemas.openxmlformats.org/drawingml/2006/main">
            <a:off x="6776809" y="1051941"/>
            <a:ext cx="3910699" cy="368516"/>
          </a:xfrm>
          <a:prstGeom xmlns:a="http://schemas.openxmlformats.org/drawingml/2006/main" prst="rect">
            <a:avLst/>
          </a:prstGeom>
          <a:solidFill xmlns:a="http://schemas.openxmlformats.org/drawingml/2006/main">
            <a:srgbClr val="4F81BD"/>
          </a:solidFill>
          <a:ln xmlns:a="http://schemas.openxmlformats.org/drawingml/2006/main" w="0">
            <a:noFill/>
            <a:prstDash val="solid"/>
          </a:ln>
        </p:spPr>
      </p:sp>
      <p:sp>
        <p:nvSpPr>
          <p:cNvPr id="11" name="pdf-vector-0011">
            <a:extLst xmlns:a="http://schemas.openxmlformats.org/drawingml/2006/main">
              <a:ext uri="{FF2B5EF4-FFF2-40B4-BE49-F238E27FC236}">
                <a16:creationId xmlns:a16="http://schemas.microsoft.com/office/drawing/2014/main" id="{92987057-7EA5-4EA9-B178-775B3EAF7313}"/>
              </a:ext>
            </a:extLst>
          </p:cNvPr>
          <p:cNvSpPr>
            <a:spLocks xmlns:a="http://schemas.openxmlformats.org/drawingml/2006/main" noGrp="1"/>
          </p:cNvSpPr>
          <p:nvPr/>
        </p:nvSpPr>
        <p:spPr>
          <a:xfrm xmlns:a="http://schemas.openxmlformats.org/drawingml/2006/main">
            <a:off x="1242071" y="1420459"/>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12" name="pdf-vector-0012">
            <a:extLst xmlns:a="http://schemas.openxmlformats.org/drawingml/2006/main">
              <a:ext uri="{FF2B5EF4-FFF2-40B4-BE49-F238E27FC236}">
                <a16:creationId xmlns:a16="http://schemas.microsoft.com/office/drawing/2014/main" id="{31CE58D4-27C9-4C2E-AD8D-BCFC04B49565}"/>
              </a:ext>
            </a:extLst>
          </p:cNvPr>
          <p:cNvSpPr>
            <a:spLocks xmlns:a="http://schemas.openxmlformats.org/drawingml/2006/main" noGrp="1"/>
          </p:cNvSpPr>
          <p:nvPr/>
        </p:nvSpPr>
        <p:spPr>
          <a:xfrm xmlns:a="http://schemas.openxmlformats.org/drawingml/2006/main">
            <a:off x="1242071" y="1779601"/>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13" name="pdf-vector-0013">
            <a:extLst xmlns:a="http://schemas.openxmlformats.org/drawingml/2006/main">
              <a:ext uri="{FF2B5EF4-FFF2-40B4-BE49-F238E27FC236}">
                <a16:creationId xmlns:a16="http://schemas.microsoft.com/office/drawing/2014/main" id="{076AF868-0B2F-4C8C-B109-E05DBB028B8D}"/>
              </a:ext>
            </a:extLst>
          </p:cNvPr>
          <p:cNvSpPr>
            <a:spLocks xmlns:a="http://schemas.openxmlformats.org/drawingml/2006/main" noGrp="1"/>
          </p:cNvSpPr>
          <p:nvPr/>
        </p:nvSpPr>
        <p:spPr>
          <a:xfrm xmlns:a="http://schemas.openxmlformats.org/drawingml/2006/main">
            <a:off x="1242071" y="2112030"/>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14" name="pdf-vector-0014">
            <a:extLst xmlns:a="http://schemas.openxmlformats.org/drawingml/2006/main">
              <a:ext uri="{FF2B5EF4-FFF2-40B4-BE49-F238E27FC236}">
                <a16:creationId xmlns:a16="http://schemas.microsoft.com/office/drawing/2014/main" id="{38FF3EA6-B81D-43C1-A88D-79AE9BC7DB64}"/>
              </a:ext>
            </a:extLst>
          </p:cNvPr>
          <p:cNvSpPr>
            <a:spLocks xmlns:a="http://schemas.openxmlformats.org/drawingml/2006/main" noGrp="1"/>
          </p:cNvSpPr>
          <p:nvPr/>
        </p:nvSpPr>
        <p:spPr>
          <a:xfrm xmlns:a="http://schemas.openxmlformats.org/drawingml/2006/main">
            <a:off x="1242071" y="3270270"/>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15" name="pdf-vector-0015">
            <a:extLst xmlns:a="http://schemas.openxmlformats.org/drawingml/2006/main">
              <a:ext uri="{FF2B5EF4-FFF2-40B4-BE49-F238E27FC236}">
                <a16:creationId xmlns:a16="http://schemas.microsoft.com/office/drawing/2014/main" id="{220547BE-FEA6-4DCF-B2DB-13DD241F2951}"/>
              </a:ext>
            </a:extLst>
          </p:cNvPr>
          <p:cNvSpPr>
            <a:spLocks xmlns:a="http://schemas.openxmlformats.org/drawingml/2006/main" noGrp="1"/>
          </p:cNvSpPr>
          <p:nvPr/>
        </p:nvSpPr>
        <p:spPr>
          <a:xfrm xmlns:a="http://schemas.openxmlformats.org/drawingml/2006/main">
            <a:off x="1242071" y="3852018"/>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16" name="pdf-vector-0016">
            <a:extLst xmlns:a="http://schemas.openxmlformats.org/drawingml/2006/main">
              <a:ext uri="{FF2B5EF4-FFF2-40B4-BE49-F238E27FC236}">
                <a16:creationId xmlns:a16="http://schemas.microsoft.com/office/drawing/2014/main" id="{3FF830A1-2A0A-43BC-9E0F-F8A6D2DB3910}"/>
              </a:ext>
            </a:extLst>
          </p:cNvPr>
          <p:cNvSpPr>
            <a:spLocks xmlns:a="http://schemas.openxmlformats.org/drawingml/2006/main" noGrp="1"/>
          </p:cNvSpPr>
          <p:nvPr/>
        </p:nvSpPr>
        <p:spPr>
          <a:xfrm xmlns:a="http://schemas.openxmlformats.org/drawingml/2006/main">
            <a:off x="1242071" y="4184445"/>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17" name="pdf-vector-0017">
            <a:extLst xmlns:a="http://schemas.openxmlformats.org/drawingml/2006/main">
              <a:ext uri="{FF2B5EF4-FFF2-40B4-BE49-F238E27FC236}">
                <a16:creationId xmlns:a16="http://schemas.microsoft.com/office/drawing/2014/main" id="{73D20024-A704-4687-B687-35C471F55775}"/>
              </a:ext>
            </a:extLst>
          </p:cNvPr>
          <p:cNvSpPr>
            <a:spLocks xmlns:a="http://schemas.openxmlformats.org/drawingml/2006/main" noGrp="1"/>
          </p:cNvSpPr>
          <p:nvPr/>
        </p:nvSpPr>
        <p:spPr>
          <a:xfrm xmlns:a="http://schemas.openxmlformats.org/drawingml/2006/main">
            <a:off x="1246833" y="1047182"/>
            <a:ext cx="953" cy="3718700"/>
          </a:xfrm>
          <a:custGeom xmlns:a="http://schemas.openxmlformats.org/drawingml/2006/main">
            <a:pathLst>
              <a:path w="953" h="3718700">
                <a:moveTo>
                  <a:pt x="0" y="0"/>
                </a:moveTo>
                <a:lnTo>
                  <a:pt x="0" y="3718700"/>
                </a:lnTo>
              </a:path>
            </a:pathLst>
          </a:custGeom>
          <a:noFill xmlns:a="http://schemas.openxmlformats.org/drawingml/2006/main"/>
          <a:ln xmlns:a="http://schemas.openxmlformats.org/drawingml/2006/main" w="9525">
            <a:solidFill>
              <a:srgbClr val="4A7EBB"/>
            </a:solidFill>
            <a:prstDash val="solid"/>
          </a:ln>
        </p:spPr>
      </p:sp>
      <p:sp>
        <p:nvSpPr>
          <p:cNvPr id="18" name="pdf-vector-0018">
            <a:extLst xmlns:a="http://schemas.openxmlformats.org/drawingml/2006/main">
              <a:ext uri="{FF2B5EF4-FFF2-40B4-BE49-F238E27FC236}">
                <a16:creationId xmlns:a16="http://schemas.microsoft.com/office/drawing/2014/main" id="{14C59932-5075-4CC8-B7BE-4CB27DC41F46}"/>
              </a:ext>
            </a:extLst>
          </p:cNvPr>
          <p:cNvSpPr>
            <a:spLocks xmlns:a="http://schemas.openxmlformats.org/drawingml/2006/main" noGrp="1"/>
          </p:cNvSpPr>
          <p:nvPr/>
        </p:nvSpPr>
        <p:spPr>
          <a:xfrm xmlns:a="http://schemas.openxmlformats.org/drawingml/2006/main">
            <a:off x="10687505" y="1047182"/>
            <a:ext cx="953" cy="3718700"/>
          </a:xfrm>
          <a:custGeom xmlns:a="http://schemas.openxmlformats.org/drawingml/2006/main">
            <a:pathLst>
              <a:path w="953" h="3718700">
                <a:moveTo>
                  <a:pt x="0" y="0"/>
                </a:moveTo>
                <a:lnTo>
                  <a:pt x="0" y="3718700"/>
                </a:lnTo>
              </a:path>
            </a:pathLst>
          </a:custGeom>
          <a:noFill xmlns:a="http://schemas.openxmlformats.org/drawingml/2006/main"/>
          <a:ln xmlns:a="http://schemas.openxmlformats.org/drawingml/2006/main" w="9525">
            <a:solidFill>
              <a:srgbClr val="4A7EBB"/>
            </a:solidFill>
            <a:prstDash val="solid"/>
          </a:ln>
        </p:spPr>
      </p:sp>
      <p:sp>
        <p:nvSpPr>
          <p:cNvPr id="19" name="pdf-vector-0019">
            <a:extLst xmlns:a="http://schemas.openxmlformats.org/drawingml/2006/main">
              <a:ext uri="{FF2B5EF4-FFF2-40B4-BE49-F238E27FC236}">
                <a16:creationId xmlns:a16="http://schemas.microsoft.com/office/drawing/2014/main" id="{F864CEB1-9939-4280-8F19-273473879627}"/>
              </a:ext>
            </a:extLst>
          </p:cNvPr>
          <p:cNvSpPr>
            <a:spLocks xmlns:a="http://schemas.openxmlformats.org/drawingml/2006/main" noGrp="1"/>
          </p:cNvSpPr>
          <p:nvPr/>
        </p:nvSpPr>
        <p:spPr>
          <a:xfrm xmlns:a="http://schemas.openxmlformats.org/drawingml/2006/main">
            <a:off x="1242071" y="1051944"/>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20" name="pdf-vector-0020">
            <a:extLst xmlns:a="http://schemas.openxmlformats.org/drawingml/2006/main">
              <a:ext uri="{FF2B5EF4-FFF2-40B4-BE49-F238E27FC236}">
                <a16:creationId xmlns:a16="http://schemas.microsoft.com/office/drawing/2014/main" id="{552CDFEC-5F83-4C8A-A728-8E77139C43F0}"/>
              </a:ext>
            </a:extLst>
          </p:cNvPr>
          <p:cNvSpPr>
            <a:spLocks xmlns:a="http://schemas.openxmlformats.org/drawingml/2006/main" noGrp="1"/>
          </p:cNvSpPr>
          <p:nvPr/>
        </p:nvSpPr>
        <p:spPr>
          <a:xfrm xmlns:a="http://schemas.openxmlformats.org/drawingml/2006/main">
            <a:off x="1242071" y="4761114"/>
            <a:ext cx="9450197" cy="953"/>
          </a:xfrm>
          <a:custGeom xmlns:a="http://schemas.openxmlformats.org/drawingml/2006/main">
            <a:pathLst>
              <a:path w="9450197" h="953">
                <a:moveTo>
                  <a:pt x="0" y="0"/>
                </a:moveTo>
                <a:lnTo>
                  <a:pt x="9450197" y="0"/>
                </a:lnTo>
              </a:path>
            </a:pathLst>
          </a:custGeom>
          <a:noFill xmlns:a="http://schemas.openxmlformats.org/drawingml/2006/main"/>
          <a:ln xmlns:a="http://schemas.openxmlformats.org/drawingml/2006/main" w="9525">
            <a:solidFill>
              <a:srgbClr val="4A7EBB"/>
            </a:solidFill>
            <a:prstDash val="solid"/>
          </a:ln>
        </p:spPr>
      </p:sp>
      <p:sp>
        <p:nvSpPr>
          <p:cNvPr id="21" name="pdf-text-0021">
            <a:extLst xmlns:a="http://schemas.openxmlformats.org/drawingml/2006/main">
              <a:ext uri="{FF2B5EF4-FFF2-40B4-BE49-F238E27FC236}">
                <a16:creationId xmlns:a16="http://schemas.microsoft.com/office/drawing/2014/main" id="{C2FD684F-4E21-4B06-B264-1A9EF96BC84B}"/>
              </a:ext>
            </a:extLst>
          </p:cNvPr>
          <p:cNvSpPr>
            <a:spLocks xmlns:a="http://schemas.openxmlformats.org/drawingml/2006/main" noGrp="1"/>
          </p:cNvSpPr>
          <p:nvPr/>
        </p:nvSpPr>
        <p:spPr>
          <a:xfrm xmlns:a="http://schemas.openxmlformats.org/drawingml/2006/main">
            <a:off x="4463449" y="1159235"/>
            <a:ext cx="75445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SimSun"/>
                <a:ea typeface="SimSun"/>
                <a:cs typeface="SimSun"/>
              </a:defRPr>
            </a:pPr>
            <a:r>
              <a:rPr sz="1404" b="0" i="0">
                <a:solidFill>
                  <a:srgbClr val="FFFFFF"/>
                </a:solidFill>
                <a:latin typeface="SimSun"/>
                <a:ea typeface="SimSun"/>
                <a:cs typeface="SimSun"/>
              </a:rPr>
              <a:t>普雷赛斯</a:t>
            </a:r>
          </a:p>
        </p:txBody>
      </p:sp>
      <p:sp>
        <p:nvSpPr>
          <p:cNvPr id="22" name="pdf-text-0022">
            <a:extLst xmlns:a="http://schemas.openxmlformats.org/drawingml/2006/main">
              <a:ext uri="{FF2B5EF4-FFF2-40B4-BE49-F238E27FC236}">
                <a16:creationId xmlns:a16="http://schemas.microsoft.com/office/drawing/2014/main" id="{8EB0A59E-A3E1-4865-A1F4-6F81D08837BD}"/>
              </a:ext>
            </a:extLst>
          </p:cNvPr>
          <p:cNvSpPr>
            <a:spLocks xmlns:a="http://schemas.openxmlformats.org/drawingml/2006/main" noGrp="1"/>
          </p:cNvSpPr>
          <p:nvPr/>
        </p:nvSpPr>
        <p:spPr>
          <a:xfrm xmlns:a="http://schemas.openxmlformats.org/drawingml/2006/main">
            <a:off x="8374145" y="1159235"/>
            <a:ext cx="75445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FFFFFF"/>
                </a:solidFill>
                <a:latin typeface="SimSun"/>
                <a:ea typeface="SimSun"/>
                <a:cs typeface="SimSun"/>
              </a:defRPr>
            </a:pPr>
            <a:r>
              <a:rPr sz="1404" b="0" i="0">
                <a:solidFill>
                  <a:srgbClr val="FFFFFF"/>
                </a:solidFill>
                <a:latin typeface="SimSun"/>
                <a:ea typeface="SimSun"/>
                <a:cs typeface="SimSun"/>
              </a:rPr>
              <a:t>轻蜓光电</a:t>
            </a:r>
          </a:p>
        </p:txBody>
      </p:sp>
      <p:sp>
        <p:nvSpPr>
          <p:cNvPr id="23" name="pdf-text-0023">
            <a:extLst xmlns:a="http://schemas.openxmlformats.org/drawingml/2006/main">
              <a:ext uri="{FF2B5EF4-FFF2-40B4-BE49-F238E27FC236}">
                <a16:creationId xmlns:a16="http://schemas.microsoft.com/office/drawing/2014/main" id="{E7B27B40-887C-4AF7-9923-7E37D876E682}"/>
              </a:ext>
            </a:extLst>
          </p:cNvPr>
          <p:cNvSpPr>
            <a:spLocks xmlns:a="http://schemas.openxmlformats.org/drawingml/2006/main" noGrp="1"/>
          </p:cNvSpPr>
          <p:nvPr/>
        </p:nvSpPr>
        <p:spPr>
          <a:xfrm xmlns:a="http://schemas.openxmlformats.org/drawingml/2006/main">
            <a:off x="1878420" y="1529378"/>
            <a:ext cx="3947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定位</a:t>
            </a:r>
          </a:p>
        </p:txBody>
      </p:sp>
      <p:sp>
        <p:nvSpPr>
          <p:cNvPr id="24" name="pdf-text-0024">
            <a:extLst xmlns:a="http://schemas.openxmlformats.org/drawingml/2006/main">
              <a:ext uri="{FF2B5EF4-FFF2-40B4-BE49-F238E27FC236}">
                <a16:creationId xmlns:a16="http://schemas.microsoft.com/office/drawing/2014/main" id="{D1E72116-8AF4-4446-B701-8DFDD3451E57}"/>
              </a:ext>
            </a:extLst>
          </p:cNvPr>
          <p:cNvSpPr>
            <a:spLocks xmlns:a="http://schemas.openxmlformats.org/drawingml/2006/main" noGrp="1"/>
          </p:cNvSpPr>
          <p:nvPr/>
        </p:nvSpPr>
        <p:spPr>
          <a:xfrm xmlns:a="http://schemas.openxmlformats.org/drawingml/2006/main">
            <a:off x="4021504" y="1529378"/>
            <a:ext cx="163830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全工艺段量检测平台</a:t>
            </a:r>
          </a:p>
        </p:txBody>
      </p:sp>
      <p:sp>
        <p:nvSpPr>
          <p:cNvPr id="25" name="pdf-text-0025">
            <a:extLst xmlns:a="http://schemas.openxmlformats.org/drawingml/2006/main">
              <a:ext uri="{FF2B5EF4-FFF2-40B4-BE49-F238E27FC236}">
                <a16:creationId xmlns:a16="http://schemas.microsoft.com/office/drawing/2014/main" id="{DFD7B8C1-2CE3-4977-8B05-3A6BC1F4E5C4}"/>
              </a:ext>
            </a:extLst>
          </p:cNvPr>
          <p:cNvSpPr>
            <a:spLocks xmlns:a="http://schemas.openxmlformats.org/drawingml/2006/main" noGrp="1"/>
          </p:cNvSpPr>
          <p:nvPr/>
        </p:nvSpPr>
        <p:spPr>
          <a:xfrm xmlns:a="http://schemas.openxmlformats.org/drawingml/2006/main">
            <a:off x="7932155" y="1529378"/>
            <a:ext cx="163854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后道封装3D AOI专家</a:t>
            </a:r>
          </a:p>
        </p:txBody>
      </p:sp>
      <p:sp>
        <p:nvSpPr>
          <p:cNvPr id="26" name="pdf-text-0026">
            <a:extLst xmlns:a="http://schemas.openxmlformats.org/drawingml/2006/main">
              <a:ext uri="{FF2B5EF4-FFF2-40B4-BE49-F238E27FC236}">
                <a16:creationId xmlns:a16="http://schemas.microsoft.com/office/drawing/2014/main" id="{44B47A1D-A1BB-47FD-B813-11D487A93494}"/>
              </a:ext>
            </a:extLst>
          </p:cNvPr>
          <p:cNvSpPr>
            <a:spLocks xmlns:a="http://schemas.openxmlformats.org/drawingml/2006/main" noGrp="1"/>
          </p:cNvSpPr>
          <p:nvPr/>
        </p:nvSpPr>
        <p:spPr>
          <a:xfrm xmlns:a="http://schemas.openxmlformats.org/drawingml/2006/main">
            <a:off x="1700112" y="1875117"/>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覆盖场景</a:t>
            </a:r>
          </a:p>
        </p:txBody>
      </p:sp>
      <p:sp>
        <p:nvSpPr>
          <p:cNvPr id="27" name="pdf-text-0027">
            <a:extLst xmlns:a="http://schemas.openxmlformats.org/drawingml/2006/main">
              <a:ext uri="{FF2B5EF4-FFF2-40B4-BE49-F238E27FC236}">
                <a16:creationId xmlns:a16="http://schemas.microsoft.com/office/drawing/2014/main" id="{5FE400C6-22C2-4D26-8B36-84D79FD6EE20}"/>
              </a:ext>
            </a:extLst>
          </p:cNvPr>
          <p:cNvSpPr>
            <a:spLocks xmlns:a="http://schemas.openxmlformats.org/drawingml/2006/main" noGrp="1"/>
          </p:cNvSpPr>
          <p:nvPr/>
        </p:nvSpPr>
        <p:spPr>
          <a:xfrm xmlns:a="http://schemas.openxmlformats.org/drawingml/2006/main">
            <a:off x="3664888" y="1875117"/>
            <a:ext cx="23514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材料 + 前道制程 + 先进封装</a:t>
            </a:r>
          </a:p>
        </p:txBody>
      </p:sp>
      <p:sp>
        <p:nvSpPr>
          <p:cNvPr id="28" name="pdf-text-0028">
            <a:extLst xmlns:a="http://schemas.openxmlformats.org/drawingml/2006/main">
              <a:ext uri="{FF2B5EF4-FFF2-40B4-BE49-F238E27FC236}">
                <a16:creationId xmlns:a16="http://schemas.microsoft.com/office/drawing/2014/main" id="{D16CA6BD-FC76-4287-ACB4-F415C29C7BDC}"/>
              </a:ext>
            </a:extLst>
          </p:cNvPr>
          <p:cNvSpPr>
            <a:spLocks xmlns:a="http://schemas.openxmlformats.org/drawingml/2006/main" noGrp="1"/>
          </p:cNvSpPr>
          <p:nvPr/>
        </p:nvSpPr>
        <p:spPr>
          <a:xfrm xmlns:a="http://schemas.openxmlformats.org/drawingml/2006/main">
            <a:off x="7444482" y="1875117"/>
            <a:ext cx="27051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SMT + 光模块+传统封装+先进封装</a:t>
            </a:r>
          </a:p>
        </p:txBody>
      </p:sp>
      <p:sp>
        <p:nvSpPr>
          <p:cNvPr id="29" name="pdf-text-0029">
            <a:extLst xmlns:a="http://schemas.openxmlformats.org/drawingml/2006/main">
              <a:ext uri="{FF2B5EF4-FFF2-40B4-BE49-F238E27FC236}">
                <a16:creationId xmlns:a16="http://schemas.microsoft.com/office/drawing/2014/main" id="{41F7EC85-3F8D-43E2-9F02-B915766D30A5}"/>
              </a:ext>
            </a:extLst>
          </p:cNvPr>
          <p:cNvSpPr>
            <a:spLocks xmlns:a="http://schemas.openxmlformats.org/drawingml/2006/main" noGrp="1"/>
          </p:cNvSpPr>
          <p:nvPr/>
        </p:nvSpPr>
        <p:spPr>
          <a:xfrm xmlns:a="http://schemas.openxmlformats.org/drawingml/2006/main">
            <a:off x="1700112" y="2620445"/>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核心产品</a:t>
            </a:r>
          </a:p>
        </p:txBody>
      </p:sp>
      <p:sp>
        <p:nvSpPr>
          <p:cNvPr id="30" name="pdf-text-0030">
            <a:extLst xmlns:a="http://schemas.openxmlformats.org/drawingml/2006/main">
              <a:ext uri="{FF2B5EF4-FFF2-40B4-BE49-F238E27FC236}">
                <a16:creationId xmlns:a16="http://schemas.microsoft.com/office/drawing/2014/main" id="{4DA141EC-71C7-47BD-A7A8-A9F70C622B48}"/>
              </a:ext>
            </a:extLst>
          </p:cNvPr>
          <p:cNvSpPr>
            <a:spLocks xmlns:a="http://schemas.openxmlformats.org/drawingml/2006/main" noGrp="1"/>
          </p:cNvSpPr>
          <p:nvPr/>
        </p:nvSpPr>
        <p:spPr>
          <a:xfrm xmlns:a="http://schemas.openxmlformats.org/drawingml/2006/main">
            <a:off x="2998907" y="2407010"/>
            <a:ext cx="2263099"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“量测”+“检测”全矩阵：</a:t>
            </a:r>
          </a:p>
        </p:txBody>
      </p:sp>
      <p:sp>
        <p:nvSpPr>
          <p:cNvPr id="31" name="pdf-text-0031">
            <a:extLst xmlns:a="http://schemas.openxmlformats.org/drawingml/2006/main">
              <a:ext uri="{FF2B5EF4-FFF2-40B4-BE49-F238E27FC236}">
                <a16:creationId xmlns:a16="http://schemas.microsoft.com/office/drawing/2014/main" id="{2F9CEC63-5C64-416A-8236-880C5BE8877A}"/>
              </a:ext>
            </a:extLst>
          </p:cNvPr>
          <p:cNvSpPr>
            <a:spLocks xmlns:a="http://schemas.openxmlformats.org/drawingml/2006/main" noGrp="1"/>
          </p:cNvSpPr>
          <p:nvPr/>
        </p:nvSpPr>
        <p:spPr>
          <a:xfrm xmlns:a="http://schemas.openxmlformats.org/drawingml/2006/main">
            <a:off x="5312275" y="2407010"/>
            <a:ext cx="137166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UltraShapeS+：</a:t>
            </a:r>
          </a:p>
        </p:txBody>
      </p:sp>
      <p:sp>
        <p:nvSpPr>
          <p:cNvPr id="32" name="pdf-text-0032">
            <a:extLst xmlns:a="http://schemas.openxmlformats.org/drawingml/2006/main">
              <a:ext uri="{FF2B5EF4-FFF2-40B4-BE49-F238E27FC236}">
                <a16:creationId xmlns:a16="http://schemas.microsoft.com/office/drawing/2014/main" id="{133D82AB-E0C0-447F-A2D4-11650ADCBCE6}"/>
              </a:ext>
            </a:extLst>
          </p:cNvPr>
          <p:cNvSpPr>
            <a:spLocks xmlns:a="http://schemas.openxmlformats.org/drawingml/2006/main" noGrp="1"/>
          </p:cNvSpPr>
          <p:nvPr/>
        </p:nvSpPr>
        <p:spPr>
          <a:xfrm xmlns:a="http://schemas.openxmlformats.org/drawingml/2006/main">
            <a:off x="2998907" y="2620445"/>
            <a:ext cx="11064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晶圆形貌量测</a:t>
            </a:r>
          </a:p>
        </p:txBody>
      </p:sp>
      <p:sp>
        <p:nvSpPr>
          <p:cNvPr id="33" name="pdf-text-0033">
            <a:extLst xmlns:a="http://schemas.openxmlformats.org/drawingml/2006/main">
              <a:ext uri="{FF2B5EF4-FFF2-40B4-BE49-F238E27FC236}">
                <a16:creationId xmlns:a16="http://schemas.microsoft.com/office/drawing/2014/main" id="{FC9D07EE-6983-49F1-B13F-FE284D2FC7BD}"/>
              </a:ext>
            </a:extLst>
          </p:cNvPr>
          <p:cNvSpPr>
            <a:spLocks xmlns:a="http://schemas.openxmlformats.org/drawingml/2006/main" noGrp="1"/>
          </p:cNvSpPr>
          <p:nvPr/>
        </p:nvSpPr>
        <p:spPr>
          <a:xfrm xmlns:a="http://schemas.openxmlformats.org/drawingml/2006/main">
            <a:off x="4155591" y="2620445"/>
            <a:ext cx="2528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UltraFilmF+：膜厚与关键尺寸</a:t>
            </a:r>
          </a:p>
        </p:txBody>
      </p:sp>
      <p:sp>
        <p:nvSpPr>
          <p:cNvPr id="34" name="pdf-text-0034">
            <a:extLst xmlns:a="http://schemas.openxmlformats.org/drawingml/2006/main">
              <a:ext uri="{FF2B5EF4-FFF2-40B4-BE49-F238E27FC236}">
                <a16:creationId xmlns:a16="http://schemas.microsoft.com/office/drawing/2014/main" id="{BF1B0371-63B2-41D7-A13A-E73B2D6CBB61}"/>
              </a:ext>
            </a:extLst>
          </p:cNvPr>
          <p:cNvSpPr>
            <a:spLocks xmlns:a="http://schemas.openxmlformats.org/drawingml/2006/main" noGrp="1"/>
          </p:cNvSpPr>
          <p:nvPr/>
        </p:nvSpPr>
        <p:spPr>
          <a:xfrm xmlns:a="http://schemas.openxmlformats.org/drawingml/2006/main">
            <a:off x="3442359" y="2833879"/>
            <a:ext cx="3947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量测</a:t>
            </a:r>
          </a:p>
        </p:txBody>
      </p:sp>
      <p:sp>
        <p:nvSpPr>
          <p:cNvPr id="35" name="pdf-text-0035">
            <a:extLst xmlns:a="http://schemas.openxmlformats.org/drawingml/2006/main">
              <a:ext uri="{FF2B5EF4-FFF2-40B4-BE49-F238E27FC236}">
                <a16:creationId xmlns:a16="http://schemas.microsoft.com/office/drawing/2014/main" id="{03FA64F7-9410-4CFE-A84B-989D1CC56889}"/>
              </a:ext>
            </a:extLst>
          </p:cNvPr>
          <p:cNvSpPr>
            <a:spLocks xmlns:a="http://schemas.openxmlformats.org/drawingml/2006/main" noGrp="1"/>
          </p:cNvSpPr>
          <p:nvPr/>
        </p:nvSpPr>
        <p:spPr>
          <a:xfrm xmlns:a="http://schemas.openxmlformats.org/drawingml/2006/main">
            <a:off x="3887416" y="2833879"/>
            <a:ext cx="244069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UltraINSPSP：图形缺陷检测 </a:t>
            </a:r>
          </a:p>
        </p:txBody>
      </p:sp>
      <p:sp>
        <p:nvSpPr>
          <p:cNvPr id="36" name="pdf-text-0036">
            <a:extLst xmlns:a="http://schemas.openxmlformats.org/drawingml/2006/main">
              <a:ext uri="{FF2B5EF4-FFF2-40B4-BE49-F238E27FC236}">
                <a16:creationId xmlns:a16="http://schemas.microsoft.com/office/drawing/2014/main" id="{AE5EDD26-C4BB-4DD6-AAD9-83CAC322E72B}"/>
              </a:ext>
            </a:extLst>
          </p:cNvPr>
          <p:cNvSpPr>
            <a:spLocks xmlns:a="http://schemas.openxmlformats.org/drawingml/2006/main" noGrp="1"/>
          </p:cNvSpPr>
          <p:nvPr/>
        </p:nvSpPr>
        <p:spPr>
          <a:xfrm xmlns:a="http://schemas.openxmlformats.org/drawingml/2006/main">
            <a:off x="7484066" y="2193754"/>
            <a:ext cx="252831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“检测”为核心，按场景划分：</a:t>
            </a:r>
          </a:p>
        </p:txBody>
      </p:sp>
      <p:sp>
        <p:nvSpPr>
          <p:cNvPr id="37" name="pdf-text-0037">
            <a:extLst xmlns:a="http://schemas.openxmlformats.org/drawingml/2006/main">
              <a:ext uri="{FF2B5EF4-FFF2-40B4-BE49-F238E27FC236}">
                <a16:creationId xmlns:a16="http://schemas.microsoft.com/office/drawing/2014/main" id="{6006BCFD-FF55-4156-9209-0191ED6CC753}"/>
              </a:ext>
            </a:extLst>
          </p:cNvPr>
          <p:cNvSpPr>
            <a:spLocks xmlns:a="http://schemas.openxmlformats.org/drawingml/2006/main" noGrp="1"/>
          </p:cNvSpPr>
          <p:nvPr/>
        </p:nvSpPr>
        <p:spPr>
          <a:xfrm xmlns:a="http://schemas.openxmlformats.org/drawingml/2006/main">
            <a:off x="7305759" y="2407188"/>
            <a:ext cx="288511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Prisma/Sigma：SMT/PCB 3D AOI/SPI</a:t>
            </a:r>
          </a:p>
        </p:txBody>
      </p:sp>
      <p:sp>
        <p:nvSpPr>
          <p:cNvPr id="38" name="pdf-text-0038">
            <a:extLst xmlns:a="http://schemas.openxmlformats.org/drawingml/2006/main">
              <a:ext uri="{FF2B5EF4-FFF2-40B4-BE49-F238E27FC236}">
                <a16:creationId xmlns:a16="http://schemas.microsoft.com/office/drawing/2014/main" id="{F59ECDD2-2F5E-47AF-81B7-0CB1ADE70D0F}"/>
              </a:ext>
            </a:extLst>
          </p:cNvPr>
          <p:cNvSpPr>
            <a:spLocks xmlns:a="http://schemas.openxmlformats.org/drawingml/2006/main" noGrp="1"/>
          </p:cNvSpPr>
          <p:nvPr/>
        </p:nvSpPr>
        <p:spPr>
          <a:xfrm xmlns:a="http://schemas.openxmlformats.org/drawingml/2006/main">
            <a:off x="7795036" y="2620623"/>
            <a:ext cx="190598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Hubble：光模块专用AOI</a:t>
            </a:r>
          </a:p>
        </p:txBody>
      </p:sp>
      <p:sp>
        <p:nvSpPr>
          <p:cNvPr id="39" name="pdf-text-0039">
            <a:extLst xmlns:a="http://schemas.openxmlformats.org/drawingml/2006/main">
              <a:ext uri="{FF2B5EF4-FFF2-40B4-BE49-F238E27FC236}">
                <a16:creationId xmlns:a16="http://schemas.microsoft.com/office/drawing/2014/main" id="{690FB20B-F071-41A7-9CDB-8EA54F314E5A}"/>
              </a:ext>
            </a:extLst>
          </p:cNvPr>
          <p:cNvSpPr>
            <a:spLocks xmlns:a="http://schemas.openxmlformats.org/drawingml/2006/main" noGrp="1"/>
          </p:cNvSpPr>
          <p:nvPr/>
        </p:nvSpPr>
        <p:spPr>
          <a:xfrm xmlns:a="http://schemas.openxmlformats.org/drawingml/2006/main">
            <a:off x="6865338" y="2834058"/>
            <a:ext cx="377552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Spectra/Weber：半导体封装AOI（焊线、切割、</a:t>
            </a:r>
          </a:p>
        </p:txBody>
      </p:sp>
      <p:sp>
        <p:nvSpPr>
          <p:cNvPr id="40" name="pdf-text-0040">
            <a:extLst xmlns:a="http://schemas.openxmlformats.org/drawingml/2006/main">
              <a:ext uri="{FF2B5EF4-FFF2-40B4-BE49-F238E27FC236}">
                <a16:creationId xmlns:a16="http://schemas.microsoft.com/office/drawing/2014/main" id="{E76FF749-E3FC-4DAD-ACB6-8BDDEC19B99F}"/>
              </a:ext>
            </a:extLst>
          </p:cNvPr>
          <p:cNvSpPr>
            <a:spLocks xmlns:a="http://schemas.openxmlformats.org/drawingml/2006/main" noGrp="1"/>
          </p:cNvSpPr>
          <p:nvPr/>
        </p:nvSpPr>
        <p:spPr>
          <a:xfrm xmlns:a="http://schemas.openxmlformats.org/drawingml/2006/main">
            <a:off x="8462442" y="3047492"/>
            <a:ext cx="573023"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凸块）</a:t>
            </a:r>
          </a:p>
        </p:txBody>
      </p:sp>
      <p:sp>
        <p:nvSpPr>
          <p:cNvPr id="41" name="pdf-text-0041">
            <a:extLst xmlns:a="http://schemas.openxmlformats.org/drawingml/2006/main">
              <a:ext uri="{FF2B5EF4-FFF2-40B4-BE49-F238E27FC236}">
                <a16:creationId xmlns:a16="http://schemas.microsoft.com/office/drawing/2014/main" id="{48DF6FA1-E79F-45B0-B2CD-C5D55ADFCA43}"/>
              </a:ext>
            </a:extLst>
          </p:cNvPr>
          <p:cNvSpPr>
            <a:spLocks xmlns:a="http://schemas.openxmlformats.org/drawingml/2006/main" noGrp="1"/>
          </p:cNvSpPr>
          <p:nvPr/>
        </p:nvSpPr>
        <p:spPr>
          <a:xfrm xmlns:a="http://schemas.openxmlformats.org/drawingml/2006/main">
            <a:off x="1700112" y="3490766"/>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技术核心</a:t>
            </a:r>
          </a:p>
        </p:txBody>
      </p:sp>
      <p:sp>
        <p:nvSpPr>
          <p:cNvPr id="42" name="pdf-text-0042">
            <a:extLst xmlns:a="http://schemas.openxmlformats.org/drawingml/2006/main">
              <a:ext uri="{FF2B5EF4-FFF2-40B4-BE49-F238E27FC236}">
                <a16:creationId xmlns:a16="http://schemas.microsoft.com/office/drawing/2014/main" id="{43E9248F-50C1-4ED5-A0D2-81469D90CAF3}"/>
              </a:ext>
            </a:extLst>
          </p:cNvPr>
          <p:cNvSpPr>
            <a:spLocks xmlns:a="http://schemas.openxmlformats.org/drawingml/2006/main" noGrp="1"/>
          </p:cNvSpPr>
          <p:nvPr/>
        </p:nvSpPr>
        <p:spPr>
          <a:xfrm xmlns:a="http://schemas.openxmlformats.org/drawingml/2006/main">
            <a:off x="3664888" y="3490766"/>
            <a:ext cx="2351468"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全栈自研（光学+算法+运控）</a:t>
            </a:r>
          </a:p>
        </p:txBody>
      </p:sp>
      <p:sp>
        <p:nvSpPr>
          <p:cNvPr id="43" name="pdf-text-0043">
            <a:extLst xmlns:a="http://schemas.openxmlformats.org/drawingml/2006/main">
              <a:ext uri="{FF2B5EF4-FFF2-40B4-BE49-F238E27FC236}">
                <a16:creationId xmlns:a16="http://schemas.microsoft.com/office/drawing/2014/main" id="{43911DC9-FDAB-430F-8465-FE5FFF516301}"/>
              </a:ext>
            </a:extLst>
          </p:cNvPr>
          <p:cNvSpPr>
            <a:spLocks xmlns:a="http://schemas.openxmlformats.org/drawingml/2006/main" noGrp="1"/>
          </p:cNvSpPr>
          <p:nvPr/>
        </p:nvSpPr>
        <p:spPr>
          <a:xfrm xmlns:a="http://schemas.openxmlformats.org/drawingml/2006/main">
            <a:off x="7442877" y="3490766"/>
            <a:ext cx="261834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自研高速3D成像 + AI无监督算法</a:t>
            </a:r>
          </a:p>
        </p:txBody>
      </p:sp>
      <p:sp>
        <p:nvSpPr>
          <p:cNvPr id="44" name="pdf-text-0044">
            <a:extLst xmlns:a="http://schemas.openxmlformats.org/drawingml/2006/main">
              <a:ext uri="{FF2B5EF4-FFF2-40B4-BE49-F238E27FC236}">
                <a16:creationId xmlns:a16="http://schemas.microsoft.com/office/drawing/2014/main" id="{13D350EB-84B7-4A2C-A523-814E2EED1D5E}"/>
              </a:ext>
            </a:extLst>
          </p:cNvPr>
          <p:cNvSpPr>
            <a:spLocks xmlns:a="http://schemas.openxmlformats.org/drawingml/2006/main" noGrp="1"/>
          </p:cNvSpPr>
          <p:nvPr/>
        </p:nvSpPr>
        <p:spPr>
          <a:xfrm xmlns:a="http://schemas.openxmlformats.org/drawingml/2006/main">
            <a:off x="1699933" y="3947769"/>
            <a:ext cx="751332"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发展路径</a:t>
            </a:r>
          </a:p>
        </p:txBody>
      </p:sp>
      <p:sp>
        <p:nvSpPr>
          <p:cNvPr id="45" name="pdf-text-0045">
            <a:extLst xmlns:a="http://schemas.openxmlformats.org/drawingml/2006/main">
              <a:ext uri="{FF2B5EF4-FFF2-40B4-BE49-F238E27FC236}">
                <a16:creationId xmlns:a16="http://schemas.microsoft.com/office/drawing/2014/main" id="{DE94C4FE-5A9B-41B5-9C95-C5F0ECF7DDBF}"/>
              </a:ext>
            </a:extLst>
          </p:cNvPr>
          <p:cNvSpPr>
            <a:spLocks xmlns:a="http://schemas.openxmlformats.org/drawingml/2006/main" noGrp="1"/>
          </p:cNvSpPr>
          <p:nvPr/>
        </p:nvSpPr>
        <p:spPr>
          <a:xfrm xmlns:a="http://schemas.openxmlformats.org/drawingml/2006/main">
            <a:off x="3710356" y="3947769"/>
            <a:ext cx="2260246"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平台化国产替代（对标KLA）</a:t>
            </a:r>
          </a:p>
        </p:txBody>
      </p:sp>
      <p:sp>
        <p:nvSpPr>
          <p:cNvPr id="46" name="pdf-text-0046">
            <a:extLst xmlns:a="http://schemas.openxmlformats.org/drawingml/2006/main">
              <a:ext uri="{FF2B5EF4-FFF2-40B4-BE49-F238E27FC236}">
                <a16:creationId xmlns:a16="http://schemas.microsoft.com/office/drawing/2014/main" id="{912BB292-0497-421F-841C-A8A762E1D19E}"/>
              </a:ext>
            </a:extLst>
          </p:cNvPr>
          <p:cNvSpPr>
            <a:spLocks xmlns:a="http://schemas.openxmlformats.org/drawingml/2006/main" noGrp="1"/>
          </p:cNvSpPr>
          <p:nvPr/>
        </p:nvSpPr>
        <p:spPr>
          <a:xfrm xmlns:a="http://schemas.openxmlformats.org/drawingml/2006/main">
            <a:off x="7575361" y="3947769"/>
            <a:ext cx="2351770"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细分场景龙头（3D AOI切入）</a:t>
            </a:r>
          </a:p>
        </p:txBody>
      </p:sp>
      <p:sp>
        <p:nvSpPr>
          <p:cNvPr id="47" name="pdf-text-0047">
            <a:extLst xmlns:a="http://schemas.openxmlformats.org/drawingml/2006/main">
              <a:ext uri="{FF2B5EF4-FFF2-40B4-BE49-F238E27FC236}">
                <a16:creationId xmlns:a16="http://schemas.microsoft.com/office/drawing/2014/main" id="{E8C192FC-7843-468C-9C6E-7BD7C8C9F36A}"/>
              </a:ext>
            </a:extLst>
          </p:cNvPr>
          <p:cNvSpPr>
            <a:spLocks xmlns:a="http://schemas.openxmlformats.org/drawingml/2006/main" noGrp="1"/>
          </p:cNvSpPr>
          <p:nvPr/>
        </p:nvSpPr>
        <p:spPr>
          <a:xfrm xmlns:a="http://schemas.openxmlformats.org/drawingml/2006/main">
            <a:off x="1523052" y="4402277"/>
            <a:ext cx="1106414"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核心客户验证</a:t>
            </a:r>
          </a:p>
        </p:txBody>
      </p:sp>
      <p:sp>
        <p:nvSpPr>
          <p:cNvPr id="48" name="pdf-text-0048">
            <a:extLst xmlns:a="http://schemas.openxmlformats.org/drawingml/2006/main">
              <a:ext uri="{FF2B5EF4-FFF2-40B4-BE49-F238E27FC236}">
                <a16:creationId xmlns:a16="http://schemas.microsoft.com/office/drawing/2014/main" id="{53034FD0-8D69-4228-97A6-AF72892F05DE}"/>
              </a:ext>
            </a:extLst>
          </p:cNvPr>
          <p:cNvSpPr>
            <a:spLocks xmlns:a="http://schemas.openxmlformats.org/drawingml/2006/main" noGrp="1"/>
          </p:cNvSpPr>
          <p:nvPr/>
        </p:nvSpPr>
        <p:spPr>
          <a:xfrm xmlns:a="http://schemas.openxmlformats.org/drawingml/2006/main">
            <a:off x="3576269" y="4402277"/>
            <a:ext cx="2528315"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先进封装绑定矽品进行验证测试</a:t>
            </a:r>
          </a:p>
        </p:txBody>
      </p:sp>
      <p:sp>
        <p:nvSpPr>
          <p:cNvPr id="49" name="pdf-text-0049">
            <a:extLst xmlns:a="http://schemas.openxmlformats.org/drawingml/2006/main">
              <a:ext uri="{FF2B5EF4-FFF2-40B4-BE49-F238E27FC236}">
                <a16:creationId xmlns:a16="http://schemas.microsoft.com/office/drawing/2014/main" id="{190F59CC-93F2-4B7A-946F-6690AA62C810}"/>
              </a:ext>
            </a:extLst>
          </p:cNvPr>
          <p:cNvSpPr>
            <a:spLocks xmlns:a="http://schemas.openxmlformats.org/drawingml/2006/main" noGrp="1"/>
          </p:cNvSpPr>
          <p:nvPr/>
        </p:nvSpPr>
        <p:spPr>
          <a:xfrm xmlns:a="http://schemas.openxmlformats.org/drawingml/2006/main">
            <a:off x="7486920" y="4402277"/>
            <a:ext cx="2528311" cy="222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4" b="0" i="0">
                <a:solidFill>
                  <a:srgbClr val="000000"/>
                </a:solidFill>
                <a:latin typeface="KaiTi"/>
                <a:ea typeface="KaiTi"/>
                <a:cs typeface="KaiTi"/>
              </a:defRPr>
            </a:pPr>
            <a:r>
              <a:rPr sz="1404" b="0" i="0">
                <a:solidFill>
                  <a:srgbClr val="000000"/>
                </a:solidFill>
                <a:latin typeface="KaiTi"/>
                <a:ea typeface="KaiTi"/>
                <a:cs typeface="KaiTi"/>
              </a:rPr>
              <a:t>先进封装绑定华天进行验证测试</a:t>
            </a:r>
          </a:p>
        </p:txBody>
      </p:sp>
    </p:spTree>
    <p:extLst>
      <p:ext uri="{BB962C8B-B14F-4D97-AF65-F5344CB8AC3E}">
        <p14:creationId xmlns:p14="http://schemas.microsoft.com/office/powerpoint/2010/main" val="1152626138"/>
      </p:ext>
    </p:extLst>
  </p:cSld>
</p:sld>
</file>

<file path=ppt/slides/slide36.xml><?xml version="1.0" encoding="utf-8"?>
<p:sld xmlns:a="http://schemas.openxmlformats.org/drawingml/2006/main" xmlns:ns3="http://schemas.microsoft.com/office/drawing/2016/SVG/main" xmlns:ns4="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5" name=""/>
          <p:cNvPicPr>
            <a:picLocks noChangeAspect="1"/>
          </p:cNvPicPr>
          <p:nvPr/>
        </p:nvPicPr>
        <p:blipFill>
          <a:blip r:embed="R96ac3c4dec414f49">
            <a:extLst>
              <a:ext uri="{96DAC541-7B7A-43D3-8B79-37D633B846F1}">
                <ns3:svgBlip r:embed="R6a8f1336ef22440d"/>
              </a:ext>
            </a:extLst>
          </a:blip>
          <a:srcRect l="0" t="752" r="34491" b="1977"/>
          <a:stretch/>
        </p:blipFill>
        <p:spPr>
          <a:xfrm>
            <a:off x="711041" y="0"/>
            <a:ext cx="11480959" cy="6858000"/>
          </a:xfrm>
          <a:prstGeom prst="rect">
            <a:avLst/>
          </a:prstGeom>
        </p:spPr>
      </p:pic>
      <p:sp>
        <p:nvSpPr>
          <p:cNvPr id="2" name="pdf-text-0002">
            <a:extLst>
              <a:ext uri="{FF2B5EF4-FFF2-40B4-BE49-F238E27FC236}">
                <ns4:creationId id="{409334BB-22AF-4F34-A35D-0F55339BCF22}"/>
              </a:ext>
            </a:extLst>
          </p:cNvPr>
          <p:cNvSpPr>
            <a:spLocks noGrp="1"/>
          </p:cNvSpPr>
          <p:nvPr/>
        </p:nvSpPr>
        <p:spPr>
          <a:xfrm>
            <a:off x="7718023" y="1692482"/>
            <a:ext cx="2789530" cy="857250"/>
          </a:xfrm>
          <a:prstGeom prst="rect">
            <a:avLst/>
          </a:prstGeom>
          <a:noFill/>
          <a:ln w="0">
            <a:noFill/>
            <a:prstDash val="solid"/>
          </a:ln>
        </p:spPr>
        <p:txBody>
          <a:bodyPr wrap="none" lIns="0" tIns="0" rIns="0" bIns="0" anchor="t">
            <a:noAutofit/>
          </a:bodyPr>
          <a:lstStyle/>
          <a:p>
            <a:pPr algn="l">
              <a:lnSpc>
                <a:spcPct val="100000"/>
              </a:lnSpc>
              <a:buNone/>
              <a:defRPr sz="5400" b="0" i="0">
                <a:solidFill>
                  <a:srgbClr val="000000"/>
                </a:solidFill>
                <a:latin typeface="KaiTi"/>
                <a:ea typeface="KaiTi"/>
                <a:cs typeface="KaiTi"/>
              </a:defRPr>
            </a:pPr>
            <a:r>
              <a:rPr sz="5400" b="0" i="0">
                <a:solidFill>
                  <a:srgbClr val="000000"/>
                </a:solidFill>
                <a:latin typeface="KaiTi"/>
                <a:ea typeface="KaiTi"/>
                <a:cs typeface="KaiTi"/>
              </a:rPr>
              <a:t>谢谢聆听</a:t>
            </a:r>
          </a:p>
        </p:txBody>
      </p:sp>
      <p:sp>
        <p:nvSpPr>
          <p:cNvPr id="3" name="pdf-vector-0003">
            <a:extLst>
              <a:ext uri="{FF2B5EF4-FFF2-40B4-BE49-F238E27FC236}">
                <ns4:creationId id="{1F28BE5E-D6FD-43A1-B15A-6D229D7BDF5F}"/>
              </a:ext>
            </a:extLst>
          </p:cNvPr>
          <p:cNvSpPr>
            <a:spLocks noGrp="1"/>
          </p:cNvSpPr>
          <p:nvPr/>
        </p:nvSpPr>
        <p:spPr>
          <a:xfrm>
            <a:off x="6781165" y="2707640"/>
            <a:ext cx="4680000" cy="953"/>
          </a:xfrm>
          <a:custGeom>
            <a:pathLst>
              <a:path w="4680000" h="953">
                <a:moveTo>
                  <a:pt x="0" y="0"/>
                </a:moveTo>
                <a:lnTo>
                  <a:pt x="4680000" y="0"/>
                </a:lnTo>
              </a:path>
            </a:pathLst>
          </a:custGeom>
          <a:noFill/>
          <a:ln w="38100">
            <a:solidFill>
              <a:srgbClr val="1382BA"/>
            </a:solidFill>
            <a:prstDash val="solid"/>
          </a:ln>
        </p:spPr>
      </p:sp>
      <p:pic>
        <p:nvPicPr>
          <p:cNvPr id="8" name=""/>
          <p:cNvPicPr>
            <a:picLocks noChangeAspect="1"/>
          </p:cNvPicPr>
          <p:nvPr/>
        </p:nvPicPr>
        <p:blipFill>
          <a:blip r:embed="Ra74866af4e484e85"/>
          <a:srcRect l="324" t="0" r="324" b="0"/>
          <a:stretch>
            <a:fillRect l="0" t="0" r="0" b="0"/>
          </a:stretch>
        </p:blipFill>
        <p:spPr>
          <a:xfrm>
            <a:off x="7989358" y="3000328"/>
            <a:ext cx="2212976" cy="857344"/>
          </a:xfrm>
          <a:prstGeom prst="rect">
            <a:avLst/>
          </a:prstGeom>
        </p:spPr>
      </p:pic>
    </p:spTree>
    <p:extLst>
      <p:ext uri="{BB962C8B-B14F-4D97-AF65-F5344CB8AC3E}">
        <ns5:creationId val="130916814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pdf-vector-0001">
            <a:extLst xmlns:a="http://schemas.openxmlformats.org/drawingml/2006/main">
              <a:ext uri="{FF2B5EF4-FFF2-40B4-BE49-F238E27FC236}">
                <a16:creationId xmlns:a16="http://schemas.microsoft.com/office/drawing/2014/main" id="{6A57A00D-89DA-4576-9527-B4E415F72C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pdf-text-0002">
            <a:extLst xmlns:a="http://schemas.openxmlformats.org/drawingml/2006/main">
              <a:ext uri="{FF2B5EF4-FFF2-40B4-BE49-F238E27FC236}">
                <a16:creationId xmlns:a16="http://schemas.microsoft.com/office/drawing/2014/main" id="{58764059-8EA8-4ADF-A1EA-26FD53FDB45F}"/>
              </a:ext>
            </a:extLst>
          </p:cNvPr>
          <p:cNvSpPr>
            <a:spLocks xmlns:a="http://schemas.openxmlformats.org/drawingml/2006/main" noGrp="1"/>
          </p:cNvSpPr>
          <p:nvPr/>
        </p:nvSpPr>
        <p:spPr>
          <a:xfrm xmlns:a="http://schemas.openxmlformats.org/drawingml/2006/main">
            <a:off x="1187519" y="1668469"/>
            <a:ext cx="10101058"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服务承诺免责：本演示文稿仅供一般参考之用，并不构成要约及其组成部分，亦不构成后续提供服务及业务合作的前提或基础。公司不代表任何可能涉及的其他机构</a:t>
            </a:r>
          </a:p>
        </p:txBody>
      </p:sp>
      <p:sp>
        <p:nvSpPr>
          <p:cNvPr id="3" name="pdf-text-0003">
            <a:extLst xmlns:a="http://schemas.openxmlformats.org/drawingml/2006/main">
              <a:ext uri="{FF2B5EF4-FFF2-40B4-BE49-F238E27FC236}">
                <a16:creationId xmlns:a16="http://schemas.microsoft.com/office/drawing/2014/main" id="{E0256C08-AE9B-4DE5-891E-ABC7080BAC8D}"/>
              </a:ext>
            </a:extLst>
          </p:cNvPr>
          <p:cNvSpPr>
            <a:spLocks xmlns:a="http://schemas.openxmlformats.org/drawingml/2006/main" noGrp="1"/>
          </p:cNvSpPr>
          <p:nvPr/>
        </p:nvSpPr>
        <p:spPr>
          <a:xfrm xmlns:a="http://schemas.openxmlformats.org/drawingml/2006/main">
            <a:off x="1187519" y="1836158"/>
            <a:ext cx="5352294"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做出服务承诺，亦不对该等可能涉及的其他机构的资质、服务内容与质量等提供保证。</a:t>
            </a:r>
          </a:p>
        </p:txBody>
      </p:sp>
      <p:sp>
        <p:nvSpPr>
          <p:cNvPr id="4" name="pdf-text-0004">
            <a:extLst xmlns:a="http://schemas.openxmlformats.org/drawingml/2006/main">
              <a:ext uri="{FF2B5EF4-FFF2-40B4-BE49-F238E27FC236}">
                <a16:creationId xmlns:a16="http://schemas.microsoft.com/office/drawing/2014/main" id="{3976352A-234C-4979-AD71-7C9AC5E05235}"/>
              </a:ext>
            </a:extLst>
          </p:cNvPr>
          <p:cNvSpPr>
            <a:spLocks xmlns:a="http://schemas.openxmlformats.org/drawingml/2006/main" noGrp="1"/>
          </p:cNvSpPr>
          <p:nvPr/>
        </p:nvSpPr>
        <p:spPr>
          <a:xfrm xmlns:a="http://schemas.openxmlformats.org/drawingml/2006/main">
            <a:off x="1187519" y="2258324"/>
            <a:ext cx="10101058"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数据引用免责：本演示文稿中所载资料系由公司根据其认为可靠的来源而编写，其见解、分析、预测和推断都是基于该等来源所作的观点陈述。公司或任何个人不对</a:t>
            </a:r>
          </a:p>
        </p:txBody>
      </p:sp>
      <p:sp>
        <p:nvSpPr>
          <p:cNvPr id="5" name="pdf-text-0005">
            <a:extLst xmlns:a="http://schemas.openxmlformats.org/drawingml/2006/main">
              <a:ext uri="{FF2B5EF4-FFF2-40B4-BE49-F238E27FC236}">
                <a16:creationId xmlns:a16="http://schemas.microsoft.com/office/drawing/2014/main" id="{781A2FBC-D14D-426A-931E-4665BCCFC65A}"/>
              </a:ext>
            </a:extLst>
          </p:cNvPr>
          <p:cNvSpPr>
            <a:spLocks xmlns:a="http://schemas.openxmlformats.org/drawingml/2006/main" noGrp="1"/>
          </p:cNvSpPr>
          <p:nvPr/>
        </p:nvSpPr>
        <p:spPr>
          <a:xfrm xmlns:a="http://schemas.openxmlformats.org/drawingml/2006/main">
            <a:off x="1187519" y="2426013"/>
            <a:ext cx="1859275"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其准确性和完整性做出保证。</a:t>
            </a:r>
          </a:p>
        </p:txBody>
      </p:sp>
      <p:sp>
        <p:nvSpPr>
          <p:cNvPr id="6" name="pdf-text-0006">
            <a:extLst xmlns:a="http://schemas.openxmlformats.org/drawingml/2006/main">
              <a:ext uri="{FF2B5EF4-FFF2-40B4-BE49-F238E27FC236}">
                <a16:creationId xmlns:a16="http://schemas.microsoft.com/office/drawing/2014/main" id="{921469DE-6766-40B5-A781-3D89C78A651A}"/>
              </a:ext>
            </a:extLst>
          </p:cNvPr>
          <p:cNvSpPr>
            <a:spLocks xmlns:a="http://schemas.openxmlformats.org/drawingml/2006/main" noGrp="1"/>
          </p:cNvSpPr>
          <p:nvPr/>
        </p:nvSpPr>
        <p:spPr>
          <a:xfrm xmlns:a="http://schemas.openxmlformats.org/drawingml/2006/main">
            <a:off x="1187519" y="2848179"/>
            <a:ext cx="8843775"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时效性免责：本演示文稿中的观点为公司目前的判断，如有变更，不另行通知。公司不承担因使用本演示文稿而引致的直接或间接损失的责任。</a:t>
            </a:r>
          </a:p>
        </p:txBody>
      </p:sp>
      <p:sp>
        <p:nvSpPr>
          <p:cNvPr id="7" name="pdf-text-0007">
            <a:extLst xmlns:a="http://schemas.openxmlformats.org/drawingml/2006/main">
              <a:ext uri="{FF2B5EF4-FFF2-40B4-BE49-F238E27FC236}">
                <a16:creationId xmlns:a16="http://schemas.microsoft.com/office/drawing/2014/main" id="{483ABA9E-55A7-432C-BB07-9772A9A3097F}"/>
              </a:ext>
            </a:extLst>
          </p:cNvPr>
          <p:cNvSpPr>
            <a:spLocks xmlns:a="http://schemas.openxmlformats.org/drawingml/2006/main" noGrp="1"/>
          </p:cNvSpPr>
          <p:nvPr/>
        </p:nvSpPr>
        <p:spPr>
          <a:xfrm xmlns:a="http://schemas.openxmlformats.org/drawingml/2006/main">
            <a:off x="1187519" y="3268803"/>
            <a:ext cx="9403077"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利益冲突免责：公司及其关联机构可能会与本演示文稿中所提及的公司发生其他业务往来，使用者应当考虑到公司可能存在影响本演示文稿的利益冲突。</a:t>
            </a:r>
          </a:p>
        </p:txBody>
      </p:sp>
      <p:sp>
        <p:nvSpPr>
          <p:cNvPr id="8" name="pdf-text-0008">
            <a:extLst xmlns:a="http://schemas.openxmlformats.org/drawingml/2006/main">
              <a:ext uri="{FF2B5EF4-FFF2-40B4-BE49-F238E27FC236}">
                <a16:creationId xmlns:a16="http://schemas.microsoft.com/office/drawing/2014/main" id="{3EF064F9-6B10-4C9E-89C1-2967D8E48CA2}"/>
              </a:ext>
            </a:extLst>
          </p:cNvPr>
          <p:cNvSpPr>
            <a:spLocks xmlns:a="http://schemas.openxmlformats.org/drawingml/2006/main" noGrp="1"/>
          </p:cNvSpPr>
          <p:nvPr/>
        </p:nvSpPr>
        <p:spPr>
          <a:xfrm xmlns:a="http://schemas.openxmlformats.org/drawingml/2006/main">
            <a:off x="1187519" y="3690969"/>
            <a:ext cx="10101058"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投资风险免责：本演示文稿没有考虑任何个别主体的风险偏好、财务状况或特殊需求。在进行有关本演示文稿所指的任何交易前，接收方应考虑自身的风险偏好和财</a:t>
            </a:r>
          </a:p>
        </p:txBody>
      </p:sp>
      <p:sp>
        <p:nvSpPr>
          <p:cNvPr id="9" name="pdf-text-0009">
            <a:extLst xmlns:a="http://schemas.openxmlformats.org/drawingml/2006/main">
              <a:ext uri="{FF2B5EF4-FFF2-40B4-BE49-F238E27FC236}">
                <a16:creationId xmlns:a16="http://schemas.microsoft.com/office/drawing/2014/main" id="{D7B797BB-3CAC-4189-9834-594E5BC92705}"/>
              </a:ext>
            </a:extLst>
          </p:cNvPr>
          <p:cNvSpPr>
            <a:spLocks xmlns:a="http://schemas.openxmlformats.org/drawingml/2006/main" noGrp="1"/>
          </p:cNvSpPr>
          <p:nvPr/>
        </p:nvSpPr>
        <p:spPr>
          <a:xfrm xmlns:a="http://schemas.openxmlformats.org/drawingml/2006/main">
            <a:off x="1187519" y="3858658"/>
            <a:ext cx="7586476"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务状况，自行审慎决定是否开展相关业务及投资，并自行承担投资风险，如有必要，应寻求专业的财务、税务或法律意见。</a:t>
            </a:r>
          </a:p>
        </p:txBody>
      </p:sp>
      <p:sp>
        <p:nvSpPr>
          <p:cNvPr id="10" name="pdf-text-0010">
            <a:extLst xmlns:a="http://schemas.openxmlformats.org/drawingml/2006/main">
              <a:ext uri="{FF2B5EF4-FFF2-40B4-BE49-F238E27FC236}">
                <a16:creationId xmlns:a16="http://schemas.microsoft.com/office/drawing/2014/main" id="{DE1F5319-8A07-4DFD-BC9B-A3009DD78B2F}"/>
              </a:ext>
            </a:extLst>
          </p:cNvPr>
          <p:cNvSpPr>
            <a:spLocks xmlns:a="http://schemas.openxmlformats.org/drawingml/2006/main" noGrp="1"/>
          </p:cNvSpPr>
          <p:nvPr/>
        </p:nvSpPr>
        <p:spPr>
          <a:xfrm xmlns:a="http://schemas.openxmlformats.org/drawingml/2006/main">
            <a:off x="1187519" y="4280824"/>
            <a:ext cx="7726684"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损失免责：除法律法规规定必须承担的责任外，公司或任何个人不对本演示文稿及其内容所引发的直接或间接损失承担责任。</a:t>
            </a:r>
          </a:p>
        </p:txBody>
      </p:sp>
      <p:sp>
        <p:nvSpPr>
          <p:cNvPr id="11" name="pdf-text-0011">
            <a:extLst xmlns:a="http://schemas.openxmlformats.org/drawingml/2006/main">
              <a:ext uri="{FF2B5EF4-FFF2-40B4-BE49-F238E27FC236}">
                <a16:creationId xmlns:a16="http://schemas.microsoft.com/office/drawing/2014/main" id="{C1D7CD6A-257B-48FC-A100-733F550F63F3}"/>
              </a:ext>
            </a:extLst>
          </p:cNvPr>
          <p:cNvSpPr>
            <a:spLocks xmlns:a="http://schemas.openxmlformats.org/drawingml/2006/main" noGrp="1"/>
          </p:cNvSpPr>
          <p:nvPr/>
        </p:nvSpPr>
        <p:spPr>
          <a:xfrm xmlns:a="http://schemas.openxmlformats.org/drawingml/2006/main">
            <a:off x="1187519" y="4701448"/>
            <a:ext cx="10235181"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投资风险揭示：本演示文稿所指的投资存在风险，可能不适合所有投资者。本演示文稿所指的任何投资价值或接收方可从中获得的收入可能会受市场因素、政策变化、</a:t>
            </a:r>
          </a:p>
        </p:txBody>
      </p:sp>
      <p:sp>
        <p:nvSpPr>
          <p:cNvPr id="12" name="pdf-text-0012">
            <a:extLst xmlns:a="http://schemas.openxmlformats.org/drawingml/2006/main">
              <a:ext uri="{FF2B5EF4-FFF2-40B4-BE49-F238E27FC236}">
                <a16:creationId xmlns:a16="http://schemas.microsoft.com/office/drawing/2014/main" id="{926F0DA6-072D-41CE-9BBA-55B4E7B1017D}"/>
              </a:ext>
            </a:extLst>
          </p:cNvPr>
          <p:cNvSpPr>
            <a:spLocks xmlns:a="http://schemas.openxmlformats.org/drawingml/2006/main" noGrp="1"/>
          </p:cNvSpPr>
          <p:nvPr/>
        </p:nvSpPr>
        <p:spPr>
          <a:xfrm xmlns:a="http://schemas.openxmlformats.org/drawingml/2006/main">
            <a:off x="1187519" y="4869137"/>
            <a:ext cx="3395479"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汇率等影响而波动。过去的表现不能代表未来的业绩。</a:t>
            </a:r>
          </a:p>
        </p:txBody>
      </p:sp>
      <p:sp>
        <p:nvSpPr>
          <p:cNvPr id="13" name="pdf-text-0013">
            <a:extLst xmlns:a="http://schemas.openxmlformats.org/drawingml/2006/main">
              <a:ext uri="{FF2B5EF4-FFF2-40B4-BE49-F238E27FC236}">
                <a16:creationId xmlns:a16="http://schemas.microsoft.com/office/drawing/2014/main" id="{610636E4-F38B-42E8-8572-26E402E587B6}"/>
              </a:ext>
            </a:extLst>
          </p:cNvPr>
          <p:cNvSpPr>
            <a:spLocks xmlns:a="http://schemas.openxmlformats.org/drawingml/2006/main" noGrp="1"/>
          </p:cNvSpPr>
          <p:nvPr/>
        </p:nvSpPr>
        <p:spPr>
          <a:xfrm xmlns:a="http://schemas.openxmlformats.org/drawingml/2006/main">
            <a:off x="1187519" y="5291303"/>
            <a:ext cx="10101058"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商业秘密声明：本演示文稿属于公司商业秘密，接收方应对其内容予以保密，未经公司允许，本演示文稿不应被用于本次阅读以外之用途及复制、发出或发表及传播</a:t>
            </a:r>
          </a:p>
        </p:txBody>
      </p:sp>
      <p:sp>
        <p:nvSpPr>
          <p:cNvPr id="14" name="pdf-text-0014">
            <a:extLst xmlns:a="http://schemas.openxmlformats.org/drawingml/2006/main">
              <a:ext uri="{FF2B5EF4-FFF2-40B4-BE49-F238E27FC236}">
                <a16:creationId xmlns:a16="http://schemas.microsoft.com/office/drawing/2014/main" id="{6DF2244E-5F81-4933-8A39-9AD991F1FD60}"/>
              </a:ext>
            </a:extLst>
          </p:cNvPr>
          <p:cNvSpPr>
            <a:spLocks xmlns:a="http://schemas.openxmlformats.org/drawingml/2006/main" noGrp="1"/>
          </p:cNvSpPr>
          <p:nvPr/>
        </p:nvSpPr>
        <p:spPr>
          <a:xfrm xmlns:a="http://schemas.openxmlformats.org/drawingml/2006/main">
            <a:off x="1187519" y="5458992"/>
            <a:ext cx="2557273"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04" b="0" i="0">
                <a:solidFill>
                  <a:srgbClr val="000000"/>
                </a:solidFill>
                <a:latin typeface="Microsoft YaHei"/>
                <a:ea typeface="Microsoft YaHei"/>
                <a:cs typeface="Microsoft YaHei"/>
              </a:defRPr>
            </a:pPr>
            <a:r>
              <a:rPr sz="1104" b="0" i="0">
                <a:solidFill>
                  <a:srgbClr val="000000"/>
                </a:solidFill>
                <a:latin typeface="Microsoft YaHei"/>
                <a:ea typeface="Microsoft YaHei"/>
                <a:cs typeface="Microsoft YaHei"/>
              </a:rPr>
              <a:t>等。公司保留对本演示文稿的一切权利。</a:t>
            </a:r>
          </a:p>
        </p:txBody>
      </p:sp>
      <p:sp>
        <p:nvSpPr>
          <p:cNvPr id="15" name="pdf-text-0015">
            <a:extLst xmlns:a="http://schemas.openxmlformats.org/drawingml/2006/main">
              <a:ext uri="{FF2B5EF4-FFF2-40B4-BE49-F238E27FC236}">
                <a16:creationId xmlns:a16="http://schemas.microsoft.com/office/drawing/2014/main" id="{278FB9FB-E9D6-4A69-8E77-C22062941109}"/>
              </a:ext>
            </a:extLst>
          </p:cNvPr>
          <p:cNvSpPr>
            <a:spLocks xmlns:a="http://schemas.openxmlformats.org/drawingml/2006/main" noGrp="1"/>
          </p:cNvSpPr>
          <p:nvPr/>
        </p:nvSpPr>
        <p:spPr>
          <a:xfrm xmlns:a="http://schemas.openxmlformats.org/drawingml/2006/main">
            <a:off x="826900" y="1017525"/>
            <a:ext cx="1056132" cy="318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004" b="1" i="0">
                <a:solidFill>
                  <a:srgbClr val="3A3838"/>
                </a:solidFill>
                <a:latin typeface="Microsoft YaHei"/>
                <a:ea typeface="Microsoft YaHei"/>
                <a:cs typeface="Microsoft YaHei"/>
              </a:defRPr>
            </a:pPr>
            <a:r>
              <a:rPr sz="2004" b="1" i="0">
                <a:solidFill>
                  <a:srgbClr val="3A3838"/>
                </a:solidFill>
                <a:latin typeface="Microsoft YaHei"/>
                <a:ea typeface="Microsoft YaHei"/>
                <a:cs typeface="Microsoft YaHei"/>
              </a:rPr>
              <a:t>免责声明</a:t>
            </a:r>
          </a:p>
        </p:txBody>
      </p:sp>
    </p:spTree>
    <p:extLst>
      <p:ext uri="{BB962C8B-B14F-4D97-AF65-F5344CB8AC3E}">
        <p14:creationId xmlns:p14="http://schemas.microsoft.com/office/powerpoint/2010/main" val="2086247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2026-07-29T13:55:59.1760000Z</dcterms:created>
  <dcterms:modified xsi:type="dcterms:W3CDTF">2026-07-29T13:55:59.1760000Z</dcterms:modified>
</coreProperties>
</file>